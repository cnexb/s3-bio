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slides/slide183.xml" ContentType="application/vnd.openxmlformats-officedocument.presentationml.slide+xml"/>
  <Override PartName="/ppt/slides/slide184.xml" ContentType="application/vnd.openxmlformats-officedocument.presentationml.slide+xml"/>
  <Override PartName="/ppt/slides/slide185.xml" ContentType="application/vnd.openxmlformats-officedocument.presentationml.slide+xml"/>
  <Override PartName="/ppt/slides/slide186.xml" ContentType="application/vnd.openxmlformats-officedocument.presentationml.slide+xml"/>
  <Override PartName="/ppt/slides/slide187.xml" ContentType="application/vnd.openxmlformats-officedocument.presentationml.slide+xml"/>
  <Override PartName="/ppt/slides/slide188.xml" ContentType="application/vnd.openxmlformats-officedocument.presentationml.slide+xml"/>
  <Override PartName="/ppt/slides/slide189.xml" ContentType="application/vnd.openxmlformats-officedocument.presentationml.slide+xml"/>
  <Override PartName="/ppt/slides/slide190.xml" ContentType="application/vnd.openxmlformats-officedocument.presentationml.slide+xml"/>
  <Override PartName="/ppt/slides/slide191.xml" ContentType="application/vnd.openxmlformats-officedocument.presentationml.slide+xml"/>
  <Override PartName="/ppt/slides/slide192.xml" ContentType="application/vnd.openxmlformats-officedocument.presentationml.slide+xml"/>
  <Override PartName="/ppt/slides/slide193.xml" ContentType="application/vnd.openxmlformats-officedocument.presentationml.slide+xml"/>
  <Override PartName="/ppt/slides/slide194.xml" ContentType="application/vnd.openxmlformats-officedocument.presentationml.slide+xml"/>
  <Override PartName="/ppt/slides/slide195.xml" ContentType="application/vnd.openxmlformats-officedocument.presentationml.slide+xml"/>
  <Override PartName="/ppt/slides/slide196.xml" ContentType="application/vnd.openxmlformats-officedocument.presentationml.slide+xml"/>
  <Override PartName="/ppt/slides/slide197.xml" ContentType="application/vnd.openxmlformats-officedocument.presentationml.slide+xml"/>
  <Override PartName="/ppt/slides/slide198.xml" ContentType="application/vnd.openxmlformats-officedocument.presentationml.slide+xml"/>
  <Override PartName="/ppt/slides/slide199.xml" ContentType="application/vnd.openxmlformats-officedocument.presentationml.slide+xml"/>
  <Override PartName="/ppt/slides/slide200.xml" ContentType="application/vnd.openxmlformats-officedocument.presentationml.slide+xml"/>
  <Override PartName="/ppt/slides/slide201.xml" ContentType="application/vnd.openxmlformats-officedocument.presentationml.slide+xml"/>
  <Override PartName="/ppt/slides/slide202.xml" ContentType="application/vnd.openxmlformats-officedocument.presentationml.slide+xml"/>
  <Override PartName="/ppt/slides/slide203.xml" ContentType="application/vnd.openxmlformats-officedocument.presentationml.slide+xml"/>
  <Override PartName="/ppt/slides/slide204.xml" ContentType="application/vnd.openxmlformats-officedocument.presentationml.slide+xml"/>
  <Override PartName="/ppt/slides/slide205.xml" ContentType="application/vnd.openxmlformats-officedocument.presentationml.slide+xml"/>
  <Override PartName="/ppt/slides/slide206.xml" ContentType="application/vnd.openxmlformats-officedocument.presentationml.slide+xml"/>
  <Override PartName="/ppt/slides/slide207.xml" ContentType="application/vnd.openxmlformats-officedocument.presentationml.slide+xml"/>
  <Override PartName="/ppt/slides/slide208.xml" ContentType="application/vnd.openxmlformats-officedocument.presentationml.slide+xml"/>
  <Override PartName="/ppt/slides/slide209.xml" ContentType="application/vnd.openxmlformats-officedocument.presentationml.slide+xml"/>
  <Override PartName="/ppt/slides/slide210.xml" ContentType="application/vnd.openxmlformats-officedocument.presentationml.slide+xml"/>
  <Override PartName="/ppt/slides/slide211.xml" ContentType="application/vnd.openxmlformats-officedocument.presentationml.slide+xml"/>
  <Override PartName="/ppt/slides/slide212.xml" ContentType="application/vnd.openxmlformats-officedocument.presentationml.slide+xml"/>
  <Override PartName="/ppt/slides/slide213.xml" ContentType="application/vnd.openxmlformats-officedocument.presentationml.slide+xml"/>
  <Override PartName="/ppt/slides/slide214.xml" ContentType="application/vnd.openxmlformats-officedocument.presentationml.slide+xml"/>
  <Override PartName="/ppt/slides/slide215.xml" ContentType="application/vnd.openxmlformats-officedocument.presentationml.slide+xml"/>
  <Override PartName="/ppt/slides/slide216.xml" ContentType="application/vnd.openxmlformats-officedocument.presentationml.slide+xml"/>
  <Override PartName="/ppt/slides/slide217.xml" ContentType="application/vnd.openxmlformats-officedocument.presentationml.slide+xml"/>
  <Override PartName="/ppt/slides/slide218.xml" ContentType="application/vnd.openxmlformats-officedocument.presentationml.slide+xml"/>
  <Override PartName="/ppt/slides/slide219.xml" ContentType="application/vnd.openxmlformats-officedocument.presentationml.slide+xml"/>
  <Override PartName="/ppt/slides/slide220.xml" ContentType="application/vnd.openxmlformats-officedocument.presentationml.slide+xml"/>
  <Override PartName="/ppt/slides/slide221.xml" ContentType="application/vnd.openxmlformats-officedocument.presentationml.slide+xml"/>
  <Override PartName="/ppt/slides/slide222.xml" ContentType="application/vnd.openxmlformats-officedocument.presentationml.slide+xml"/>
  <Override PartName="/ppt/slides/slide223.xml" ContentType="application/vnd.openxmlformats-officedocument.presentationml.slide+xml"/>
  <Override PartName="/ppt/slides/slide224.xml" ContentType="application/vnd.openxmlformats-officedocument.presentationml.slide+xml"/>
  <Override PartName="/ppt/slides/slide225.xml" ContentType="application/vnd.openxmlformats-officedocument.presentationml.slide+xml"/>
  <Override PartName="/ppt/slides/slide226.xml" ContentType="application/vnd.openxmlformats-officedocument.presentationml.slide+xml"/>
  <Override PartName="/ppt/slides/slide227.xml" ContentType="application/vnd.openxmlformats-officedocument.presentationml.slide+xml"/>
  <Override PartName="/ppt/slides/slide228.xml" ContentType="application/vnd.openxmlformats-officedocument.presentationml.slide+xml"/>
  <Override PartName="/ppt/slides/slide229.xml" ContentType="application/vnd.openxmlformats-officedocument.presentationml.slide+xml"/>
  <Override PartName="/ppt/slides/slide230.xml" ContentType="application/vnd.openxmlformats-officedocument.presentationml.slide+xml"/>
  <Override PartName="/ppt/slides/slide231.xml" ContentType="application/vnd.openxmlformats-officedocument.presentationml.slide+xml"/>
  <Override PartName="/ppt/slides/slide232.xml" ContentType="application/vnd.openxmlformats-officedocument.presentationml.slide+xml"/>
  <Override PartName="/ppt/slides/slide233.xml" ContentType="application/vnd.openxmlformats-officedocument.presentationml.slide+xml"/>
  <Override PartName="/ppt/slides/slide234.xml" ContentType="application/vnd.openxmlformats-officedocument.presentationml.slide+xml"/>
  <Override PartName="/ppt/slides/slide235.xml" ContentType="application/vnd.openxmlformats-officedocument.presentationml.slide+xml"/>
  <Override PartName="/ppt/slides/slide236.xml" ContentType="application/vnd.openxmlformats-officedocument.presentationml.slide+xml"/>
  <Override PartName="/ppt/slides/slide237.xml" ContentType="application/vnd.openxmlformats-officedocument.presentationml.slide+xml"/>
  <Override PartName="/ppt/slides/slide238.xml" ContentType="application/vnd.openxmlformats-officedocument.presentationml.slide+xml"/>
  <Override PartName="/ppt/slides/slide239.xml" ContentType="application/vnd.openxmlformats-officedocument.presentationml.slide+xml"/>
  <Override PartName="/ppt/slides/slide240.xml" ContentType="application/vnd.openxmlformats-officedocument.presentationml.slide+xml"/>
  <Override PartName="/ppt/slides/slide241.xml" ContentType="application/vnd.openxmlformats-officedocument.presentationml.slide+xml"/>
  <Override PartName="/ppt/slides/slide242.xml" ContentType="application/vnd.openxmlformats-officedocument.presentationml.slide+xml"/>
  <Override PartName="/ppt/slides/slide243.xml" ContentType="application/vnd.openxmlformats-officedocument.presentationml.slide+xml"/>
  <Override PartName="/ppt/slides/slide244.xml" ContentType="application/vnd.openxmlformats-officedocument.presentationml.slide+xml"/>
  <Override PartName="/ppt/slides/slide245.xml" ContentType="application/vnd.openxmlformats-officedocument.presentationml.slide+xml"/>
  <Override PartName="/ppt/slides/slide246.xml" ContentType="application/vnd.openxmlformats-officedocument.presentationml.slide+xml"/>
  <Override PartName="/ppt/slides/slide247.xml" ContentType="application/vnd.openxmlformats-officedocument.presentationml.slide+xml"/>
  <Override PartName="/ppt/slides/slide248.xml" ContentType="application/vnd.openxmlformats-officedocument.presentationml.slide+xml"/>
  <Override PartName="/ppt/slides/slide249.xml" ContentType="application/vnd.openxmlformats-officedocument.presentationml.slide+xml"/>
  <Override PartName="/ppt/slides/slide250.xml" ContentType="application/vnd.openxmlformats-officedocument.presentationml.slide+xml"/>
  <Override PartName="/ppt/slides/slide25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comments/modernComment_139_DCCC2B00.xml" ContentType="application/vnd.ms-powerpoint.comment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comments/modernComment_13A_4E736278.xml" ContentType="application/vnd.ms-powerpoint.comment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comments/modernComment_13B_3C42758D.xml" ContentType="application/vnd.ms-powerpoint.comment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comments/modernComment_13C_22F03F12.xml" ContentType="application/vnd.ms-powerpoint.comment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notesSlides/notesSlide1.xml" ContentType="application/vnd.openxmlformats-officedocument.presentationml.notesSlide+xml"/>
  <Override PartName="/ppt/comments/modernComment_13D_DD227669.xml" ContentType="application/vnd.ms-powerpoint.comment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notesSlides/notesSlide2.xml" ContentType="application/vnd.openxmlformats-officedocument.presentationml.notesSlide+xml"/>
  <Override PartName="/ppt/comments/modernComment_13E_CEDE6407.xml" ContentType="application/vnd.ms-powerpoint.comment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notesSlides/notesSlide3.xml" ContentType="application/vnd.openxmlformats-officedocument.presentationml.notesSlide+xml"/>
  <Override PartName="/ppt/comments/modernComment_13F_7D8198AC.xml" ContentType="application/vnd.ms-powerpoint.comment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notesSlides/notesSlide4.xml" ContentType="application/vnd.openxmlformats-officedocument.presentationml.notesSlide+xml"/>
  <Override PartName="/ppt/comments/modernComment_140_C0044259.xml" ContentType="application/vnd.ms-powerpoint.comment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notesSlides/notesSlide5.xml" ContentType="application/vnd.openxmlformats-officedocument.presentationml.notesSlide+xml"/>
  <Override PartName="/ppt/comments/modernComment_141_ED33787.xml" ContentType="application/vnd.ms-powerpoint.comment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notesSlides/notesSlide6.xml" ContentType="application/vnd.openxmlformats-officedocument.presentationml.notesSlide+xml"/>
  <Override PartName="/ppt/comments/modernComment_142_A4E8ECE5.xml" ContentType="application/vnd.ms-powerpoint.comment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notesSlides/notesSlide7.xml" ContentType="application/vnd.openxmlformats-officedocument.presentationml.notesSlide+xml"/>
  <Override PartName="/ppt/comments/modernComment_143_E532035F.xml" ContentType="application/vnd.ms-powerpoint.comment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notesSlides/notesSlide8.xml" ContentType="application/vnd.openxmlformats-officedocument.presentationml.notesSlide+xml"/>
  <Override PartName="/ppt/comments/modernComment_144_34BE83C4.xml" ContentType="application/vnd.ms-powerpoint.comment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notesSlides/notesSlide9.xml" ContentType="application/vnd.openxmlformats-officedocument.presentationml.notesSlide+xml"/>
  <Override PartName="/ppt/comments/modernComment_145_5BBA1FEF.xml" ContentType="application/vnd.ms-powerpoint.comment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notesSlides/notesSlide10.xml" ContentType="application/vnd.openxmlformats-officedocument.presentationml.notesSlide+xml"/>
  <Override PartName="/ppt/comments/modernComment_146_2723B59A.xml" ContentType="application/vnd.ms-powerpoint.comment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notesSlides/notesSlide11.xml" ContentType="application/vnd.openxmlformats-officedocument.presentationml.notesSlide+xml"/>
  <Override PartName="/ppt/comments/modernComment_147_A05F7DCA.xml" ContentType="application/vnd.ms-powerpoint.comment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notesSlides/notesSlide12.xml" ContentType="application/vnd.openxmlformats-officedocument.presentationml.notesSlide+xml"/>
  <Override PartName="/ppt/comments/modernComment_148_3E4729A3.xml" ContentType="application/vnd.ms-powerpoint.comment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notesSlides/notesSlide13.xml" ContentType="application/vnd.openxmlformats-officedocument.presentationml.notesSlide+xml"/>
  <Override PartName="/ppt/comments/modernComment_149_EE61D46E.xml" ContentType="application/vnd.ms-powerpoint.comment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notesSlides/notesSlide14.xml" ContentType="application/vnd.openxmlformats-officedocument.presentationml.notesSlide+xml"/>
  <Override PartName="/ppt/comments/modernComment_14A_D0974D60.xml" ContentType="application/vnd.ms-powerpoint.comment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notesSlides/notesSlide15.xml" ContentType="application/vnd.openxmlformats-officedocument.presentationml.notesSlide+xml"/>
  <Override PartName="/ppt/comments/modernComment_14B_8D3C7B92.xml" ContentType="application/vnd.ms-powerpoint.comment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notesSlides/notesSlide16.xml" ContentType="application/vnd.openxmlformats-officedocument.presentationml.notesSlide+xml"/>
  <Override PartName="/ppt/comments/modernComment_14C_56210C4C.xml" ContentType="application/vnd.ms-powerpoint.comment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notesSlides/notesSlide17.xml" ContentType="application/vnd.openxmlformats-officedocument.presentationml.notesSlide+xml"/>
  <Override PartName="/ppt/comments/modernComment_14D_814E2472.xml" ContentType="application/vnd.ms-powerpoint.comment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notesSlides/notesSlide18.xml" ContentType="application/vnd.openxmlformats-officedocument.presentationml.notesSlide+xml"/>
  <Override PartName="/ppt/comments/modernComment_14E_B72DFCF6.xml" ContentType="application/vnd.ms-powerpoint.comment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notesSlides/notesSlide19.xml" ContentType="application/vnd.openxmlformats-officedocument.presentationml.notesSlide+xml"/>
  <Override PartName="/ppt/comments/modernComment_14F_9DF322E5.xml" ContentType="application/vnd.ms-powerpoint.comment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notesSlides/notesSlide20.xml" ContentType="application/vnd.openxmlformats-officedocument.presentationml.notesSlide+xml"/>
  <Override PartName="/ppt/comments/modernComment_150_780FC63E.xml" ContentType="application/vnd.ms-powerpoint.comment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notesSlides/notesSlide21.xml" ContentType="application/vnd.openxmlformats-officedocument.presentationml.notesSlide+xml"/>
  <Override PartName="/ppt/comments/modernComment_151_7D68008B.xml" ContentType="application/vnd.ms-powerpoint.comment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notesSlides/notesSlide22.xml" ContentType="application/vnd.openxmlformats-officedocument.presentationml.notesSlide+xml"/>
  <Override PartName="/ppt/comments/modernComment_152_41B8A6AC.xml" ContentType="application/vnd.ms-powerpoint.comment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notesSlides/notesSlide23.xml" ContentType="application/vnd.openxmlformats-officedocument.presentationml.notesSlide+xml"/>
  <Override PartName="/ppt/comments/modernComment_153_9BA96D95.xml" ContentType="application/vnd.ms-powerpoint.comment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notesSlides/notesSlide24.xml" ContentType="application/vnd.openxmlformats-officedocument.presentationml.notesSlide+xml"/>
  <Override PartName="/ppt/comments/modernComment_154_2425E8EE.xml" ContentType="application/vnd.ms-powerpoint.comment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notesSlides/notesSlide25.xml" ContentType="application/vnd.openxmlformats-officedocument.presentationml.notesSlide+xml"/>
  <Override PartName="/ppt/comments/modernComment_155_BBC15242.xml" ContentType="application/vnd.ms-powerpoint.comment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notesSlides/notesSlide26.xml" ContentType="application/vnd.openxmlformats-officedocument.presentationml.notesSlide+xml"/>
  <Override PartName="/ppt/comments/modernComment_156_AB028FE2.xml" ContentType="application/vnd.ms-powerpoint.comment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notesSlides/notesSlide27.xml" ContentType="application/vnd.openxmlformats-officedocument.presentationml.notesSlide+xml"/>
  <Override PartName="/ppt/comments/modernComment_157_C7F69907.xml" ContentType="application/vnd.ms-powerpoint.comment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notesSlides/notesSlide28.xml" ContentType="application/vnd.openxmlformats-officedocument.presentationml.notesSlide+xml"/>
  <Override PartName="/ppt/comments/modernComment_158_1DB906A5.xml" ContentType="application/vnd.ms-powerpoint.comment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notesSlides/notesSlide29.xml" ContentType="application/vnd.openxmlformats-officedocument.presentationml.notesSlide+xml"/>
  <Override PartName="/ppt/comments/modernComment_159_26EB5CD2.xml" ContentType="application/vnd.ms-powerpoint.comment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75.xml" ContentType="application/vnd.openxmlformats-officedocument.presentationml.tags+xml"/>
  <Override PartName="/ppt/tags/tag476.xml" ContentType="application/vnd.openxmlformats-officedocument.presentationml.tags+xml"/>
  <Override PartName="/ppt/tags/tag477.xml" ContentType="application/vnd.openxmlformats-officedocument.presentationml.tags+xml"/>
  <Override PartName="/ppt/tags/tag478.xml" ContentType="application/vnd.openxmlformats-officedocument.presentationml.tags+xml"/>
  <Override PartName="/ppt/tags/tag479.xml" ContentType="application/vnd.openxmlformats-officedocument.presentationml.tags+xml"/>
  <Override PartName="/ppt/tags/tag480.xml" ContentType="application/vnd.openxmlformats-officedocument.presentationml.tags+xml"/>
  <Override PartName="/ppt/tags/tag481.xml" ContentType="application/vnd.openxmlformats-officedocument.presentationml.tags+xml"/>
  <Override PartName="/ppt/tags/tag482.xml" ContentType="application/vnd.openxmlformats-officedocument.presentationml.tags+xml"/>
  <Override PartName="/ppt/tags/tag483.xml" ContentType="application/vnd.openxmlformats-officedocument.presentationml.tags+xml"/>
  <Override PartName="/ppt/tags/tag484.xml" ContentType="application/vnd.openxmlformats-officedocument.presentationml.tags+xml"/>
  <Override PartName="/ppt/tags/tag485.xml" ContentType="application/vnd.openxmlformats-officedocument.presentationml.tags+xml"/>
  <Override PartName="/ppt/tags/tag486.xml" ContentType="application/vnd.openxmlformats-officedocument.presentationml.tags+xml"/>
  <Override PartName="/ppt/tags/tag487.xml" ContentType="application/vnd.openxmlformats-officedocument.presentationml.tags+xml"/>
  <Override PartName="/ppt/tags/tag488.xml" ContentType="application/vnd.openxmlformats-officedocument.presentationml.tags+xml"/>
  <Override PartName="/ppt/tags/tag489.xml" ContentType="application/vnd.openxmlformats-officedocument.presentationml.tags+xml"/>
  <Override PartName="/ppt/tags/tag490.xml" ContentType="application/vnd.openxmlformats-officedocument.presentationml.tags+xml"/>
  <Override PartName="/ppt/tags/tag491.xml" ContentType="application/vnd.openxmlformats-officedocument.presentationml.tags+xml"/>
  <Override PartName="/ppt/tags/tag492.xml" ContentType="application/vnd.openxmlformats-officedocument.presentationml.tags+xml"/>
  <Override PartName="/ppt/tags/tag493.xml" ContentType="application/vnd.openxmlformats-officedocument.presentationml.tags+xml"/>
  <Override PartName="/ppt/tags/tag494.xml" ContentType="application/vnd.openxmlformats-officedocument.presentationml.tags+xml"/>
  <Override PartName="/ppt/tags/tag495.xml" ContentType="application/vnd.openxmlformats-officedocument.presentationml.tags+xml"/>
  <Override PartName="/ppt/tags/tag496.xml" ContentType="application/vnd.openxmlformats-officedocument.presentationml.tags+xml"/>
  <Override PartName="/ppt/tags/tag497.xml" ContentType="application/vnd.openxmlformats-officedocument.presentationml.tags+xml"/>
  <Override PartName="/ppt/tags/tag498.xml" ContentType="application/vnd.openxmlformats-officedocument.presentationml.tags+xml"/>
  <Override PartName="/ppt/tags/tag499.xml" ContentType="application/vnd.openxmlformats-officedocument.presentationml.tags+xml"/>
  <Override PartName="/ppt/tags/tag500.xml" ContentType="application/vnd.openxmlformats-officedocument.presentationml.tags+xml"/>
  <Override PartName="/ppt/tags/tag501.xml" ContentType="application/vnd.openxmlformats-officedocument.presentationml.tags+xml"/>
  <Override PartName="/ppt/notesSlides/notesSlide30.xml" ContentType="application/vnd.openxmlformats-officedocument.presentationml.notesSlide+xml"/>
  <Override PartName="/ppt/comments/modernComment_15A_61860518.xml" ContentType="application/vnd.ms-powerpoint.comments+xml"/>
  <Override PartName="/ppt/tags/tag502.xml" ContentType="application/vnd.openxmlformats-officedocument.presentationml.tags+xml"/>
  <Override PartName="/ppt/tags/tag503.xml" ContentType="application/vnd.openxmlformats-officedocument.presentationml.tags+xml"/>
  <Override PartName="/ppt/tags/tag504.xml" ContentType="application/vnd.openxmlformats-officedocument.presentationml.tags+xml"/>
  <Override PartName="/ppt/tags/tag505.xml" ContentType="application/vnd.openxmlformats-officedocument.presentationml.tags+xml"/>
  <Override PartName="/ppt/tags/tag506.xml" ContentType="application/vnd.openxmlformats-officedocument.presentationml.tags+xml"/>
  <Override PartName="/ppt/tags/tag507.xml" ContentType="application/vnd.openxmlformats-officedocument.presentationml.tags+xml"/>
  <Override PartName="/ppt/tags/tag508.xml" ContentType="application/vnd.openxmlformats-officedocument.presentationml.tags+xml"/>
  <Override PartName="/ppt/tags/tag509.xml" ContentType="application/vnd.openxmlformats-officedocument.presentationml.tags+xml"/>
  <Override PartName="/ppt/tags/tag510.xml" ContentType="application/vnd.openxmlformats-officedocument.presentationml.tags+xml"/>
  <Override PartName="/ppt/tags/tag511.xml" ContentType="application/vnd.openxmlformats-officedocument.presentationml.tags+xml"/>
  <Override PartName="/ppt/tags/tag512.xml" ContentType="application/vnd.openxmlformats-officedocument.presentationml.tags+xml"/>
  <Override PartName="/ppt/tags/tag513.xml" ContentType="application/vnd.openxmlformats-officedocument.presentationml.tags+xml"/>
  <Override PartName="/ppt/tags/tag514.xml" ContentType="application/vnd.openxmlformats-officedocument.presentationml.tags+xml"/>
  <Override PartName="/ppt/tags/tag515.xml" ContentType="application/vnd.openxmlformats-officedocument.presentationml.tags+xml"/>
  <Override PartName="/ppt/tags/tag516.xml" ContentType="application/vnd.openxmlformats-officedocument.presentationml.tags+xml"/>
  <Override PartName="/ppt/tags/tag517.xml" ContentType="application/vnd.openxmlformats-officedocument.presentationml.tags+xml"/>
  <Override PartName="/ppt/tags/tag518.xml" ContentType="application/vnd.openxmlformats-officedocument.presentationml.tags+xml"/>
  <Override PartName="/ppt/tags/tag519.xml" ContentType="application/vnd.openxmlformats-officedocument.presentationml.tags+xml"/>
  <Override PartName="/ppt/tags/tag520.xml" ContentType="application/vnd.openxmlformats-officedocument.presentationml.tags+xml"/>
  <Override PartName="/ppt/tags/tag521.xml" ContentType="application/vnd.openxmlformats-officedocument.presentationml.tags+xml"/>
  <Override PartName="/ppt/tags/tag522.xml" ContentType="application/vnd.openxmlformats-officedocument.presentationml.tags+xml"/>
  <Override PartName="/ppt/tags/tag523.xml" ContentType="application/vnd.openxmlformats-officedocument.presentationml.tags+xml"/>
  <Override PartName="/ppt/tags/tag524.xml" ContentType="application/vnd.openxmlformats-officedocument.presentationml.tags+xml"/>
  <Override PartName="/ppt/tags/tag525.xml" ContentType="application/vnd.openxmlformats-officedocument.presentationml.tags+xml"/>
  <Override PartName="/ppt/tags/tag526.xml" ContentType="application/vnd.openxmlformats-officedocument.presentationml.tags+xml"/>
  <Override PartName="/ppt/tags/tag527.xml" ContentType="application/vnd.openxmlformats-officedocument.presentationml.tags+xml"/>
  <Override PartName="/ppt/tags/tag528.xml" ContentType="application/vnd.openxmlformats-officedocument.presentationml.tags+xml"/>
  <Override PartName="/ppt/tags/tag529.xml" ContentType="application/vnd.openxmlformats-officedocument.presentationml.tags+xml"/>
  <Override PartName="/ppt/tags/tag530.xml" ContentType="application/vnd.openxmlformats-officedocument.presentationml.tags+xml"/>
  <Override PartName="/ppt/tags/tag531.xml" ContentType="application/vnd.openxmlformats-officedocument.presentationml.tags+xml"/>
  <Override PartName="/ppt/notesSlides/notesSlide31.xml" ContentType="application/vnd.openxmlformats-officedocument.presentationml.notesSlide+xml"/>
  <Override PartName="/ppt/comments/modernComment_15B_857E43A4.xml" ContentType="application/vnd.ms-powerpoint.comments+xml"/>
  <Override PartName="/ppt/tags/tag532.xml" ContentType="application/vnd.openxmlformats-officedocument.presentationml.tags+xml"/>
  <Override PartName="/ppt/tags/tag533.xml" ContentType="application/vnd.openxmlformats-officedocument.presentationml.tags+xml"/>
  <Override PartName="/ppt/tags/tag534.xml" ContentType="application/vnd.openxmlformats-officedocument.presentationml.tags+xml"/>
  <Override PartName="/ppt/tags/tag535.xml" ContentType="application/vnd.openxmlformats-officedocument.presentationml.tags+xml"/>
  <Override PartName="/ppt/tags/tag536.xml" ContentType="application/vnd.openxmlformats-officedocument.presentationml.tags+xml"/>
  <Override PartName="/ppt/tags/tag537.xml" ContentType="application/vnd.openxmlformats-officedocument.presentationml.tags+xml"/>
  <Override PartName="/ppt/tags/tag538.xml" ContentType="application/vnd.openxmlformats-officedocument.presentationml.tags+xml"/>
  <Override PartName="/ppt/tags/tag539.xml" ContentType="application/vnd.openxmlformats-officedocument.presentationml.tags+xml"/>
  <Override PartName="/ppt/tags/tag540.xml" ContentType="application/vnd.openxmlformats-officedocument.presentationml.tags+xml"/>
  <Override PartName="/ppt/tags/tag541.xml" ContentType="application/vnd.openxmlformats-officedocument.presentationml.tags+xml"/>
  <Override PartName="/ppt/tags/tag542.xml" ContentType="application/vnd.openxmlformats-officedocument.presentationml.tags+xml"/>
  <Override PartName="/ppt/tags/tag543.xml" ContentType="application/vnd.openxmlformats-officedocument.presentationml.tags+xml"/>
  <Override PartName="/ppt/tags/tag544.xml" ContentType="application/vnd.openxmlformats-officedocument.presentationml.tags+xml"/>
  <Override PartName="/ppt/tags/tag545.xml" ContentType="application/vnd.openxmlformats-officedocument.presentationml.tags+xml"/>
  <Override PartName="/ppt/tags/tag546.xml" ContentType="application/vnd.openxmlformats-officedocument.presentationml.tags+xml"/>
  <Override PartName="/ppt/tags/tag547.xml" ContentType="application/vnd.openxmlformats-officedocument.presentationml.tags+xml"/>
  <Override PartName="/ppt/tags/tag548.xml" ContentType="application/vnd.openxmlformats-officedocument.presentationml.tags+xml"/>
  <Override PartName="/ppt/tags/tag549.xml" ContentType="application/vnd.openxmlformats-officedocument.presentationml.tags+xml"/>
  <Override PartName="/ppt/tags/tag550.xml" ContentType="application/vnd.openxmlformats-officedocument.presentationml.tags+xml"/>
  <Override PartName="/ppt/tags/tag551.xml" ContentType="application/vnd.openxmlformats-officedocument.presentationml.tags+xml"/>
  <Override PartName="/ppt/tags/tag552.xml" ContentType="application/vnd.openxmlformats-officedocument.presentationml.tags+xml"/>
  <Override PartName="/ppt/tags/tag553.xml" ContentType="application/vnd.openxmlformats-officedocument.presentationml.tags+xml"/>
  <Override PartName="/ppt/tags/tag554.xml" ContentType="application/vnd.openxmlformats-officedocument.presentationml.tags+xml"/>
  <Override PartName="/ppt/tags/tag555.xml" ContentType="application/vnd.openxmlformats-officedocument.presentationml.tags+xml"/>
  <Override PartName="/ppt/tags/tag556.xml" ContentType="application/vnd.openxmlformats-officedocument.presentationml.tags+xml"/>
  <Override PartName="/ppt/tags/tag557.xml" ContentType="application/vnd.openxmlformats-officedocument.presentationml.tags+xml"/>
  <Override PartName="/ppt/tags/tag558.xml" ContentType="application/vnd.openxmlformats-officedocument.presentationml.tags+xml"/>
  <Override PartName="/ppt/tags/tag559.xml" ContentType="application/vnd.openxmlformats-officedocument.presentationml.tags+xml"/>
  <Override PartName="/ppt/tags/tag560.xml" ContentType="application/vnd.openxmlformats-officedocument.presentationml.tags+xml"/>
  <Override PartName="/ppt/tags/tag561.xml" ContentType="application/vnd.openxmlformats-officedocument.presentationml.tags+xml"/>
  <Override PartName="/ppt/tags/tag562.xml" ContentType="application/vnd.openxmlformats-officedocument.presentationml.tags+xml"/>
  <Override PartName="/ppt/notesSlides/notesSlide32.xml" ContentType="application/vnd.openxmlformats-officedocument.presentationml.notesSlide+xml"/>
  <Override PartName="/ppt/comments/modernComment_15C_383D3070.xml" ContentType="application/vnd.ms-powerpoint.comments+xml"/>
  <Override PartName="/ppt/tags/tag563.xml" ContentType="application/vnd.openxmlformats-officedocument.presentationml.tags+xml"/>
  <Override PartName="/ppt/tags/tag564.xml" ContentType="application/vnd.openxmlformats-officedocument.presentationml.tags+xml"/>
  <Override PartName="/ppt/tags/tag565.xml" ContentType="application/vnd.openxmlformats-officedocument.presentationml.tags+xml"/>
  <Override PartName="/ppt/tags/tag566.xml" ContentType="application/vnd.openxmlformats-officedocument.presentationml.tags+xml"/>
  <Override PartName="/ppt/tags/tag567.xml" ContentType="application/vnd.openxmlformats-officedocument.presentationml.tags+xml"/>
  <Override PartName="/ppt/tags/tag568.xml" ContentType="application/vnd.openxmlformats-officedocument.presentationml.tags+xml"/>
  <Override PartName="/ppt/tags/tag569.xml" ContentType="application/vnd.openxmlformats-officedocument.presentationml.tags+xml"/>
  <Override PartName="/ppt/tags/tag570.xml" ContentType="application/vnd.openxmlformats-officedocument.presentationml.tags+xml"/>
  <Override PartName="/ppt/tags/tag571.xml" ContentType="application/vnd.openxmlformats-officedocument.presentationml.tags+xml"/>
  <Override PartName="/ppt/tags/tag572.xml" ContentType="application/vnd.openxmlformats-officedocument.presentationml.tags+xml"/>
  <Override PartName="/ppt/tags/tag573.xml" ContentType="application/vnd.openxmlformats-officedocument.presentationml.tags+xml"/>
  <Override PartName="/ppt/tags/tag574.xml" ContentType="application/vnd.openxmlformats-officedocument.presentationml.tags+xml"/>
  <Override PartName="/ppt/tags/tag575.xml" ContentType="application/vnd.openxmlformats-officedocument.presentationml.tags+xml"/>
  <Override PartName="/ppt/tags/tag576.xml" ContentType="application/vnd.openxmlformats-officedocument.presentationml.tags+xml"/>
  <Override PartName="/ppt/tags/tag577.xml" ContentType="application/vnd.openxmlformats-officedocument.presentationml.tags+xml"/>
  <Override PartName="/ppt/tags/tag578.xml" ContentType="application/vnd.openxmlformats-officedocument.presentationml.tags+xml"/>
  <Override PartName="/ppt/tags/tag579.xml" ContentType="application/vnd.openxmlformats-officedocument.presentationml.tags+xml"/>
  <Override PartName="/ppt/tags/tag580.xml" ContentType="application/vnd.openxmlformats-officedocument.presentationml.tags+xml"/>
  <Override PartName="/ppt/tags/tag581.xml" ContentType="application/vnd.openxmlformats-officedocument.presentationml.tags+xml"/>
  <Override PartName="/ppt/tags/tag582.xml" ContentType="application/vnd.openxmlformats-officedocument.presentationml.tags+xml"/>
  <Override PartName="/ppt/tags/tag583.xml" ContentType="application/vnd.openxmlformats-officedocument.presentationml.tags+xml"/>
  <Override PartName="/ppt/tags/tag584.xml" ContentType="application/vnd.openxmlformats-officedocument.presentationml.tags+xml"/>
  <Override PartName="/ppt/tags/tag585.xml" ContentType="application/vnd.openxmlformats-officedocument.presentationml.tags+xml"/>
  <Override PartName="/ppt/tags/tag586.xml" ContentType="application/vnd.openxmlformats-officedocument.presentationml.tags+xml"/>
  <Override PartName="/ppt/tags/tag587.xml" ContentType="application/vnd.openxmlformats-officedocument.presentationml.tags+xml"/>
  <Override PartName="/ppt/tags/tag588.xml" ContentType="application/vnd.openxmlformats-officedocument.presentationml.tags+xml"/>
  <Override PartName="/ppt/tags/tag589.xml" ContentType="application/vnd.openxmlformats-officedocument.presentationml.tags+xml"/>
  <Override PartName="/ppt/tags/tag590.xml" ContentType="application/vnd.openxmlformats-officedocument.presentationml.tags+xml"/>
  <Override PartName="/ppt/tags/tag591.xml" ContentType="application/vnd.openxmlformats-officedocument.presentationml.tags+xml"/>
  <Override PartName="/ppt/tags/tag592.xml" ContentType="application/vnd.openxmlformats-officedocument.presentationml.tags+xml"/>
  <Override PartName="/ppt/tags/tag593.xml" ContentType="application/vnd.openxmlformats-officedocument.presentationml.tags+xml"/>
  <Override PartName="/ppt/tags/tag594.xml" ContentType="application/vnd.openxmlformats-officedocument.presentationml.tags+xml"/>
  <Override PartName="/ppt/notesSlides/notesSlide33.xml" ContentType="application/vnd.openxmlformats-officedocument.presentationml.notesSlide+xml"/>
  <Override PartName="/ppt/comments/modernComment_15D_5F40D732.xml" ContentType="application/vnd.ms-powerpoint.comments+xml"/>
  <Override PartName="/ppt/tags/tag595.xml" ContentType="application/vnd.openxmlformats-officedocument.presentationml.tags+xml"/>
  <Override PartName="/ppt/tags/tag596.xml" ContentType="application/vnd.openxmlformats-officedocument.presentationml.tags+xml"/>
  <Override PartName="/ppt/tags/tag597.xml" ContentType="application/vnd.openxmlformats-officedocument.presentationml.tags+xml"/>
  <Override PartName="/ppt/tags/tag598.xml" ContentType="application/vnd.openxmlformats-officedocument.presentationml.tags+xml"/>
  <Override PartName="/ppt/tags/tag599.xml" ContentType="application/vnd.openxmlformats-officedocument.presentationml.tags+xml"/>
  <Override PartName="/ppt/tags/tag600.xml" ContentType="application/vnd.openxmlformats-officedocument.presentationml.tags+xml"/>
  <Override PartName="/ppt/tags/tag601.xml" ContentType="application/vnd.openxmlformats-officedocument.presentationml.tags+xml"/>
  <Override PartName="/ppt/tags/tag602.xml" ContentType="application/vnd.openxmlformats-officedocument.presentationml.tags+xml"/>
  <Override PartName="/ppt/tags/tag603.xml" ContentType="application/vnd.openxmlformats-officedocument.presentationml.tags+xml"/>
  <Override PartName="/ppt/tags/tag604.xml" ContentType="application/vnd.openxmlformats-officedocument.presentationml.tags+xml"/>
  <Override PartName="/ppt/tags/tag605.xml" ContentType="application/vnd.openxmlformats-officedocument.presentationml.tags+xml"/>
  <Override PartName="/ppt/tags/tag606.xml" ContentType="application/vnd.openxmlformats-officedocument.presentationml.tags+xml"/>
  <Override PartName="/ppt/tags/tag607.xml" ContentType="application/vnd.openxmlformats-officedocument.presentationml.tags+xml"/>
  <Override PartName="/ppt/tags/tag608.xml" ContentType="application/vnd.openxmlformats-officedocument.presentationml.tags+xml"/>
  <Override PartName="/ppt/tags/tag609.xml" ContentType="application/vnd.openxmlformats-officedocument.presentationml.tags+xml"/>
  <Override PartName="/ppt/tags/tag610.xml" ContentType="application/vnd.openxmlformats-officedocument.presentationml.tags+xml"/>
  <Override PartName="/ppt/tags/tag611.xml" ContentType="application/vnd.openxmlformats-officedocument.presentationml.tags+xml"/>
  <Override PartName="/ppt/tags/tag612.xml" ContentType="application/vnd.openxmlformats-officedocument.presentationml.tags+xml"/>
  <Override PartName="/ppt/tags/tag613.xml" ContentType="application/vnd.openxmlformats-officedocument.presentationml.tags+xml"/>
  <Override PartName="/ppt/tags/tag614.xml" ContentType="application/vnd.openxmlformats-officedocument.presentationml.tags+xml"/>
  <Override PartName="/ppt/tags/tag615.xml" ContentType="application/vnd.openxmlformats-officedocument.presentationml.tags+xml"/>
  <Override PartName="/ppt/tags/tag616.xml" ContentType="application/vnd.openxmlformats-officedocument.presentationml.tags+xml"/>
  <Override PartName="/ppt/tags/tag617.xml" ContentType="application/vnd.openxmlformats-officedocument.presentationml.tags+xml"/>
  <Override PartName="/ppt/tags/tag618.xml" ContentType="application/vnd.openxmlformats-officedocument.presentationml.tags+xml"/>
  <Override PartName="/ppt/tags/tag619.xml" ContentType="application/vnd.openxmlformats-officedocument.presentationml.tags+xml"/>
  <Override PartName="/ppt/tags/tag620.xml" ContentType="application/vnd.openxmlformats-officedocument.presentationml.tags+xml"/>
  <Override PartName="/ppt/tags/tag621.xml" ContentType="application/vnd.openxmlformats-officedocument.presentationml.tags+xml"/>
  <Override PartName="/ppt/tags/tag622.xml" ContentType="application/vnd.openxmlformats-officedocument.presentationml.tags+xml"/>
  <Override PartName="/ppt/tags/tag623.xml" ContentType="application/vnd.openxmlformats-officedocument.presentationml.tags+xml"/>
  <Override PartName="/ppt/tags/tag624.xml" ContentType="application/vnd.openxmlformats-officedocument.presentationml.tags+xml"/>
  <Override PartName="/ppt/tags/tag625.xml" ContentType="application/vnd.openxmlformats-officedocument.presentationml.tags+xml"/>
  <Override PartName="/ppt/tags/tag626.xml" ContentType="application/vnd.openxmlformats-officedocument.presentationml.tags+xml"/>
  <Override PartName="/ppt/tags/tag627.xml" ContentType="application/vnd.openxmlformats-officedocument.presentationml.tags+xml"/>
  <Override PartName="/ppt/notesSlides/notesSlide34.xml" ContentType="application/vnd.openxmlformats-officedocument.presentationml.notesSlide+xml"/>
  <Override PartName="/ppt/comments/modernComment_15E_74881EA6.xml" ContentType="application/vnd.ms-powerpoint.comments+xml"/>
  <Override PartName="/ppt/tags/tag628.xml" ContentType="application/vnd.openxmlformats-officedocument.presentationml.tags+xml"/>
  <Override PartName="/ppt/tags/tag629.xml" ContentType="application/vnd.openxmlformats-officedocument.presentationml.tags+xml"/>
  <Override PartName="/ppt/tags/tag630.xml" ContentType="application/vnd.openxmlformats-officedocument.presentationml.tags+xml"/>
  <Override PartName="/ppt/tags/tag631.xml" ContentType="application/vnd.openxmlformats-officedocument.presentationml.tags+xml"/>
  <Override PartName="/ppt/tags/tag632.xml" ContentType="application/vnd.openxmlformats-officedocument.presentationml.tags+xml"/>
  <Override PartName="/ppt/tags/tag633.xml" ContentType="application/vnd.openxmlformats-officedocument.presentationml.tags+xml"/>
  <Override PartName="/ppt/tags/tag634.xml" ContentType="application/vnd.openxmlformats-officedocument.presentationml.tags+xml"/>
  <Override PartName="/ppt/tags/tag635.xml" ContentType="application/vnd.openxmlformats-officedocument.presentationml.tags+xml"/>
  <Override PartName="/ppt/tags/tag636.xml" ContentType="application/vnd.openxmlformats-officedocument.presentationml.tags+xml"/>
  <Override PartName="/ppt/tags/tag637.xml" ContentType="application/vnd.openxmlformats-officedocument.presentationml.tags+xml"/>
  <Override PartName="/ppt/tags/tag638.xml" ContentType="application/vnd.openxmlformats-officedocument.presentationml.tags+xml"/>
  <Override PartName="/ppt/tags/tag639.xml" ContentType="application/vnd.openxmlformats-officedocument.presentationml.tags+xml"/>
  <Override PartName="/ppt/tags/tag640.xml" ContentType="application/vnd.openxmlformats-officedocument.presentationml.tags+xml"/>
  <Override PartName="/ppt/tags/tag641.xml" ContentType="application/vnd.openxmlformats-officedocument.presentationml.tags+xml"/>
  <Override PartName="/ppt/tags/tag642.xml" ContentType="application/vnd.openxmlformats-officedocument.presentationml.tags+xml"/>
  <Override PartName="/ppt/tags/tag643.xml" ContentType="application/vnd.openxmlformats-officedocument.presentationml.tags+xml"/>
  <Override PartName="/ppt/tags/tag644.xml" ContentType="application/vnd.openxmlformats-officedocument.presentationml.tags+xml"/>
  <Override PartName="/ppt/tags/tag645.xml" ContentType="application/vnd.openxmlformats-officedocument.presentationml.tags+xml"/>
  <Override PartName="/ppt/tags/tag646.xml" ContentType="application/vnd.openxmlformats-officedocument.presentationml.tags+xml"/>
  <Override PartName="/ppt/tags/tag647.xml" ContentType="application/vnd.openxmlformats-officedocument.presentationml.tags+xml"/>
  <Override PartName="/ppt/tags/tag648.xml" ContentType="application/vnd.openxmlformats-officedocument.presentationml.tags+xml"/>
  <Override PartName="/ppt/tags/tag649.xml" ContentType="application/vnd.openxmlformats-officedocument.presentationml.tags+xml"/>
  <Override PartName="/ppt/tags/tag650.xml" ContentType="application/vnd.openxmlformats-officedocument.presentationml.tags+xml"/>
  <Override PartName="/ppt/tags/tag651.xml" ContentType="application/vnd.openxmlformats-officedocument.presentationml.tags+xml"/>
  <Override PartName="/ppt/tags/tag652.xml" ContentType="application/vnd.openxmlformats-officedocument.presentationml.tags+xml"/>
  <Override PartName="/ppt/tags/tag653.xml" ContentType="application/vnd.openxmlformats-officedocument.presentationml.tags+xml"/>
  <Override PartName="/ppt/tags/tag654.xml" ContentType="application/vnd.openxmlformats-officedocument.presentationml.tags+xml"/>
  <Override PartName="/ppt/tags/tag655.xml" ContentType="application/vnd.openxmlformats-officedocument.presentationml.tags+xml"/>
  <Override PartName="/ppt/tags/tag656.xml" ContentType="application/vnd.openxmlformats-officedocument.presentationml.tags+xml"/>
  <Override PartName="/ppt/tags/tag657.xml" ContentType="application/vnd.openxmlformats-officedocument.presentationml.tags+xml"/>
  <Override PartName="/ppt/tags/tag658.xml" ContentType="application/vnd.openxmlformats-officedocument.presentationml.tags+xml"/>
  <Override PartName="/ppt/tags/tag659.xml" ContentType="application/vnd.openxmlformats-officedocument.presentationml.tags+xml"/>
  <Override PartName="/ppt/tags/tag660.xml" ContentType="application/vnd.openxmlformats-officedocument.presentationml.tags+xml"/>
  <Override PartName="/ppt/tags/tag661.xml" ContentType="application/vnd.openxmlformats-officedocument.presentationml.tags+xml"/>
  <Override PartName="/ppt/notesSlides/notesSlide35.xml" ContentType="application/vnd.openxmlformats-officedocument.presentationml.notesSlide+xml"/>
  <Override PartName="/ppt/comments/modernComment_15F_BE4F8F8E.xml" ContentType="application/vnd.ms-powerpoint.comments+xml"/>
  <Override PartName="/ppt/tags/tag662.xml" ContentType="application/vnd.openxmlformats-officedocument.presentationml.tags+xml"/>
  <Override PartName="/ppt/tags/tag663.xml" ContentType="application/vnd.openxmlformats-officedocument.presentationml.tags+xml"/>
  <Override PartName="/ppt/tags/tag664.xml" ContentType="application/vnd.openxmlformats-officedocument.presentationml.tags+xml"/>
  <Override PartName="/ppt/comments/modernComment_160_12F6B964.xml" ContentType="application/vnd.ms-powerpoint.comments+xml"/>
  <Override PartName="/ppt/tags/tag665.xml" ContentType="application/vnd.openxmlformats-officedocument.presentationml.tags+xml"/>
  <Override PartName="/ppt/tags/tag666.xml" ContentType="application/vnd.openxmlformats-officedocument.presentationml.tags+xml"/>
  <Override PartName="/ppt/tags/tag667.xml" ContentType="application/vnd.openxmlformats-officedocument.presentationml.tags+xml"/>
  <Override PartName="/ppt/tags/tag668.xml" ContentType="application/vnd.openxmlformats-officedocument.presentationml.tags+xml"/>
  <Override PartName="/ppt/comments/modernComment_161_C59ED8C4.xml" ContentType="application/vnd.ms-powerpoint.comments+xml"/>
  <Override PartName="/ppt/tags/tag669.xml" ContentType="application/vnd.openxmlformats-officedocument.presentationml.tags+xml"/>
  <Override PartName="/ppt/tags/tag670.xml" ContentType="application/vnd.openxmlformats-officedocument.presentationml.tags+xml"/>
  <Override PartName="/ppt/tags/tag671.xml" ContentType="application/vnd.openxmlformats-officedocument.presentationml.tags+xml"/>
  <Override PartName="/ppt/tags/tag672.xml" ContentType="application/vnd.openxmlformats-officedocument.presentationml.tags+xml"/>
  <Override PartName="/ppt/tags/tag673.xml" ContentType="application/vnd.openxmlformats-officedocument.presentationml.tags+xml"/>
  <Override PartName="/ppt/comments/modernComment_162_5A2A42F3.xml" ContentType="application/vnd.ms-powerpoint.comments+xml"/>
  <Override PartName="/ppt/tags/tag674.xml" ContentType="application/vnd.openxmlformats-officedocument.presentationml.tags+xml"/>
  <Override PartName="/ppt/tags/tag675.xml" ContentType="application/vnd.openxmlformats-officedocument.presentationml.tags+xml"/>
  <Override PartName="/ppt/tags/tag676.xml" ContentType="application/vnd.openxmlformats-officedocument.presentationml.tags+xml"/>
  <Override PartName="/ppt/tags/tag677.xml" ContentType="application/vnd.openxmlformats-officedocument.presentationml.tags+xml"/>
  <Override PartName="/ppt/tags/tag678.xml" ContentType="application/vnd.openxmlformats-officedocument.presentationml.tags+xml"/>
  <Override PartName="/ppt/tags/tag679.xml" ContentType="application/vnd.openxmlformats-officedocument.presentationml.tags+xml"/>
  <Override PartName="/ppt/comments/modernComment_163_C2FD54A8.xml" ContentType="application/vnd.ms-powerpoint.comments+xml"/>
  <Override PartName="/ppt/tags/tag680.xml" ContentType="application/vnd.openxmlformats-officedocument.presentationml.tags+xml"/>
  <Override PartName="/ppt/tags/tag681.xml" ContentType="application/vnd.openxmlformats-officedocument.presentationml.tags+xml"/>
  <Override PartName="/ppt/tags/tag682.xml" ContentType="application/vnd.openxmlformats-officedocument.presentationml.tags+xml"/>
  <Override PartName="/ppt/tags/tag683.xml" ContentType="application/vnd.openxmlformats-officedocument.presentationml.tags+xml"/>
  <Override PartName="/ppt/tags/tag684.xml" ContentType="application/vnd.openxmlformats-officedocument.presentationml.tags+xml"/>
  <Override PartName="/ppt/tags/tag685.xml" ContentType="application/vnd.openxmlformats-officedocument.presentationml.tags+xml"/>
  <Override PartName="/ppt/tags/tag686.xml" ContentType="application/vnd.openxmlformats-officedocument.presentationml.tags+xml"/>
  <Override PartName="/ppt/comments/modernComment_164_76416FD2.xml" ContentType="application/vnd.ms-powerpoint.comments+xml"/>
  <Override PartName="/ppt/tags/tag687.xml" ContentType="application/vnd.openxmlformats-officedocument.presentationml.tags+xml"/>
  <Override PartName="/ppt/tags/tag688.xml" ContentType="application/vnd.openxmlformats-officedocument.presentationml.tags+xml"/>
  <Override PartName="/ppt/tags/tag689.xml" ContentType="application/vnd.openxmlformats-officedocument.presentationml.tags+xml"/>
  <Override PartName="/ppt/tags/tag690.xml" ContentType="application/vnd.openxmlformats-officedocument.presentationml.tags+xml"/>
  <Override PartName="/ppt/tags/tag691.xml" ContentType="application/vnd.openxmlformats-officedocument.presentationml.tags+xml"/>
  <Override PartName="/ppt/comments/modernComment_165_94CD3A6E.xml" ContentType="application/vnd.ms-powerpoint.comments+xml"/>
  <Override PartName="/ppt/tags/tag692.xml" ContentType="application/vnd.openxmlformats-officedocument.presentationml.tags+xml"/>
  <Override PartName="/ppt/tags/tag693.xml" ContentType="application/vnd.openxmlformats-officedocument.presentationml.tags+xml"/>
  <Override PartName="/ppt/tags/tag694.xml" ContentType="application/vnd.openxmlformats-officedocument.presentationml.tags+xml"/>
  <Override PartName="/ppt/tags/tag695.xml" ContentType="application/vnd.openxmlformats-officedocument.presentationml.tags+xml"/>
  <Override PartName="/ppt/tags/tag696.xml" ContentType="application/vnd.openxmlformats-officedocument.presentationml.tags+xml"/>
  <Override PartName="/ppt/comments/modernComment_166_88130BAF.xml" ContentType="application/vnd.ms-powerpoint.comments+xml"/>
  <Override PartName="/ppt/tags/tag697.xml" ContentType="application/vnd.openxmlformats-officedocument.presentationml.tags+xml"/>
  <Override PartName="/ppt/tags/tag698.xml" ContentType="application/vnd.openxmlformats-officedocument.presentationml.tags+xml"/>
  <Override PartName="/ppt/tags/tag699.xml" ContentType="application/vnd.openxmlformats-officedocument.presentationml.tags+xml"/>
  <Override PartName="/ppt/tags/tag700.xml" ContentType="application/vnd.openxmlformats-officedocument.presentationml.tags+xml"/>
  <Override PartName="/ppt/tags/tag701.xml" ContentType="application/vnd.openxmlformats-officedocument.presentationml.tags+xml"/>
  <Override PartName="/ppt/comments/modernComment_167_CE478D23.xml" ContentType="application/vnd.ms-powerpoint.comments+xml"/>
  <Override PartName="/ppt/tags/tag702.xml" ContentType="application/vnd.openxmlformats-officedocument.presentationml.tags+xml"/>
  <Override PartName="/ppt/tags/tag703.xml" ContentType="application/vnd.openxmlformats-officedocument.presentationml.tags+xml"/>
  <Override PartName="/ppt/tags/tag704.xml" ContentType="application/vnd.openxmlformats-officedocument.presentationml.tags+xml"/>
  <Override PartName="/ppt/tags/tag705.xml" ContentType="application/vnd.openxmlformats-officedocument.presentationml.tags+xml"/>
  <Override PartName="/ppt/tags/tag706.xml" ContentType="application/vnd.openxmlformats-officedocument.presentationml.tags+xml"/>
  <Override PartName="/ppt/tags/tag707.xml" ContentType="application/vnd.openxmlformats-officedocument.presentationml.tags+xml"/>
  <Override PartName="/ppt/comments/modernComment_168_3097AC8A.xml" ContentType="application/vnd.ms-powerpoint.comments+xml"/>
  <Override PartName="/ppt/tags/tag708.xml" ContentType="application/vnd.openxmlformats-officedocument.presentationml.tags+xml"/>
  <Override PartName="/ppt/tags/tag709.xml" ContentType="application/vnd.openxmlformats-officedocument.presentationml.tags+xml"/>
  <Override PartName="/ppt/tags/tag710.xml" ContentType="application/vnd.openxmlformats-officedocument.presentationml.tags+xml"/>
  <Override PartName="/ppt/tags/tag711.xml" ContentType="application/vnd.openxmlformats-officedocument.presentationml.tags+xml"/>
  <Override PartName="/ppt/tags/tag712.xml" ContentType="application/vnd.openxmlformats-officedocument.presentationml.tags+xml"/>
  <Override PartName="/ppt/tags/tag713.xml" ContentType="application/vnd.openxmlformats-officedocument.presentationml.tags+xml"/>
  <Override PartName="/ppt/comments/modernComment_169_70691804.xml" ContentType="application/vnd.ms-powerpoint.comments+xml"/>
  <Override PartName="/ppt/tags/tag714.xml" ContentType="application/vnd.openxmlformats-officedocument.presentationml.tags+xml"/>
  <Override PartName="/ppt/tags/tag715.xml" ContentType="application/vnd.openxmlformats-officedocument.presentationml.tags+xml"/>
  <Override PartName="/ppt/tags/tag716.xml" ContentType="application/vnd.openxmlformats-officedocument.presentationml.tags+xml"/>
  <Override PartName="/ppt/tags/tag717.xml" ContentType="application/vnd.openxmlformats-officedocument.presentationml.tags+xml"/>
  <Override PartName="/ppt/tags/tag718.xml" ContentType="application/vnd.openxmlformats-officedocument.presentationml.tags+xml"/>
  <Override PartName="/ppt/tags/tag719.xml" ContentType="application/vnd.openxmlformats-officedocument.presentationml.tags+xml"/>
  <Override PartName="/ppt/comments/modernComment_16A_6F451171.xml" ContentType="application/vnd.ms-powerpoint.comments+xml"/>
  <Override PartName="/ppt/tags/tag720.xml" ContentType="application/vnd.openxmlformats-officedocument.presentationml.tags+xml"/>
  <Override PartName="/ppt/tags/tag721.xml" ContentType="application/vnd.openxmlformats-officedocument.presentationml.tags+xml"/>
  <Override PartName="/ppt/tags/tag722.xml" ContentType="application/vnd.openxmlformats-officedocument.presentationml.tags+xml"/>
  <Override PartName="/ppt/tags/tag723.xml" ContentType="application/vnd.openxmlformats-officedocument.presentationml.tags+xml"/>
  <Override PartName="/ppt/tags/tag724.xml" ContentType="application/vnd.openxmlformats-officedocument.presentationml.tags+xml"/>
  <Override PartName="/ppt/tags/tag725.xml" ContentType="application/vnd.openxmlformats-officedocument.presentationml.tags+xml"/>
  <Override PartName="/ppt/tags/tag726.xml" ContentType="application/vnd.openxmlformats-officedocument.presentationml.tags+xml"/>
  <Override PartName="/ppt/comments/modernComment_16B_926E38B2.xml" ContentType="application/vnd.ms-powerpoint.comments+xml"/>
  <Override PartName="/ppt/tags/tag727.xml" ContentType="application/vnd.openxmlformats-officedocument.presentationml.tags+xml"/>
  <Override PartName="/ppt/tags/tag728.xml" ContentType="application/vnd.openxmlformats-officedocument.presentationml.tags+xml"/>
  <Override PartName="/ppt/tags/tag729.xml" ContentType="application/vnd.openxmlformats-officedocument.presentationml.tags+xml"/>
  <Override PartName="/ppt/tags/tag730.xml" ContentType="application/vnd.openxmlformats-officedocument.presentationml.tags+xml"/>
  <Override PartName="/ppt/tags/tag731.xml" ContentType="application/vnd.openxmlformats-officedocument.presentationml.tags+xml"/>
  <Override PartName="/ppt/tags/tag732.xml" ContentType="application/vnd.openxmlformats-officedocument.presentationml.tags+xml"/>
  <Override PartName="/ppt/tags/tag733.xml" ContentType="application/vnd.openxmlformats-officedocument.presentationml.tags+xml"/>
  <Override PartName="/ppt/tags/tag734.xml" ContentType="application/vnd.openxmlformats-officedocument.presentationml.tags+xml"/>
  <Override PartName="/ppt/comments/modernComment_16C_AF5191C6.xml" ContentType="application/vnd.ms-powerpoint.comments+xml"/>
  <Override PartName="/ppt/tags/tag735.xml" ContentType="application/vnd.openxmlformats-officedocument.presentationml.tags+xml"/>
  <Override PartName="/ppt/tags/tag736.xml" ContentType="application/vnd.openxmlformats-officedocument.presentationml.tags+xml"/>
  <Override PartName="/ppt/tags/tag737.xml" ContentType="application/vnd.openxmlformats-officedocument.presentationml.tags+xml"/>
  <Override PartName="/ppt/tags/tag738.xml" ContentType="application/vnd.openxmlformats-officedocument.presentationml.tags+xml"/>
  <Override PartName="/ppt/tags/tag739.xml" ContentType="application/vnd.openxmlformats-officedocument.presentationml.tags+xml"/>
  <Override PartName="/ppt/tags/tag740.xml" ContentType="application/vnd.openxmlformats-officedocument.presentationml.tags+xml"/>
  <Override PartName="/ppt/tags/tag741.xml" ContentType="application/vnd.openxmlformats-officedocument.presentationml.tags+xml"/>
  <Override PartName="/ppt/comments/modernComment_16D_E602D695.xml" ContentType="application/vnd.ms-powerpoint.comments+xml"/>
  <Override PartName="/ppt/tags/tag742.xml" ContentType="application/vnd.openxmlformats-officedocument.presentationml.tags+xml"/>
  <Override PartName="/ppt/tags/tag743.xml" ContentType="application/vnd.openxmlformats-officedocument.presentationml.tags+xml"/>
  <Override PartName="/ppt/tags/tag744.xml" ContentType="application/vnd.openxmlformats-officedocument.presentationml.tags+xml"/>
  <Override PartName="/ppt/tags/tag745.xml" ContentType="application/vnd.openxmlformats-officedocument.presentationml.tags+xml"/>
  <Override PartName="/ppt/tags/tag746.xml" ContentType="application/vnd.openxmlformats-officedocument.presentationml.tags+xml"/>
  <Override PartName="/ppt/tags/tag747.xml" ContentType="application/vnd.openxmlformats-officedocument.presentationml.tags+xml"/>
  <Override PartName="/ppt/tags/tag748.xml" ContentType="application/vnd.openxmlformats-officedocument.presentationml.tags+xml"/>
  <Override PartName="/ppt/tags/tag749.xml" ContentType="application/vnd.openxmlformats-officedocument.presentationml.tags+xml"/>
  <Override PartName="/ppt/comments/modernComment_16E_57BED26B.xml" ContentType="application/vnd.ms-powerpoint.comments+xml"/>
  <Override PartName="/ppt/tags/tag750.xml" ContentType="application/vnd.openxmlformats-officedocument.presentationml.tags+xml"/>
  <Override PartName="/ppt/tags/tag751.xml" ContentType="application/vnd.openxmlformats-officedocument.presentationml.tags+xml"/>
  <Override PartName="/ppt/tags/tag752.xml" ContentType="application/vnd.openxmlformats-officedocument.presentationml.tags+xml"/>
  <Override PartName="/ppt/tags/tag753.xml" ContentType="application/vnd.openxmlformats-officedocument.presentationml.tags+xml"/>
  <Override PartName="/ppt/tags/tag754.xml" ContentType="application/vnd.openxmlformats-officedocument.presentationml.tags+xml"/>
  <Override PartName="/ppt/tags/tag755.xml" ContentType="application/vnd.openxmlformats-officedocument.presentationml.tags+xml"/>
  <Override PartName="/ppt/tags/tag756.xml" ContentType="application/vnd.openxmlformats-officedocument.presentationml.tags+xml"/>
  <Override PartName="/ppt/tags/tag757.xml" ContentType="application/vnd.openxmlformats-officedocument.presentationml.tags+xml"/>
  <Override PartName="/ppt/comments/modernComment_16F_DC7526CE.xml" ContentType="application/vnd.ms-powerpoint.comments+xml"/>
  <Override PartName="/ppt/tags/tag758.xml" ContentType="application/vnd.openxmlformats-officedocument.presentationml.tags+xml"/>
  <Override PartName="/ppt/tags/tag759.xml" ContentType="application/vnd.openxmlformats-officedocument.presentationml.tags+xml"/>
  <Override PartName="/ppt/tags/tag760.xml" ContentType="application/vnd.openxmlformats-officedocument.presentationml.tags+xml"/>
  <Override PartName="/ppt/tags/tag761.xml" ContentType="application/vnd.openxmlformats-officedocument.presentationml.tags+xml"/>
  <Override PartName="/ppt/tags/tag762.xml" ContentType="application/vnd.openxmlformats-officedocument.presentationml.tags+xml"/>
  <Override PartName="/ppt/tags/tag763.xml" ContentType="application/vnd.openxmlformats-officedocument.presentationml.tags+xml"/>
  <Override PartName="/ppt/tags/tag764.xml" ContentType="application/vnd.openxmlformats-officedocument.presentationml.tags+xml"/>
  <Override PartName="/ppt/tags/tag765.xml" ContentType="application/vnd.openxmlformats-officedocument.presentationml.tags+xml"/>
  <Override PartName="/ppt/tags/tag766.xml" ContentType="application/vnd.openxmlformats-officedocument.presentationml.tags+xml"/>
  <Override PartName="/ppt/comments/modernComment_170_9F7063E1.xml" ContentType="application/vnd.ms-powerpoint.comments+xml"/>
  <Override PartName="/ppt/tags/tag767.xml" ContentType="application/vnd.openxmlformats-officedocument.presentationml.tags+xml"/>
  <Override PartName="/ppt/tags/tag768.xml" ContentType="application/vnd.openxmlformats-officedocument.presentationml.tags+xml"/>
  <Override PartName="/ppt/tags/tag769.xml" ContentType="application/vnd.openxmlformats-officedocument.presentationml.tags+xml"/>
  <Override PartName="/ppt/tags/tag770.xml" ContentType="application/vnd.openxmlformats-officedocument.presentationml.tags+xml"/>
  <Override PartName="/ppt/tags/tag771.xml" ContentType="application/vnd.openxmlformats-officedocument.presentationml.tags+xml"/>
  <Override PartName="/ppt/tags/tag772.xml" ContentType="application/vnd.openxmlformats-officedocument.presentationml.tags+xml"/>
  <Override PartName="/ppt/tags/tag773.xml" ContentType="application/vnd.openxmlformats-officedocument.presentationml.tags+xml"/>
  <Override PartName="/ppt/tags/tag774.xml" ContentType="application/vnd.openxmlformats-officedocument.presentationml.tags+xml"/>
  <Override PartName="/ppt/tags/tag775.xml" ContentType="application/vnd.openxmlformats-officedocument.presentationml.tags+xml"/>
  <Override PartName="/ppt/comments/modernComment_171_D282600D.xml" ContentType="application/vnd.ms-powerpoint.comments+xml"/>
  <Override PartName="/ppt/tags/tag776.xml" ContentType="application/vnd.openxmlformats-officedocument.presentationml.tags+xml"/>
  <Override PartName="/ppt/tags/tag777.xml" ContentType="application/vnd.openxmlformats-officedocument.presentationml.tags+xml"/>
  <Override PartName="/ppt/tags/tag778.xml" ContentType="application/vnd.openxmlformats-officedocument.presentationml.tags+xml"/>
  <Override PartName="/ppt/tags/tag779.xml" ContentType="application/vnd.openxmlformats-officedocument.presentationml.tags+xml"/>
  <Override PartName="/ppt/tags/tag780.xml" ContentType="application/vnd.openxmlformats-officedocument.presentationml.tags+xml"/>
  <Override PartName="/ppt/tags/tag781.xml" ContentType="application/vnd.openxmlformats-officedocument.presentationml.tags+xml"/>
  <Override PartName="/ppt/tags/tag782.xml" ContentType="application/vnd.openxmlformats-officedocument.presentationml.tags+xml"/>
  <Override PartName="/ppt/tags/tag783.xml" ContentType="application/vnd.openxmlformats-officedocument.presentationml.tags+xml"/>
  <Override PartName="/ppt/tags/tag784.xml" ContentType="application/vnd.openxmlformats-officedocument.presentationml.tags+xml"/>
  <Override PartName="/ppt/tags/tag785.xml" ContentType="application/vnd.openxmlformats-officedocument.presentationml.tags+xml"/>
  <Override PartName="/ppt/comments/modernComment_172_86C378FB.xml" ContentType="application/vnd.ms-powerpoint.comments+xml"/>
  <Override PartName="/ppt/tags/tag786.xml" ContentType="application/vnd.openxmlformats-officedocument.presentationml.tags+xml"/>
  <Override PartName="/ppt/tags/tag787.xml" ContentType="application/vnd.openxmlformats-officedocument.presentationml.tags+xml"/>
  <Override PartName="/ppt/tags/tag788.xml" ContentType="application/vnd.openxmlformats-officedocument.presentationml.tags+xml"/>
  <Override PartName="/ppt/tags/tag789.xml" ContentType="application/vnd.openxmlformats-officedocument.presentationml.tags+xml"/>
  <Override PartName="/ppt/tags/tag790.xml" ContentType="application/vnd.openxmlformats-officedocument.presentationml.tags+xml"/>
  <Override PartName="/ppt/tags/tag791.xml" ContentType="application/vnd.openxmlformats-officedocument.presentationml.tags+xml"/>
  <Override PartName="/ppt/tags/tag792.xml" ContentType="application/vnd.openxmlformats-officedocument.presentationml.tags+xml"/>
  <Override PartName="/ppt/tags/tag793.xml" ContentType="application/vnd.openxmlformats-officedocument.presentationml.tags+xml"/>
  <Override PartName="/ppt/tags/tag794.xml" ContentType="application/vnd.openxmlformats-officedocument.presentationml.tags+xml"/>
  <Override PartName="/ppt/tags/tag795.xml" ContentType="application/vnd.openxmlformats-officedocument.presentationml.tags+xml"/>
  <Override PartName="/ppt/tags/tag796.xml" ContentType="application/vnd.openxmlformats-officedocument.presentationml.tags+xml"/>
  <Override PartName="/ppt/comments/modernComment_173_69EAB024.xml" ContentType="application/vnd.ms-powerpoint.comments+xml"/>
  <Override PartName="/ppt/tags/tag797.xml" ContentType="application/vnd.openxmlformats-officedocument.presentationml.tags+xml"/>
  <Override PartName="/ppt/tags/tag798.xml" ContentType="application/vnd.openxmlformats-officedocument.presentationml.tags+xml"/>
  <Override PartName="/ppt/tags/tag799.xml" ContentType="application/vnd.openxmlformats-officedocument.presentationml.tags+xml"/>
  <Override PartName="/ppt/tags/tag800.xml" ContentType="application/vnd.openxmlformats-officedocument.presentationml.tags+xml"/>
  <Override PartName="/ppt/tags/tag801.xml" ContentType="application/vnd.openxmlformats-officedocument.presentationml.tags+xml"/>
  <Override PartName="/ppt/notesSlides/notesSlide36.xml" ContentType="application/vnd.openxmlformats-officedocument.presentationml.notesSlide+xml"/>
  <Override PartName="/ppt/comments/modernComment_174_F4226E38.xml" ContentType="application/vnd.ms-powerpoint.comments+xml"/>
  <Override PartName="/ppt/tags/tag802.xml" ContentType="application/vnd.openxmlformats-officedocument.presentationml.tags+xml"/>
  <Override PartName="/ppt/tags/tag803.xml" ContentType="application/vnd.openxmlformats-officedocument.presentationml.tags+xml"/>
  <Override PartName="/ppt/tags/tag804.xml" ContentType="application/vnd.openxmlformats-officedocument.presentationml.tags+xml"/>
  <Override PartName="/ppt/tags/tag805.xml" ContentType="application/vnd.openxmlformats-officedocument.presentationml.tags+xml"/>
  <Override PartName="/ppt/tags/tag806.xml" ContentType="application/vnd.openxmlformats-officedocument.presentationml.tags+xml"/>
  <Override PartName="/ppt/tags/tag807.xml" ContentType="application/vnd.openxmlformats-officedocument.presentationml.tags+xml"/>
  <Override PartName="/ppt/notesSlides/notesSlide37.xml" ContentType="application/vnd.openxmlformats-officedocument.presentationml.notesSlide+xml"/>
  <Override PartName="/ppt/comments/modernComment_175_FEBC0BF5.xml" ContentType="application/vnd.ms-powerpoint.comments+xml"/>
  <Override PartName="/ppt/tags/tag808.xml" ContentType="application/vnd.openxmlformats-officedocument.presentationml.tags+xml"/>
  <Override PartName="/ppt/tags/tag809.xml" ContentType="application/vnd.openxmlformats-officedocument.presentationml.tags+xml"/>
  <Override PartName="/ppt/tags/tag810.xml" ContentType="application/vnd.openxmlformats-officedocument.presentationml.tags+xml"/>
  <Override PartName="/ppt/tags/tag811.xml" ContentType="application/vnd.openxmlformats-officedocument.presentationml.tags+xml"/>
  <Override PartName="/ppt/tags/tag812.xml" ContentType="application/vnd.openxmlformats-officedocument.presentationml.tags+xml"/>
  <Override PartName="/ppt/tags/tag813.xml" ContentType="application/vnd.openxmlformats-officedocument.presentationml.tags+xml"/>
  <Override PartName="/ppt/notesSlides/notesSlide38.xml" ContentType="application/vnd.openxmlformats-officedocument.presentationml.notesSlide+xml"/>
  <Override PartName="/ppt/comments/modernComment_176_E300012F.xml" ContentType="application/vnd.ms-powerpoint.comments+xml"/>
  <Override PartName="/ppt/tags/tag814.xml" ContentType="application/vnd.openxmlformats-officedocument.presentationml.tags+xml"/>
  <Override PartName="/ppt/tags/tag815.xml" ContentType="application/vnd.openxmlformats-officedocument.presentationml.tags+xml"/>
  <Override PartName="/ppt/tags/tag816.xml" ContentType="application/vnd.openxmlformats-officedocument.presentationml.tags+xml"/>
  <Override PartName="/ppt/tags/tag817.xml" ContentType="application/vnd.openxmlformats-officedocument.presentationml.tags+xml"/>
  <Override PartName="/ppt/tags/tag818.xml" ContentType="application/vnd.openxmlformats-officedocument.presentationml.tags+xml"/>
  <Override PartName="/ppt/tags/tag819.xml" ContentType="application/vnd.openxmlformats-officedocument.presentationml.tags+xml"/>
  <Override PartName="/ppt/tags/tag820.xml" ContentType="application/vnd.openxmlformats-officedocument.presentationml.tags+xml"/>
  <Override PartName="/ppt/notesSlides/notesSlide39.xml" ContentType="application/vnd.openxmlformats-officedocument.presentationml.notesSlide+xml"/>
  <Override PartName="/ppt/comments/modernComment_177_58ACA085.xml" ContentType="application/vnd.ms-powerpoint.comments+xml"/>
  <Override PartName="/ppt/tags/tag821.xml" ContentType="application/vnd.openxmlformats-officedocument.presentationml.tags+xml"/>
  <Override PartName="/ppt/tags/tag822.xml" ContentType="application/vnd.openxmlformats-officedocument.presentationml.tags+xml"/>
  <Override PartName="/ppt/tags/tag823.xml" ContentType="application/vnd.openxmlformats-officedocument.presentationml.tags+xml"/>
  <Override PartName="/ppt/tags/tag824.xml" ContentType="application/vnd.openxmlformats-officedocument.presentationml.tags+xml"/>
  <Override PartName="/ppt/tags/tag825.xml" ContentType="application/vnd.openxmlformats-officedocument.presentationml.tags+xml"/>
  <Override PartName="/ppt/tags/tag826.xml" ContentType="application/vnd.openxmlformats-officedocument.presentationml.tags+xml"/>
  <Override PartName="/ppt/tags/tag827.xml" ContentType="application/vnd.openxmlformats-officedocument.presentationml.tags+xml"/>
  <Override PartName="/ppt/notesSlides/notesSlide40.xml" ContentType="application/vnd.openxmlformats-officedocument.presentationml.notesSlide+xml"/>
  <Override PartName="/ppt/comments/modernComment_178_FD356F99.xml" ContentType="application/vnd.ms-powerpoint.comments+xml"/>
  <Override PartName="/ppt/tags/tag828.xml" ContentType="application/vnd.openxmlformats-officedocument.presentationml.tags+xml"/>
  <Override PartName="/ppt/tags/tag829.xml" ContentType="application/vnd.openxmlformats-officedocument.presentationml.tags+xml"/>
  <Override PartName="/ppt/tags/tag830.xml" ContentType="application/vnd.openxmlformats-officedocument.presentationml.tags+xml"/>
  <Override PartName="/ppt/tags/tag831.xml" ContentType="application/vnd.openxmlformats-officedocument.presentationml.tags+xml"/>
  <Override PartName="/ppt/tags/tag832.xml" ContentType="application/vnd.openxmlformats-officedocument.presentationml.tags+xml"/>
  <Override PartName="/ppt/tags/tag833.xml" ContentType="application/vnd.openxmlformats-officedocument.presentationml.tags+xml"/>
  <Override PartName="/ppt/tags/tag834.xml" ContentType="application/vnd.openxmlformats-officedocument.presentationml.tags+xml"/>
  <Override PartName="/ppt/tags/tag835.xml" ContentType="application/vnd.openxmlformats-officedocument.presentationml.tags+xml"/>
  <Override PartName="/ppt/notesSlides/notesSlide41.xml" ContentType="application/vnd.openxmlformats-officedocument.presentationml.notesSlide+xml"/>
  <Override PartName="/ppt/comments/modernComment_179_8B0EFB41.xml" ContentType="application/vnd.ms-powerpoint.comments+xml"/>
  <Override PartName="/ppt/tags/tag836.xml" ContentType="application/vnd.openxmlformats-officedocument.presentationml.tags+xml"/>
  <Override PartName="/ppt/tags/tag837.xml" ContentType="application/vnd.openxmlformats-officedocument.presentationml.tags+xml"/>
  <Override PartName="/ppt/tags/tag838.xml" ContentType="application/vnd.openxmlformats-officedocument.presentationml.tags+xml"/>
  <Override PartName="/ppt/tags/tag839.xml" ContentType="application/vnd.openxmlformats-officedocument.presentationml.tags+xml"/>
  <Override PartName="/ppt/tags/tag840.xml" ContentType="application/vnd.openxmlformats-officedocument.presentationml.tags+xml"/>
  <Override PartName="/ppt/tags/tag841.xml" ContentType="application/vnd.openxmlformats-officedocument.presentationml.tags+xml"/>
  <Override PartName="/ppt/tags/tag842.xml" ContentType="application/vnd.openxmlformats-officedocument.presentationml.tags+xml"/>
  <Override PartName="/ppt/tags/tag843.xml" ContentType="application/vnd.openxmlformats-officedocument.presentationml.tags+xml"/>
  <Override PartName="/ppt/tags/tag844.xml" ContentType="application/vnd.openxmlformats-officedocument.presentationml.tags+xml"/>
  <Override PartName="/ppt/notesSlides/notesSlide42.xml" ContentType="application/vnd.openxmlformats-officedocument.presentationml.notesSlide+xml"/>
  <Override PartName="/ppt/comments/modernComment_17A_59CC288.xml" ContentType="application/vnd.ms-powerpoint.comments+xml"/>
  <Override PartName="/ppt/tags/tag845.xml" ContentType="application/vnd.openxmlformats-officedocument.presentationml.tags+xml"/>
  <Override PartName="/ppt/tags/tag846.xml" ContentType="application/vnd.openxmlformats-officedocument.presentationml.tags+xml"/>
  <Override PartName="/ppt/tags/tag847.xml" ContentType="application/vnd.openxmlformats-officedocument.presentationml.tags+xml"/>
  <Override PartName="/ppt/tags/tag848.xml" ContentType="application/vnd.openxmlformats-officedocument.presentationml.tags+xml"/>
  <Override PartName="/ppt/tags/tag849.xml" ContentType="application/vnd.openxmlformats-officedocument.presentationml.tags+xml"/>
  <Override PartName="/ppt/tags/tag850.xml" ContentType="application/vnd.openxmlformats-officedocument.presentationml.tags+xml"/>
  <Override PartName="/ppt/tags/tag851.xml" ContentType="application/vnd.openxmlformats-officedocument.presentationml.tags+xml"/>
  <Override PartName="/ppt/tags/tag852.xml" ContentType="application/vnd.openxmlformats-officedocument.presentationml.tags+xml"/>
  <Override PartName="/ppt/tags/tag853.xml" ContentType="application/vnd.openxmlformats-officedocument.presentationml.tags+xml"/>
  <Override PartName="/ppt/notesSlides/notesSlide43.xml" ContentType="application/vnd.openxmlformats-officedocument.presentationml.notesSlide+xml"/>
  <Override PartName="/ppt/comments/modernComment_17B_6DBAB06B.xml" ContentType="application/vnd.ms-powerpoint.comments+xml"/>
  <Override PartName="/ppt/tags/tag854.xml" ContentType="application/vnd.openxmlformats-officedocument.presentationml.tags+xml"/>
  <Override PartName="/ppt/tags/tag855.xml" ContentType="application/vnd.openxmlformats-officedocument.presentationml.tags+xml"/>
  <Override PartName="/ppt/tags/tag856.xml" ContentType="application/vnd.openxmlformats-officedocument.presentationml.tags+xml"/>
  <Override PartName="/ppt/tags/tag857.xml" ContentType="application/vnd.openxmlformats-officedocument.presentationml.tags+xml"/>
  <Override PartName="/ppt/tags/tag858.xml" ContentType="application/vnd.openxmlformats-officedocument.presentationml.tags+xml"/>
  <Override PartName="/ppt/tags/tag859.xml" ContentType="application/vnd.openxmlformats-officedocument.presentationml.tags+xml"/>
  <Override PartName="/ppt/tags/tag860.xml" ContentType="application/vnd.openxmlformats-officedocument.presentationml.tags+xml"/>
  <Override PartName="/ppt/tags/tag861.xml" ContentType="application/vnd.openxmlformats-officedocument.presentationml.tags+xml"/>
  <Override PartName="/ppt/tags/tag862.xml" ContentType="application/vnd.openxmlformats-officedocument.presentationml.tags+xml"/>
  <Override PartName="/ppt/tags/tag863.xml" ContentType="application/vnd.openxmlformats-officedocument.presentationml.tags+xml"/>
  <Override PartName="/ppt/notesSlides/notesSlide44.xml" ContentType="application/vnd.openxmlformats-officedocument.presentationml.notesSlide+xml"/>
  <Override PartName="/ppt/comments/modernComment_17C_CB6FACCF.xml" ContentType="application/vnd.ms-powerpoint.comments+xml"/>
  <Override PartName="/ppt/tags/tag864.xml" ContentType="application/vnd.openxmlformats-officedocument.presentationml.tags+xml"/>
  <Override PartName="/ppt/tags/tag865.xml" ContentType="application/vnd.openxmlformats-officedocument.presentationml.tags+xml"/>
  <Override PartName="/ppt/tags/tag866.xml" ContentType="application/vnd.openxmlformats-officedocument.presentationml.tags+xml"/>
  <Override PartName="/ppt/tags/tag867.xml" ContentType="application/vnd.openxmlformats-officedocument.presentationml.tags+xml"/>
  <Override PartName="/ppt/tags/tag868.xml" ContentType="application/vnd.openxmlformats-officedocument.presentationml.tags+xml"/>
  <Override PartName="/ppt/tags/tag869.xml" ContentType="application/vnd.openxmlformats-officedocument.presentationml.tags+xml"/>
  <Override PartName="/ppt/tags/tag870.xml" ContentType="application/vnd.openxmlformats-officedocument.presentationml.tags+xml"/>
  <Override PartName="/ppt/tags/tag871.xml" ContentType="application/vnd.openxmlformats-officedocument.presentationml.tags+xml"/>
  <Override PartName="/ppt/tags/tag872.xml" ContentType="application/vnd.openxmlformats-officedocument.presentationml.tags+xml"/>
  <Override PartName="/ppt/tags/tag873.xml" ContentType="application/vnd.openxmlformats-officedocument.presentationml.tags+xml"/>
  <Override PartName="/ppt/notesSlides/notesSlide45.xml" ContentType="application/vnd.openxmlformats-officedocument.presentationml.notesSlide+xml"/>
  <Override PartName="/ppt/comments/modernComment_17D_97D7E8AB.xml" ContentType="application/vnd.ms-powerpoint.comments+xml"/>
  <Override PartName="/ppt/tags/tag874.xml" ContentType="application/vnd.openxmlformats-officedocument.presentationml.tags+xml"/>
  <Override PartName="/ppt/tags/tag875.xml" ContentType="application/vnd.openxmlformats-officedocument.presentationml.tags+xml"/>
  <Override PartName="/ppt/tags/tag876.xml" ContentType="application/vnd.openxmlformats-officedocument.presentationml.tags+xml"/>
  <Override PartName="/ppt/tags/tag877.xml" ContentType="application/vnd.openxmlformats-officedocument.presentationml.tags+xml"/>
  <Override PartName="/ppt/tags/tag878.xml" ContentType="application/vnd.openxmlformats-officedocument.presentationml.tags+xml"/>
  <Override PartName="/ppt/tags/tag879.xml" ContentType="application/vnd.openxmlformats-officedocument.presentationml.tags+xml"/>
  <Override PartName="/ppt/tags/tag880.xml" ContentType="application/vnd.openxmlformats-officedocument.presentationml.tags+xml"/>
  <Override PartName="/ppt/tags/tag881.xml" ContentType="application/vnd.openxmlformats-officedocument.presentationml.tags+xml"/>
  <Override PartName="/ppt/tags/tag882.xml" ContentType="application/vnd.openxmlformats-officedocument.presentationml.tags+xml"/>
  <Override PartName="/ppt/tags/tag883.xml" ContentType="application/vnd.openxmlformats-officedocument.presentationml.tags+xml"/>
  <Override PartName="/ppt/tags/tag884.xml" ContentType="application/vnd.openxmlformats-officedocument.presentationml.tags+xml"/>
  <Override PartName="/ppt/notesSlides/notesSlide46.xml" ContentType="application/vnd.openxmlformats-officedocument.presentationml.notesSlide+xml"/>
  <Override PartName="/ppt/comments/modernComment_17E_1CB9163F.xml" ContentType="application/vnd.ms-powerpoint.comments+xml"/>
  <Override PartName="/ppt/tags/tag885.xml" ContentType="application/vnd.openxmlformats-officedocument.presentationml.tags+xml"/>
  <Override PartName="/ppt/tags/tag886.xml" ContentType="application/vnd.openxmlformats-officedocument.presentationml.tags+xml"/>
  <Override PartName="/ppt/tags/tag887.xml" ContentType="application/vnd.openxmlformats-officedocument.presentationml.tags+xml"/>
  <Override PartName="/ppt/tags/tag888.xml" ContentType="application/vnd.openxmlformats-officedocument.presentationml.tags+xml"/>
  <Override PartName="/ppt/tags/tag889.xml" ContentType="application/vnd.openxmlformats-officedocument.presentationml.tags+xml"/>
  <Override PartName="/ppt/tags/tag890.xml" ContentType="application/vnd.openxmlformats-officedocument.presentationml.tags+xml"/>
  <Override PartName="/ppt/tags/tag891.xml" ContentType="application/vnd.openxmlformats-officedocument.presentationml.tags+xml"/>
  <Override PartName="/ppt/tags/tag892.xml" ContentType="application/vnd.openxmlformats-officedocument.presentationml.tags+xml"/>
  <Override PartName="/ppt/tags/tag893.xml" ContentType="application/vnd.openxmlformats-officedocument.presentationml.tags+xml"/>
  <Override PartName="/ppt/tags/tag894.xml" ContentType="application/vnd.openxmlformats-officedocument.presentationml.tags+xml"/>
  <Override PartName="/ppt/tags/tag895.xml" ContentType="application/vnd.openxmlformats-officedocument.presentationml.tags+xml"/>
  <Override PartName="/ppt/tags/tag896.xml" ContentType="application/vnd.openxmlformats-officedocument.presentationml.tags+xml"/>
  <Override PartName="/ppt/notesSlides/notesSlide47.xml" ContentType="application/vnd.openxmlformats-officedocument.presentationml.notesSlide+xml"/>
  <Override PartName="/ppt/comments/modernComment_17F_1F8C15BF.xml" ContentType="application/vnd.ms-powerpoint.comments+xml"/>
  <Override PartName="/ppt/tags/tag897.xml" ContentType="application/vnd.openxmlformats-officedocument.presentationml.tags+xml"/>
  <Override PartName="/ppt/tags/tag898.xml" ContentType="application/vnd.openxmlformats-officedocument.presentationml.tags+xml"/>
  <Override PartName="/ppt/tags/tag899.xml" ContentType="application/vnd.openxmlformats-officedocument.presentationml.tags+xml"/>
  <Override PartName="/ppt/tags/tag900.xml" ContentType="application/vnd.openxmlformats-officedocument.presentationml.tags+xml"/>
  <Override PartName="/ppt/tags/tag901.xml" ContentType="application/vnd.openxmlformats-officedocument.presentationml.tags+xml"/>
  <Override PartName="/ppt/tags/tag902.xml" ContentType="application/vnd.openxmlformats-officedocument.presentationml.tags+xml"/>
  <Override PartName="/ppt/tags/tag903.xml" ContentType="application/vnd.openxmlformats-officedocument.presentationml.tags+xml"/>
  <Override PartName="/ppt/tags/tag904.xml" ContentType="application/vnd.openxmlformats-officedocument.presentationml.tags+xml"/>
  <Override PartName="/ppt/tags/tag905.xml" ContentType="application/vnd.openxmlformats-officedocument.presentationml.tags+xml"/>
  <Override PartName="/ppt/tags/tag906.xml" ContentType="application/vnd.openxmlformats-officedocument.presentationml.tags+xml"/>
  <Override PartName="/ppt/tags/tag907.xml" ContentType="application/vnd.openxmlformats-officedocument.presentationml.tags+xml"/>
  <Override PartName="/ppt/tags/tag908.xml" ContentType="application/vnd.openxmlformats-officedocument.presentationml.tags+xml"/>
  <Override PartName="/ppt/notesSlides/notesSlide48.xml" ContentType="application/vnd.openxmlformats-officedocument.presentationml.notesSlide+xml"/>
  <Override PartName="/ppt/comments/modernComment_180_C8AF8C6E.xml" ContentType="application/vnd.ms-powerpoint.comments+xml"/>
  <Override PartName="/ppt/tags/tag909.xml" ContentType="application/vnd.openxmlformats-officedocument.presentationml.tags+xml"/>
  <Override PartName="/ppt/tags/tag910.xml" ContentType="application/vnd.openxmlformats-officedocument.presentationml.tags+xml"/>
  <Override PartName="/ppt/tags/tag911.xml" ContentType="application/vnd.openxmlformats-officedocument.presentationml.tags+xml"/>
  <Override PartName="/ppt/tags/tag912.xml" ContentType="application/vnd.openxmlformats-officedocument.presentationml.tags+xml"/>
  <Override PartName="/ppt/tags/tag913.xml" ContentType="application/vnd.openxmlformats-officedocument.presentationml.tags+xml"/>
  <Override PartName="/ppt/tags/tag914.xml" ContentType="application/vnd.openxmlformats-officedocument.presentationml.tags+xml"/>
  <Override PartName="/ppt/tags/tag915.xml" ContentType="application/vnd.openxmlformats-officedocument.presentationml.tags+xml"/>
  <Override PartName="/ppt/tags/tag916.xml" ContentType="application/vnd.openxmlformats-officedocument.presentationml.tags+xml"/>
  <Override PartName="/ppt/tags/tag917.xml" ContentType="application/vnd.openxmlformats-officedocument.presentationml.tags+xml"/>
  <Override PartName="/ppt/tags/tag918.xml" ContentType="application/vnd.openxmlformats-officedocument.presentationml.tags+xml"/>
  <Override PartName="/ppt/tags/tag919.xml" ContentType="application/vnd.openxmlformats-officedocument.presentationml.tags+xml"/>
  <Override PartName="/ppt/tags/tag920.xml" ContentType="application/vnd.openxmlformats-officedocument.presentationml.tags+xml"/>
  <Override PartName="/ppt/tags/tag921.xml" ContentType="application/vnd.openxmlformats-officedocument.presentationml.tags+xml"/>
  <Override PartName="/ppt/notesSlides/notesSlide49.xml" ContentType="application/vnd.openxmlformats-officedocument.presentationml.notesSlide+xml"/>
  <Override PartName="/ppt/comments/modernComment_181_4C8585AB.xml" ContentType="application/vnd.ms-powerpoint.comments+xml"/>
  <Override PartName="/ppt/tags/tag922.xml" ContentType="application/vnd.openxmlformats-officedocument.presentationml.tags+xml"/>
  <Override PartName="/ppt/tags/tag923.xml" ContentType="application/vnd.openxmlformats-officedocument.presentationml.tags+xml"/>
  <Override PartName="/ppt/tags/tag924.xml" ContentType="application/vnd.openxmlformats-officedocument.presentationml.tags+xml"/>
  <Override PartName="/ppt/tags/tag925.xml" ContentType="application/vnd.openxmlformats-officedocument.presentationml.tags+xml"/>
  <Override PartName="/ppt/tags/tag926.xml" ContentType="application/vnd.openxmlformats-officedocument.presentationml.tags+xml"/>
  <Override PartName="/ppt/tags/tag927.xml" ContentType="application/vnd.openxmlformats-officedocument.presentationml.tags+xml"/>
  <Override PartName="/ppt/tags/tag928.xml" ContentType="application/vnd.openxmlformats-officedocument.presentationml.tags+xml"/>
  <Override PartName="/ppt/tags/tag929.xml" ContentType="application/vnd.openxmlformats-officedocument.presentationml.tags+xml"/>
  <Override PartName="/ppt/tags/tag930.xml" ContentType="application/vnd.openxmlformats-officedocument.presentationml.tags+xml"/>
  <Override PartName="/ppt/tags/tag931.xml" ContentType="application/vnd.openxmlformats-officedocument.presentationml.tags+xml"/>
  <Override PartName="/ppt/tags/tag932.xml" ContentType="application/vnd.openxmlformats-officedocument.presentationml.tags+xml"/>
  <Override PartName="/ppt/tags/tag933.xml" ContentType="application/vnd.openxmlformats-officedocument.presentationml.tags+xml"/>
  <Override PartName="/ppt/tags/tag934.xml" ContentType="application/vnd.openxmlformats-officedocument.presentationml.tags+xml"/>
  <Override PartName="/ppt/notesSlides/notesSlide50.xml" ContentType="application/vnd.openxmlformats-officedocument.presentationml.notesSlide+xml"/>
  <Override PartName="/ppt/comments/modernComment_182_BFA9673.xml" ContentType="application/vnd.ms-powerpoint.comments+xml"/>
  <Override PartName="/ppt/tags/tag935.xml" ContentType="application/vnd.openxmlformats-officedocument.presentationml.tags+xml"/>
  <Override PartName="/ppt/tags/tag936.xml" ContentType="application/vnd.openxmlformats-officedocument.presentationml.tags+xml"/>
  <Override PartName="/ppt/tags/tag937.xml" ContentType="application/vnd.openxmlformats-officedocument.presentationml.tags+xml"/>
  <Override PartName="/ppt/tags/tag938.xml" ContentType="application/vnd.openxmlformats-officedocument.presentationml.tags+xml"/>
  <Override PartName="/ppt/tags/tag939.xml" ContentType="application/vnd.openxmlformats-officedocument.presentationml.tags+xml"/>
  <Override PartName="/ppt/tags/tag940.xml" ContentType="application/vnd.openxmlformats-officedocument.presentationml.tags+xml"/>
  <Override PartName="/ppt/tags/tag941.xml" ContentType="application/vnd.openxmlformats-officedocument.presentationml.tags+xml"/>
  <Override PartName="/ppt/tags/tag942.xml" ContentType="application/vnd.openxmlformats-officedocument.presentationml.tags+xml"/>
  <Override PartName="/ppt/tags/tag943.xml" ContentType="application/vnd.openxmlformats-officedocument.presentationml.tags+xml"/>
  <Override PartName="/ppt/tags/tag944.xml" ContentType="application/vnd.openxmlformats-officedocument.presentationml.tags+xml"/>
  <Override PartName="/ppt/tags/tag945.xml" ContentType="application/vnd.openxmlformats-officedocument.presentationml.tags+xml"/>
  <Override PartName="/ppt/tags/tag946.xml" ContentType="application/vnd.openxmlformats-officedocument.presentationml.tags+xml"/>
  <Override PartName="/ppt/tags/tag947.xml" ContentType="application/vnd.openxmlformats-officedocument.presentationml.tags+xml"/>
  <Override PartName="/ppt/tags/tag948.xml" ContentType="application/vnd.openxmlformats-officedocument.presentationml.tags+xml"/>
  <Override PartName="/ppt/notesSlides/notesSlide51.xml" ContentType="application/vnd.openxmlformats-officedocument.presentationml.notesSlide+xml"/>
  <Override PartName="/ppt/comments/modernComment_183_BF4D2E44.xml" ContentType="application/vnd.ms-powerpoint.comments+xml"/>
  <Override PartName="/ppt/tags/tag949.xml" ContentType="application/vnd.openxmlformats-officedocument.presentationml.tags+xml"/>
  <Override PartName="/ppt/tags/tag950.xml" ContentType="application/vnd.openxmlformats-officedocument.presentationml.tags+xml"/>
  <Override PartName="/ppt/tags/tag951.xml" ContentType="application/vnd.openxmlformats-officedocument.presentationml.tags+xml"/>
  <Override PartName="/ppt/tags/tag952.xml" ContentType="application/vnd.openxmlformats-officedocument.presentationml.tags+xml"/>
  <Override PartName="/ppt/tags/tag953.xml" ContentType="application/vnd.openxmlformats-officedocument.presentationml.tags+xml"/>
  <Override PartName="/ppt/tags/tag954.xml" ContentType="application/vnd.openxmlformats-officedocument.presentationml.tags+xml"/>
  <Override PartName="/ppt/tags/tag955.xml" ContentType="application/vnd.openxmlformats-officedocument.presentationml.tags+xml"/>
  <Override PartName="/ppt/tags/tag956.xml" ContentType="application/vnd.openxmlformats-officedocument.presentationml.tags+xml"/>
  <Override PartName="/ppt/tags/tag957.xml" ContentType="application/vnd.openxmlformats-officedocument.presentationml.tags+xml"/>
  <Override PartName="/ppt/tags/tag958.xml" ContentType="application/vnd.openxmlformats-officedocument.presentationml.tags+xml"/>
  <Override PartName="/ppt/tags/tag959.xml" ContentType="application/vnd.openxmlformats-officedocument.presentationml.tags+xml"/>
  <Override PartName="/ppt/tags/tag960.xml" ContentType="application/vnd.openxmlformats-officedocument.presentationml.tags+xml"/>
  <Override PartName="/ppt/tags/tag961.xml" ContentType="application/vnd.openxmlformats-officedocument.presentationml.tags+xml"/>
  <Override PartName="/ppt/tags/tag962.xml" ContentType="application/vnd.openxmlformats-officedocument.presentationml.tags+xml"/>
  <Override PartName="/ppt/tags/tag963.xml" ContentType="application/vnd.openxmlformats-officedocument.presentationml.tags+xml"/>
  <Override PartName="/ppt/notesSlides/notesSlide52.xml" ContentType="application/vnd.openxmlformats-officedocument.presentationml.notesSlide+xml"/>
  <Override PartName="/ppt/comments/modernComment_184_BA2F0805.xml" ContentType="application/vnd.ms-powerpoint.comments+xml"/>
  <Override PartName="/ppt/tags/tag964.xml" ContentType="application/vnd.openxmlformats-officedocument.presentationml.tags+xml"/>
  <Override PartName="/ppt/tags/tag965.xml" ContentType="application/vnd.openxmlformats-officedocument.presentationml.tags+xml"/>
  <Override PartName="/ppt/tags/tag966.xml" ContentType="application/vnd.openxmlformats-officedocument.presentationml.tags+xml"/>
  <Override PartName="/ppt/tags/tag967.xml" ContentType="application/vnd.openxmlformats-officedocument.presentationml.tags+xml"/>
  <Override PartName="/ppt/tags/tag968.xml" ContentType="application/vnd.openxmlformats-officedocument.presentationml.tags+xml"/>
  <Override PartName="/ppt/tags/tag969.xml" ContentType="application/vnd.openxmlformats-officedocument.presentationml.tags+xml"/>
  <Override PartName="/ppt/tags/tag970.xml" ContentType="application/vnd.openxmlformats-officedocument.presentationml.tags+xml"/>
  <Override PartName="/ppt/tags/tag971.xml" ContentType="application/vnd.openxmlformats-officedocument.presentationml.tags+xml"/>
  <Override PartName="/ppt/tags/tag972.xml" ContentType="application/vnd.openxmlformats-officedocument.presentationml.tags+xml"/>
  <Override PartName="/ppt/tags/tag973.xml" ContentType="application/vnd.openxmlformats-officedocument.presentationml.tags+xml"/>
  <Override PartName="/ppt/tags/tag974.xml" ContentType="application/vnd.openxmlformats-officedocument.presentationml.tags+xml"/>
  <Override PartName="/ppt/tags/tag975.xml" ContentType="application/vnd.openxmlformats-officedocument.presentationml.tags+xml"/>
  <Override PartName="/ppt/tags/tag976.xml" ContentType="application/vnd.openxmlformats-officedocument.presentationml.tags+xml"/>
  <Override PartName="/ppt/tags/tag977.xml" ContentType="application/vnd.openxmlformats-officedocument.presentationml.tags+xml"/>
  <Override PartName="/ppt/tags/tag978.xml" ContentType="application/vnd.openxmlformats-officedocument.presentationml.tags+xml"/>
  <Override PartName="/ppt/notesSlides/notesSlide53.xml" ContentType="application/vnd.openxmlformats-officedocument.presentationml.notesSlide+xml"/>
  <Override PartName="/ppt/comments/modernComment_185_D41A2488.xml" ContentType="application/vnd.ms-powerpoint.comments+xml"/>
  <Override PartName="/ppt/tags/tag979.xml" ContentType="application/vnd.openxmlformats-officedocument.presentationml.tags+xml"/>
  <Override PartName="/ppt/tags/tag980.xml" ContentType="application/vnd.openxmlformats-officedocument.presentationml.tags+xml"/>
  <Override PartName="/ppt/tags/tag981.xml" ContentType="application/vnd.openxmlformats-officedocument.presentationml.tags+xml"/>
  <Override PartName="/ppt/tags/tag982.xml" ContentType="application/vnd.openxmlformats-officedocument.presentationml.tags+xml"/>
  <Override PartName="/ppt/tags/tag983.xml" ContentType="application/vnd.openxmlformats-officedocument.presentationml.tags+xml"/>
  <Override PartName="/ppt/tags/tag984.xml" ContentType="application/vnd.openxmlformats-officedocument.presentationml.tags+xml"/>
  <Override PartName="/ppt/tags/tag985.xml" ContentType="application/vnd.openxmlformats-officedocument.presentationml.tags+xml"/>
  <Override PartName="/ppt/tags/tag986.xml" ContentType="application/vnd.openxmlformats-officedocument.presentationml.tags+xml"/>
  <Override PartName="/ppt/tags/tag987.xml" ContentType="application/vnd.openxmlformats-officedocument.presentationml.tags+xml"/>
  <Override PartName="/ppt/tags/tag988.xml" ContentType="application/vnd.openxmlformats-officedocument.presentationml.tags+xml"/>
  <Override PartName="/ppt/tags/tag989.xml" ContentType="application/vnd.openxmlformats-officedocument.presentationml.tags+xml"/>
  <Override PartName="/ppt/tags/tag990.xml" ContentType="application/vnd.openxmlformats-officedocument.presentationml.tags+xml"/>
  <Override PartName="/ppt/tags/tag991.xml" ContentType="application/vnd.openxmlformats-officedocument.presentationml.tags+xml"/>
  <Override PartName="/ppt/tags/tag992.xml" ContentType="application/vnd.openxmlformats-officedocument.presentationml.tags+xml"/>
  <Override PartName="/ppt/tags/tag993.xml" ContentType="application/vnd.openxmlformats-officedocument.presentationml.tags+xml"/>
  <Override PartName="/ppt/tags/tag994.xml" ContentType="application/vnd.openxmlformats-officedocument.presentationml.tags+xml"/>
  <Override PartName="/ppt/notesSlides/notesSlide54.xml" ContentType="application/vnd.openxmlformats-officedocument.presentationml.notesSlide+xml"/>
  <Override PartName="/ppt/comments/modernComment_186_92123C9.xml" ContentType="application/vnd.ms-powerpoint.comments+xml"/>
  <Override PartName="/ppt/tags/tag995.xml" ContentType="application/vnd.openxmlformats-officedocument.presentationml.tags+xml"/>
  <Override PartName="/ppt/tags/tag996.xml" ContentType="application/vnd.openxmlformats-officedocument.presentationml.tags+xml"/>
  <Override PartName="/ppt/tags/tag997.xml" ContentType="application/vnd.openxmlformats-officedocument.presentationml.tags+xml"/>
  <Override PartName="/ppt/tags/tag998.xml" ContentType="application/vnd.openxmlformats-officedocument.presentationml.tags+xml"/>
  <Override PartName="/ppt/tags/tag999.xml" ContentType="application/vnd.openxmlformats-officedocument.presentationml.tags+xml"/>
  <Override PartName="/ppt/tags/tag1000.xml" ContentType="application/vnd.openxmlformats-officedocument.presentationml.tags+xml"/>
  <Override PartName="/ppt/tags/tag1001.xml" ContentType="application/vnd.openxmlformats-officedocument.presentationml.tags+xml"/>
  <Override PartName="/ppt/tags/tag1002.xml" ContentType="application/vnd.openxmlformats-officedocument.presentationml.tags+xml"/>
  <Override PartName="/ppt/tags/tag1003.xml" ContentType="application/vnd.openxmlformats-officedocument.presentationml.tags+xml"/>
  <Override PartName="/ppt/tags/tag1004.xml" ContentType="application/vnd.openxmlformats-officedocument.presentationml.tags+xml"/>
  <Override PartName="/ppt/tags/tag1005.xml" ContentType="application/vnd.openxmlformats-officedocument.presentationml.tags+xml"/>
  <Override PartName="/ppt/tags/tag1006.xml" ContentType="application/vnd.openxmlformats-officedocument.presentationml.tags+xml"/>
  <Override PartName="/ppt/tags/tag1007.xml" ContentType="application/vnd.openxmlformats-officedocument.presentationml.tags+xml"/>
  <Override PartName="/ppt/tags/tag1008.xml" ContentType="application/vnd.openxmlformats-officedocument.presentationml.tags+xml"/>
  <Override PartName="/ppt/tags/tag1009.xml" ContentType="application/vnd.openxmlformats-officedocument.presentationml.tags+xml"/>
  <Override PartName="/ppt/tags/tag1010.xml" ContentType="application/vnd.openxmlformats-officedocument.presentationml.tags+xml"/>
  <Override PartName="/ppt/notesSlides/notesSlide55.xml" ContentType="application/vnd.openxmlformats-officedocument.presentationml.notesSlide+xml"/>
  <Override PartName="/ppt/comments/modernComment_187_A723D7B5.xml" ContentType="application/vnd.ms-powerpoint.comments+xml"/>
  <Override PartName="/ppt/tags/tag1011.xml" ContentType="application/vnd.openxmlformats-officedocument.presentationml.tags+xml"/>
  <Override PartName="/ppt/tags/tag1012.xml" ContentType="application/vnd.openxmlformats-officedocument.presentationml.tags+xml"/>
  <Override PartName="/ppt/tags/tag1013.xml" ContentType="application/vnd.openxmlformats-officedocument.presentationml.tags+xml"/>
  <Override PartName="/ppt/tags/tag1014.xml" ContentType="application/vnd.openxmlformats-officedocument.presentationml.tags+xml"/>
  <Override PartName="/ppt/tags/tag1015.xml" ContentType="application/vnd.openxmlformats-officedocument.presentationml.tags+xml"/>
  <Override PartName="/ppt/tags/tag1016.xml" ContentType="application/vnd.openxmlformats-officedocument.presentationml.tags+xml"/>
  <Override PartName="/ppt/tags/tag1017.xml" ContentType="application/vnd.openxmlformats-officedocument.presentationml.tags+xml"/>
  <Override PartName="/ppt/tags/tag1018.xml" ContentType="application/vnd.openxmlformats-officedocument.presentationml.tags+xml"/>
  <Override PartName="/ppt/tags/tag1019.xml" ContentType="application/vnd.openxmlformats-officedocument.presentationml.tags+xml"/>
  <Override PartName="/ppt/tags/tag1020.xml" ContentType="application/vnd.openxmlformats-officedocument.presentationml.tags+xml"/>
  <Override PartName="/ppt/tags/tag1021.xml" ContentType="application/vnd.openxmlformats-officedocument.presentationml.tags+xml"/>
  <Override PartName="/ppt/tags/tag1022.xml" ContentType="application/vnd.openxmlformats-officedocument.presentationml.tags+xml"/>
  <Override PartName="/ppt/tags/tag1023.xml" ContentType="application/vnd.openxmlformats-officedocument.presentationml.tags+xml"/>
  <Override PartName="/ppt/tags/tag1024.xml" ContentType="application/vnd.openxmlformats-officedocument.presentationml.tags+xml"/>
  <Override PartName="/ppt/tags/tag1025.xml" ContentType="application/vnd.openxmlformats-officedocument.presentationml.tags+xml"/>
  <Override PartName="/ppt/tags/tag1026.xml" ContentType="application/vnd.openxmlformats-officedocument.presentationml.tags+xml"/>
  <Override PartName="/ppt/tags/tag1027.xml" ContentType="application/vnd.openxmlformats-officedocument.presentationml.tags+xml"/>
  <Override PartName="/ppt/notesSlides/notesSlide56.xml" ContentType="application/vnd.openxmlformats-officedocument.presentationml.notesSlide+xml"/>
  <Override PartName="/ppt/comments/modernComment_188_EEEF9FF2.xml" ContentType="application/vnd.ms-powerpoint.comments+xml"/>
  <Override PartName="/ppt/tags/tag1028.xml" ContentType="application/vnd.openxmlformats-officedocument.presentationml.tags+xml"/>
  <Override PartName="/ppt/tags/tag1029.xml" ContentType="application/vnd.openxmlformats-officedocument.presentationml.tags+xml"/>
  <Override PartName="/ppt/tags/tag1030.xml" ContentType="application/vnd.openxmlformats-officedocument.presentationml.tags+xml"/>
  <Override PartName="/ppt/tags/tag1031.xml" ContentType="application/vnd.openxmlformats-officedocument.presentationml.tags+xml"/>
  <Override PartName="/ppt/tags/tag1032.xml" ContentType="application/vnd.openxmlformats-officedocument.presentationml.tags+xml"/>
  <Override PartName="/ppt/tags/tag1033.xml" ContentType="application/vnd.openxmlformats-officedocument.presentationml.tags+xml"/>
  <Override PartName="/ppt/tags/tag1034.xml" ContentType="application/vnd.openxmlformats-officedocument.presentationml.tags+xml"/>
  <Override PartName="/ppt/tags/tag1035.xml" ContentType="application/vnd.openxmlformats-officedocument.presentationml.tags+xml"/>
  <Override PartName="/ppt/tags/tag1036.xml" ContentType="application/vnd.openxmlformats-officedocument.presentationml.tags+xml"/>
  <Override PartName="/ppt/tags/tag1037.xml" ContentType="application/vnd.openxmlformats-officedocument.presentationml.tags+xml"/>
  <Override PartName="/ppt/tags/tag1038.xml" ContentType="application/vnd.openxmlformats-officedocument.presentationml.tags+xml"/>
  <Override PartName="/ppt/tags/tag1039.xml" ContentType="application/vnd.openxmlformats-officedocument.presentationml.tags+xml"/>
  <Override PartName="/ppt/tags/tag1040.xml" ContentType="application/vnd.openxmlformats-officedocument.presentationml.tags+xml"/>
  <Override PartName="/ppt/tags/tag1041.xml" ContentType="application/vnd.openxmlformats-officedocument.presentationml.tags+xml"/>
  <Override PartName="/ppt/tags/tag1042.xml" ContentType="application/vnd.openxmlformats-officedocument.presentationml.tags+xml"/>
  <Override PartName="/ppt/tags/tag1043.xml" ContentType="application/vnd.openxmlformats-officedocument.presentationml.tags+xml"/>
  <Override PartName="/ppt/tags/tag1044.xml" ContentType="application/vnd.openxmlformats-officedocument.presentationml.tags+xml"/>
  <Override PartName="/ppt/tags/tag1045.xml" ContentType="application/vnd.openxmlformats-officedocument.presentationml.tags+xml"/>
  <Override PartName="/ppt/notesSlides/notesSlide57.xml" ContentType="application/vnd.openxmlformats-officedocument.presentationml.notesSlide+xml"/>
  <Override PartName="/ppt/comments/modernComment_189_EAA42E9C.xml" ContentType="application/vnd.ms-powerpoint.comments+xml"/>
  <Override PartName="/ppt/tags/tag1046.xml" ContentType="application/vnd.openxmlformats-officedocument.presentationml.tags+xml"/>
  <Override PartName="/ppt/tags/tag1047.xml" ContentType="application/vnd.openxmlformats-officedocument.presentationml.tags+xml"/>
  <Override PartName="/ppt/tags/tag1048.xml" ContentType="application/vnd.openxmlformats-officedocument.presentationml.tags+xml"/>
  <Override PartName="/ppt/tags/tag1049.xml" ContentType="application/vnd.openxmlformats-officedocument.presentationml.tags+xml"/>
  <Override PartName="/ppt/tags/tag1050.xml" ContentType="application/vnd.openxmlformats-officedocument.presentationml.tags+xml"/>
  <Override PartName="/ppt/tags/tag1051.xml" ContentType="application/vnd.openxmlformats-officedocument.presentationml.tags+xml"/>
  <Override PartName="/ppt/tags/tag1052.xml" ContentType="application/vnd.openxmlformats-officedocument.presentationml.tags+xml"/>
  <Override PartName="/ppt/tags/tag1053.xml" ContentType="application/vnd.openxmlformats-officedocument.presentationml.tags+xml"/>
  <Override PartName="/ppt/comments/modernComment_18A_FFCE57FC.xml" ContentType="application/vnd.ms-powerpoint.comments+xml"/>
  <Override PartName="/ppt/tags/tag1054.xml" ContentType="application/vnd.openxmlformats-officedocument.presentationml.tags+xml"/>
  <Override PartName="/ppt/tags/tag1055.xml" ContentType="application/vnd.openxmlformats-officedocument.presentationml.tags+xml"/>
  <Override PartName="/ppt/tags/tag1056.xml" ContentType="application/vnd.openxmlformats-officedocument.presentationml.tags+xml"/>
  <Override PartName="/ppt/tags/tag1057.xml" ContentType="application/vnd.openxmlformats-officedocument.presentationml.tags+xml"/>
  <Override PartName="/ppt/tags/tag1058.xml" ContentType="application/vnd.openxmlformats-officedocument.presentationml.tags+xml"/>
  <Override PartName="/ppt/tags/tag1059.xml" ContentType="application/vnd.openxmlformats-officedocument.presentationml.tags+xml"/>
  <Override PartName="/ppt/tags/tag1060.xml" ContentType="application/vnd.openxmlformats-officedocument.presentationml.tags+xml"/>
  <Override PartName="/ppt/tags/tag1061.xml" ContentType="application/vnd.openxmlformats-officedocument.presentationml.tags+xml"/>
  <Override PartName="/ppt/comments/modernComment_18B_52C0E11B.xml" ContentType="application/vnd.ms-powerpoint.comments+xml"/>
  <Override PartName="/ppt/tags/tag1062.xml" ContentType="application/vnd.openxmlformats-officedocument.presentationml.tags+xml"/>
  <Override PartName="/ppt/tags/tag1063.xml" ContentType="application/vnd.openxmlformats-officedocument.presentationml.tags+xml"/>
  <Override PartName="/ppt/tags/tag1064.xml" ContentType="application/vnd.openxmlformats-officedocument.presentationml.tags+xml"/>
  <Override PartName="/ppt/tags/tag1065.xml" ContentType="application/vnd.openxmlformats-officedocument.presentationml.tags+xml"/>
  <Override PartName="/ppt/tags/tag1066.xml" ContentType="application/vnd.openxmlformats-officedocument.presentationml.tags+xml"/>
  <Override PartName="/ppt/tags/tag1067.xml" ContentType="application/vnd.openxmlformats-officedocument.presentationml.tags+xml"/>
  <Override PartName="/ppt/tags/tag1068.xml" ContentType="application/vnd.openxmlformats-officedocument.presentationml.tags+xml"/>
  <Override PartName="/ppt/tags/tag1069.xml" ContentType="application/vnd.openxmlformats-officedocument.presentationml.tags+xml"/>
  <Override PartName="/ppt/comments/modernComment_18C_3AE0D617.xml" ContentType="application/vnd.ms-powerpoint.comments+xml"/>
  <Override PartName="/ppt/tags/tag1070.xml" ContentType="application/vnd.openxmlformats-officedocument.presentationml.tags+xml"/>
  <Override PartName="/ppt/tags/tag1071.xml" ContentType="application/vnd.openxmlformats-officedocument.presentationml.tags+xml"/>
  <Override PartName="/ppt/tags/tag1072.xml" ContentType="application/vnd.openxmlformats-officedocument.presentationml.tags+xml"/>
  <Override PartName="/ppt/tags/tag1073.xml" ContentType="application/vnd.openxmlformats-officedocument.presentationml.tags+xml"/>
  <Override PartName="/ppt/tags/tag1074.xml" ContentType="application/vnd.openxmlformats-officedocument.presentationml.tags+xml"/>
  <Override PartName="/ppt/tags/tag1075.xml" ContentType="application/vnd.openxmlformats-officedocument.presentationml.tags+xml"/>
  <Override PartName="/ppt/tags/tag1076.xml" ContentType="application/vnd.openxmlformats-officedocument.presentationml.tags+xml"/>
  <Override PartName="/ppt/comments/modernComment_18D_47C12B52.xml" ContentType="application/vnd.ms-powerpoint.comments+xml"/>
  <Override PartName="/ppt/tags/tag1077.xml" ContentType="application/vnd.openxmlformats-officedocument.presentationml.tags+xml"/>
  <Override PartName="/ppt/tags/tag1078.xml" ContentType="application/vnd.openxmlformats-officedocument.presentationml.tags+xml"/>
  <Override PartName="/ppt/tags/tag1079.xml" ContentType="application/vnd.openxmlformats-officedocument.presentationml.tags+xml"/>
  <Override PartName="/ppt/tags/tag1080.xml" ContentType="application/vnd.openxmlformats-officedocument.presentationml.tags+xml"/>
  <Override PartName="/ppt/tags/tag1081.xml" ContentType="application/vnd.openxmlformats-officedocument.presentationml.tags+xml"/>
  <Override PartName="/ppt/tags/tag1082.xml" ContentType="application/vnd.openxmlformats-officedocument.presentationml.tags+xml"/>
  <Override PartName="/ppt/tags/tag1083.xml" ContentType="application/vnd.openxmlformats-officedocument.presentationml.tags+xml"/>
  <Override PartName="/ppt/comments/modernComment_18E_134F8E20.xml" ContentType="application/vnd.ms-powerpoint.comments+xml"/>
  <Override PartName="/ppt/tags/tag1084.xml" ContentType="application/vnd.openxmlformats-officedocument.presentationml.tags+xml"/>
  <Override PartName="/ppt/tags/tag1085.xml" ContentType="application/vnd.openxmlformats-officedocument.presentationml.tags+xml"/>
  <Override PartName="/ppt/tags/tag1086.xml" ContentType="application/vnd.openxmlformats-officedocument.presentationml.tags+xml"/>
  <Override PartName="/ppt/tags/tag1087.xml" ContentType="application/vnd.openxmlformats-officedocument.presentationml.tags+xml"/>
  <Override PartName="/ppt/tags/tag1088.xml" ContentType="application/vnd.openxmlformats-officedocument.presentationml.tags+xml"/>
  <Override PartName="/ppt/tags/tag1089.xml" ContentType="application/vnd.openxmlformats-officedocument.presentationml.tags+xml"/>
  <Override PartName="/ppt/tags/tag1090.xml" ContentType="application/vnd.openxmlformats-officedocument.presentationml.tags+xml"/>
  <Override PartName="/ppt/comments/modernComment_18F_BFA246BE.xml" ContentType="application/vnd.ms-powerpoint.comments+xml"/>
  <Override PartName="/ppt/tags/tag1091.xml" ContentType="application/vnd.openxmlformats-officedocument.presentationml.tags+xml"/>
  <Override PartName="/ppt/tags/tag1092.xml" ContentType="application/vnd.openxmlformats-officedocument.presentationml.tags+xml"/>
  <Override PartName="/ppt/tags/tag1093.xml" ContentType="application/vnd.openxmlformats-officedocument.presentationml.tags+xml"/>
  <Override PartName="/ppt/tags/tag1094.xml" ContentType="application/vnd.openxmlformats-officedocument.presentationml.tags+xml"/>
  <Override PartName="/ppt/tags/tag1095.xml" ContentType="application/vnd.openxmlformats-officedocument.presentationml.tags+xml"/>
  <Override PartName="/ppt/tags/tag1096.xml" ContentType="application/vnd.openxmlformats-officedocument.presentationml.tags+xml"/>
  <Override PartName="/ppt/comments/modernComment_190_4200DDA.xml" ContentType="application/vnd.ms-powerpoint.comments+xml"/>
  <Override PartName="/ppt/tags/tag1097.xml" ContentType="application/vnd.openxmlformats-officedocument.presentationml.tags+xml"/>
  <Override PartName="/ppt/comments/modernComment_107_C8A4B3FF.xml" ContentType="application/vnd.ms-powerpoint.comments+xml"/>
  <Override PartName="/ppt/tags/tag1098.xml" ContentType="application/vnd.openxmlformats-officedocument.presentationml.tags+xml"/>
  <Override PartName="/ppt/tags/tag1099.xml" ContentType="application/vnd.openxmlformats-officedocument.presentationml.tags+xml"/>
  <Override PartName="/ppt/tags/tag1100.xml" ContentType="application/vnd.openxmlformats-officedocument.presentationml.tags+xml"/>
  <Override PartName="/ppt/tags/tag1101.xml" ContentType="application/vnd.openxmlformats-officedocument.presentationml.tags+xml"/>
  <Override PartName="/ppt/tags/tag1102.xml" ContentType="application/vnd.openxmlformats-officedocument.presentationml.tags+xml"/>
  <Override PartName="/ppt/tags/tag1103.xml" ContentType="application/vnd.openxmlformats-officedocument.presentationml.tags+xml"/>
  <Override PartName="/ppt/tags/tag1104.xml" ContentType="application/vnd.openxmlformats-officedocument.presentationml.tags+xml"/>
  <Override PartName="/ppt/tags/tag1105.xml" ContentType="application/vnd.openxmlformats-officedocument.presentationml.tags+xml"/>
  <Override PartName="/ppt/tags/tag1106.xml" ContentType="application/vnd.openxmlformats-officedocument.presentationml.tags+xml"/>
  <Override PartName="/ppt/tags/tag1107.xml" ContentType="application/vnd.openxmlformats-officedocument.presentationml.tags+xml"/>
  <Override PartName="/ppt/tags/tag1108.xml" ContentType="application/vnd.openxmlformats-officedocument.presentationml.tags+xml"/>
  <Override PartName="/ppt/tags/tag1109.xml" ContentType="application/vnd.openxmlformats-officedocument.presentationml.tags+xml"/>
  <Override PartName="/ppt/tags/tag1110.xml" ContentType="application/vnd.openxmlformats-officedocument.presentationml.tags+xml"/>
  <Override PartName="/ppt/tags/tag1111.xml" ContentType="application/vnd.openxmlformats-officedocument.presentationml.tags+xml"/>
  <Override PartName="/ppt/tags/tag1112.xml" ContentType="application/vnd.openxmlformats-officedocument.presentationml.tags+xml"/>
  <Override PartName="/ppt/tags/tag1113.xml" ContentType="application/vnd.openxmlformats-officedocument.presentationml.tags+xml"/>
  <Override PartName="/ppt/tags/tag1114.xml" ContentType="application/vnd.openxmlformats-officedocument.presentationml.tags+xml"/>
  <Override PartName="/ppt/tags/tag1115.xml" ContentType="application/vnd.openxmlformats-officedocument.presentationml.tags+xml"/>
  <Override PartName="/ppt/tags/tag1116.xml" ContentType="application/vnd.openxmlformats-officedocument.presentationml.tags+xml"/>
  <Override PartName="/ppt/tags/tag1117.xml" ContentType="application/vnd.openxmlformats-officedocument.presentationml.tags+xml"/>
  <Override PartName="/ppt/tags/tag1118.xml" ContentType="application/vnd.openxmlformats-officedocument.presentationml.tags+xml"/>
  <Override PartName="/ppt/tags/tag1119.xml" ContentType="application/vnd.openxmlformats-officedocument.presentationml.tags+xml"/>
  <Override PartName="/ppt/tags/tag1120.xml" ContentType="application/vnd.openxmlformats-officedocument.presentationml.tags+xml"/>
  <Override PartName="/ppt/tags/tag1121.xml" ContentType="application/vnd.openxmlformats-officedocument.presentationml.tags+xml"/>
  <Override PartName="/ppt/tags/tag1122.xml" ContentType="application/vnd.openxmlformats-officedocument.presentationml.tags+xml"/>
  <Override PartName="/ppt/tags/tag1123.xml" ContentType="application/vnd.openxmlformats-officedocument.presentationml.tags+xml"/>
  <Override PartName="/ppt/tags/tag1124.xml" ContentType="application/vnd.openxmlformats-officedocument.presentationml.tags+xml"/>
  <Override PartName="/ppt/tags/tag1125.xml" ContentType="application/vnd.openxmlformats-officedocument.presentationml.tags+xml"/>
  <Override PartName="/ppt/tags/tag1126.xml" ContentType="application/vnd.openxmlformats-officedocument.presentationml.tags+xml"/>
  <Override PartName="/ppt/tags/tag1127.xml" ContentType="application/vnd.openxmlformats-officedocument.presentationml.tags+xml"/>
  <Override PartName="/ppt/tags/tag1128.xml" ContentType="application/vnd.openxmlformats-officedocument.presentationml.tags+xml"/>
  <Override PartName="/ppt/tags/tag1129.xml" ContentType="application/vnd.openxmlformats-officedocument.presentationml.tags+xml"/>
  <Override PartName="/ppt/tags/tag1130.xml" ContentType="application/vnd.openxmlformats-officedocument.presentationml.tags+xml"/>
  <Override PartName="/ppt/tags/tag1131.xml" ContentType="application/vnd.openxmlformats-officedocument.presentationml.tags+xml"/>
  <Override PartName="/ppt/tags/tag1132.xml" ContentType="application/vnd.openxmlformats-officedocument.presentationml.tags+xml"/>
  <Override PartName="/ppt/tags/tag1133.xml" ContentType="application/vnd.openxmlformats-officedocument.presentationml.tags+xml"/>
  <Override PartName="/ppt/tags/tag1134.xml" ContentType="application/vnd.openxmlformats-officedocument.presentationml.tags+xml"/>
  <Override PartName="/ppt/tags/tag1135.xml" ContentType="application/vnd.openxmlformats-officedocument.presentationml.tags+xml"/>
  <Override PartName="/ppt/tags/tag1136.xml" ContentType="application/vnd.openxmlformats-officedocument.presentationml.tags+xml"/>
  <Override PartName="/ppt/notesSlides/notesSlide58.xml" ContentType="application/vnd.openxmlformats-officedocument.presentationml.notesSlide+xml"/>
  <Override PartName="/ppt/comments/modernComment_191_BB91CA1.xml" ContentType="application/vnd.ms-powerpoint.comments+xml"/>
  <Override PartName="/ppt/tags/tag1137.xml" ContentType="application/vnd.openxmlformats-officedocument.presentationml.tags+xml"/>
  <Override PartName="/ppt/tags/tag1138.xml" ContentType="application/vnd.openxmlformats-officedocument.presentationml.tags+xml"/>
  <Override PartName="/ppt/tags/tag1139.xml" ContentType="application/vnd.openxmlformats-officedocument.presentationml.tags+xml"/>
  <Override PartName="/ppt/tags/tag1140.xml" ContentType="application/vnd.openxmlformats-officedocument.presentationml.tags+xml"/>
  <Override PartName="/ppt/tags/tag1141.xml" ContentType="application/vnd.openxmlformats-officedocument.presentationml.tags+xml"/>
  <Override PartName="/ppt/tags/tag1142.xml" ContentType="application/vnd.openxmlformats-officedocument.presentationml.tags+xml"/>
  <Override PartName="/ppt/tags/tag1143.xml" ContentType="application/vnd.openxmlformats-officedocument.presentationml.tags+xml"/>
  <Override PartName="/ppt/tags/tag1144.xml" ContentType="application/vnd.openxmlformats-officedocument.presentationml.tags+xml"/>
  <Override PartName="/ppt/tags/tag1145.xml" ContentType="application/vnd.openxmlformats-officedocument.presentationml.tags+xml"/>
  <Override PartName="/ppt/tags/tag1146.xml" ContentType="application/vnd.openxmlformats-officedocument.presentationml.tags+xml"/>
  <Override PartName="/ppt/tags/tag1147.xml" ContentType="application/vnd.openxmlformats-officedocument.presentationml.tags+xml"/>
  <Override PartName="/ppt/tags/tag1148.xml" ContentType="application/vnd.openxmlformats-officedocument.presentationml.tags+xml"/>
  <Override PartName="/ppt/tags/tag1149.xml" ContentType="application/vnd.openxmlformats-officedocument.presentationml.tags+xml"/>
  <Override PartName="/ppt/tags/tag1150.xml" ContentType="application/vnd.openxmlformats-officedocument.presentationml.tags+xml"/>
  <Override PartName="/ppt/tags/tag1151.xml" ContentType="application/vnd.openxmlformats-officedocument.presentationml.tags+xml"/>
  <Override PartName="/ppt/tags/tag1152.xml" ContentType="application/vnd.openxmlformats-officedocument.presentationml.tags+xml"/>
  <Override PartName="/ppt/tags/tag1153.xml" ContentType="application/vnd.openxmlformats-officedocument.presentationml.tags+xml"/>
  <Override PartName="/ppt/tags/tag1154.xml" ContentType="application/vnd.openxmlformats-officedocument.presentationml.tags+xml"/>
  <Override PartName="/ppt/tags/tag1155.xml" ContentType="application/vnd.openxmlformats-officedocument.presentationml.tags+xml"/>
  <Override PartName="/ppt/tags/tag1156.xml" ContentType="application/vnd.openxmlformats-officedocument.presentationml.tags+xml"/>
  <Override PartName="/ppt/tags/tag1157.xml" ContentType="application/vnd.openxmlformats-officedocument.presentationml.tags+xml"/>
  <Override PartName="/ppt/tags/tag1158.xml" ContentType="application/vnd.openxmlformats-officedocument.presentationml.tags+xml"/>
  <Override PartName="/ppt/tags/tag1159.xml" ContentType="application/vnd.openxmlformats-officedocument.presentationml.tags+xml"/>
  <Override PartName="/ppt/tags/tag1160.xml" ContentType="application/vnd.openxmlformats-officedocument.presentationml.tags+xml"/>
  <Override PartName="/ppt/tags/tag1161.xml" ContentType="application/vnd.openxmlformats-officedocument.presentationml.tags+xml"/>
  <Override PartName="/ppt/tags/tag1162.xml" ContentType="application/vnd.openxmlformats-officedocument.presentationml.tags+xml"/>
  <Override PartName="/ppt/tags/tag1163.xml" ContentType="application/vnd.openxmlformats-officedocument.presentationml.tags+xml"/>
  <Override PartName="/ppt/tags/tag1164.xml" ContentType="application/vnd.openxmlformats-officedocument.presentationml.tags+xml"/>
  <Override PartName="/ppt/tags/tag1165.xml" ContentType="application/vnd.openxmlformats-officedocument.presentationml.tags+xml"/>
  <Override PartName="/ppt/tags/tag1166.xml" ContentType="application/vnd.openxmlformats-officedocument.presentationml.tags+xml"/>
  <Override PartName="/ppt/tags/tag1167.xml" ContentType="application/vnd.openxmlformats-officedocument.presentationml.tags+xml"/>
  <Override PartName="/ppt/tags/tag1168.xml" ContentType="application/vnd.openxmlformats-officedocument.presentationml.tags+xml"/>
  <Override PartName="/ppt/tags/tag1169.xml" ContentType="application/vnd.openxmlformats-officedocument.presentationml.tags+xml"/>
  <Override PartName="/ppt/tags/tag1170.xml" ContentType="application/vnd.openxmlformats-officedocument.presentationml.tags+xml"/>
  <Override PartName="/ppt/tags/tag1171.xml" ContentType="application/vnd.openxmlformats-officedocument.presentationml.tags+xml"/>
  <Override PartName="/ppt/tags/tag1172.xml" ContentType="application/vnd.openxmlformats-officedocument.presentationml.tags+xml"/>
  <Override PartName="/ppt/tags/tag1173.xml" ContentType="application/vnd.openxmlformats-officedocument.presentationml.tags+xml"/>
  <Override PartName="/ppt/tags/tag1174.xml" ContentType="application/vnd.openxmlformats-officedocument.presentationml.tags+xml"/>
  <Override PartName="/ppt/tags/tag1175.xml" ContentType="application/vnd.openxmlformats-officedocument.presentationml.tags+xml"/>
  <Override PartName="/ppt/notesSlides/notesSlide59.xml" ContentType="application/vnd.openxmlformats-officedocument.presentationml.notesSlide+xml"/>
  <Override PartName="/ppt/comments/modernComment_192_60E7F33B.xml" ContentType="application/vnd.ms-powerpoint.comments+xml"/>
  <Override PartName="/ppt/tags/tag1176.xml" ContentType="application/vnd.openxmlformats-officedocument.presentationml.tags+xml"/>
  <Override PartName="/ppt/tags/tag1177.xml" ContentType="application/vnd.openxmlformats-officedocument.presentationml.tags+xml"/>
  <Override PartName="/ppt/tags/tag1178.xml" ContentType="application/vnd.openxmlformats-officedocument.presentationml.tags+xml"/>
  <Override PartName="/ppt/tags/tag1179.xml" ContentType="application/vnd.openxmlformats-officedocument.presentationml.tags+xml"/>
  <Override PartName="/ppt/tags/tag1180.xml" ContentType="application/vnd.openxmlformats-officedocument.presentationml.tags+xml"/>
  <Override PartName="/ppt/tags/tag1181.xml" ContentType="application/vnd.openxmlformats-officedocument.presentationml.tags+xml"/>
  <Override PartName="/ppt/tags/tag1182.xml" ContentType="application/vnd.openxmlformats-officedocument.presentationml.tags+xml"/>
  <Override PartName="/ppt/tags/tag1183.xml" ContentType="application/vnd.openxmlformats-officedocument.presentationml.tags+xml"/>
  <Override PartName="/ppt/tags/tag1184.xml" ContentType="application/vnd.openxmlformats-officedocument.presentationml.tags+xml"/>
  <Override PartName="/ppt/tags/tag1185.xml" ContentType="application/vnd.openxmlformats-officedocument.presentationml.tags+xml"/>
  <Override PartName="/ppt/tags/tag1186.xml" ContentType="application/vnd.openxmlformats-officedocument.presentationml.tags+xml"/>
  <Override PartName="/ppt/tags/tag1187.xml" ContentType="application/vnd.openxmlformats-officedocument.presentationml.tags+xml"/>
  <Override PartName="/ppt/tags/tag1188.xml" ContentType="application/vnd.openxmlformats-officedocument.presentationml.tags+xml"/>
  <Override PartName="/ppt/tags/tag1189.xml" ContentType="application/vnd.openxmlformats-officedocument.presentationml.tags+xml"/>
  <Override PartName="/ppt/tags/tag1190.xml" ContentType="application/vnd.openxmlformats-officedocument.presentationml.tags+xml"/>
  <Override PartName="/ppt/tags/tag1191.xml" ContentType="application/vnd.openxmlformats-officedocument.presentationml.tags+xml"/>
  <Override PartName="/ppt/tags/tag1192.xml" ContentType="application/vnd.openxmlformats-officedocument.presentationml.tags+xml"/>
  <Override PartName="/ppt/tags/tag1193.xml" ContentType="application/vnd.openxmlformats-officedocument.presentationml.tags+xml"/>
  <Override PartName="/ppt/tags/tag1194.xml" ContentType="application/vnd.openxmlformats-officedocument.presentationml.tags+xml"/>
  <Override PartName="/ppt/tags/tag1195.xml" ContentType="application/vnd.openxmlformats-officedocument.presentationml.tags+xml"/>
  <Override PartName="/ppt/tags/tag1196.xml" ContentType="application/vnd.openxmlformats-officedocument.presentationml.tags+xml"/>
  <Override PartName="/ppt/notesSlides/notesSlide60.xml" ContentType="application/vnd.openxmlformats-officedocument.presentationml.notesSlide+xml"/>
  <Override PartName="/ppt/comments/modernComment_193_6CB89B25.xml" ContentType="application/vnd.ms-powerpoint.comments+xml"/>
  <Override PartName="/ppt/tags/tag1197.xml" ContentType="application/vnd.openxmlformats-officedocument.presentationml.tags+xml"/>
  <Override PartName="/ppt/tags/tag1198.xml" ContentType="application/vnd.openxmlformats-officedocument.presentationml.tags+xml"/>
  <Override PartName="/ppt/tags/tag1199.xml" ContentType="application/vnd.openxmlformats-officedocument.presentationml.tags+xml"/>
  <Override PartName="/ppt/tags/tag1200.xml" ContentType="application/vnd.openxmlformats-officedocument.presentationml.tags+xml"/>
  <Override PartName="/ppt/tags/tag1201.xml" ContentType="application/vnd.openxmlformats-officedocument.presentationml.tags+xml"/>
  <Override PartName="/ppt/tags/tag1202.xml" ContentType="application/vnd.openxmlformats-officedocument.presentationml.tags+xml"/>
  <Override PartName="/ppt/tags/tag1203.xml" ContentType="application/vnd.openxmlformats-officedocument.presentationml.tags+xml"/>
  <Override PartName="/ppt/tags/tag1204.xml" ContentType="application/vnd.openxmlformats-officedocument.presentationml.tags+xml"/>
  <Override PartName="/ppt/tags/tag1205.xml" ContentType="application/vnd.openxmlformats-officedocument.presentationml.tags+xml"/>
  <Override PartName="/ppt/tags/tag1206.xml" ContentType="application/vnd.openxmlformats-officedocument.presentationml.tags+xml"/>
  <Override PartName="/ppt/tags/tag1207.xml" ContentType="application/vnd.openxmlformats-officedocument.presentationml.tags+xml"/>
  <Override PartName="/ppt/tags/tag1208.xml" ContentType="application/vnd.openxmlformats-officedocument.presentationml.tags+xml"/>
  <Override PartName="/ppt/tags/tag1209.xml" ContentType="application/vnd.openxmlformats-officedocument.presentationml.tags+xml"/>
  <Override PartName="/ppt/tags/tag1210.xml" ContentType="application/vnd.openxmlformats-officedocument.presentationml.tags+xml"/>
  <Override PartName="/ppt/tags/tag1211.xml" ContentType="application/vnd.openxmlformats-officedocument.presentationml.tags+xml"/>
  <Override PartName="/ppt/tags/tag1212.xml" ContentType="application/vnd.openxmlformats-officedocument.presentationml.tags+xml"/>
  <Override PartName="/ppt/tags/tag1213.xml" ContentType="application/vnd.openxmlformats-officedocument.presentationml.tags+xml"/>
  <Override PartName="/ppt/tags/tag1214.xml" ContentType="application/vnd.openxmlformats-officedocument.presentationml.tags+xml"/>
  <Override PartName="/ppt/tags/tag1215.xml" ContentType="application/vnd.openxmlformats-officedocument.presentationml.tags+xml"/>
  <Override PartName="/ppt/tags/tag1216.xml" ContentType="application/vnd.openxmlformats-officedocument.presentationml.tags+xml"/>
  <Override PartName="/ppt/tags/tag1217.xml" ContentType="application/vnd.openxmlformats-officedocument.presentationml.tags+xml"/>
  <Override PartName="/ppt/notesSlides/notesSlide61.xml" ContentType="application/vnd.openxmlformats-officedocument.presentationml.notesSlide+xml"/>
  <Override PartName="/ppt/comments/modernComment_194_636F4094.xml" ContentType="application/vnd.ms-powerpoint.comments+xml"/>
  <Override PartName="/ppt/tags/tag1218.xml" ContentType="application/vnd.openxmlformats-officedocument.presentationml.tags+xml"/>
  <Override PartName="/ppt/tags/tag1219.xml" ContentType="application/vnd.openxmlformats-officedocument.presentationml.tags+xml"/>
  <Override PartName="/ppt/tags/tag1220.xml" ContentType="application/vnd.openxmlformats-officedocument.presentationml.tags+xml"/>
  <Override PartName="/ppt/tags/tag1221.xml" ContentType="application/vnd.openxmlformats-officedocument.presentationml.tags+xml"/>
  <Override PartName="/ppt/tags/tag1222.xml" ContentType="application/vnd.openxmlformats-officedocument.presentationml.tags+xml"/>
  <Override PartName="/ppt/tags/tag1223.xml" ContentType="application/vnd.openxmlformats-officedocument.presentationml.tags+xml"/>
  <Override PartName="/ppt/tags/tag1224.xml" ContentType="application/vnd.openxmlformats-officedocument.presentationml.tags+xml"/>
  <Override PartName="/ppt/tags/tag1225.xml" ContentType="application/vnd.openxmlformats-officedocument.presentationml.tags+xml"/>
  <Override PartName="/ppt/tags/tag1226.xml" ContentType="application/vnd.openxmlformats-officedocument.presentationml.tags+xml"/>
  <Override PartName="/ppt/tags/tag1227.xml" ContentType="application/vnd.openxmlformats-officedocument.presentationml.tags+xml"/>
  <Override PartName="/ppt/tags/tag1228.xml" ContentType="application/vnd.openxmlformats-officedocument.presentationml.tags+xml"/>
  <Override PartName="/ppt/tags/tag1229.xml" ContentType="application/vnd.openxmlformats-officedocument.presentationml.tags+xml"/>
  <Override PartName="/ppt/tags/tag1230.xml" ContentType="application/vnd.openxmlformats-officedocument.presentationml.tags+xml"/>
  <Override PartName="/ppt/tags/tag1231.xml" ContentType="application/vnd.openxmlformats-officedocument.presentationml.tags+xml"/>
  <Override PartName="/ppt/tags/tag1232.xml" ContentType="application/vnd.openxmlformats-officedocument.presentationml.tags+xml"/>
  <Override PartName="/ppt/tags/tag1233.xml" ContentType="application/vnd.openxmlformats-officedocument.presentationml.tags+xml"/>
  <Override PartName="/ppt/tags/tag1234.xml" ContentType="application/vnd.openxmlformats-officedocument.presentationml.tags+xml"/>
  <Override PartName="/ppt/tags/tag1235.xml" ContentType="application/vnd.openxmlformats-officedocument.presentationml.tags+xml"/>
  <Override PartName="/ppt/tags/tag1236.xml" ContentType="application/vnd.openxmlformats-officedocument.presentationml.tags+xml"/>
  <Override PartName="/ppt/tags/tag1237.xml" ContentType="application/vnd.openxmlformats-officedocument.presentationml.tags+xml"/>
  <Override PartName="/ppt/tags/tag1238.xml" ContentType="application/vnd.openxmlformats-officedocument.presentationml.tags+xml"/>
  <Override PartName="/ppt/notesSlides/notesSlide62.xml" ContentType="application/vnd.openxmlformats-officedocument.presentationml.notesSlide+xml"/>
  <Override PartName="/ppt/comments/modernComment_195_3CC56E2B.xml" ContentType="application/vnd.ms-powerpoint.comments+xml"/>
  <Override PartName="/ppt/tags/tag1239.xml" ContentType="application/vnd.openxmlformats-officedocument.presentationml.tags+xml"/>
  <Override PartName="/ppt/tags/tag1240.xml" ContentType="application/vnd.openxmlformats-officedocument.presentationml.tags+xml"/>
  <Override PartName="/ppt/tags/tag1241.xml" ContentType="application/vnd.openxmlformats-officedocument.presentationml.tags+xml"/>
  <Override PartName="/ppt/tags/tag1242.xml" ContentType="application/vnd.openxmlformats-officedocument.presentationml.tags+xml"/>
  <Override PartName="/ppt/tags/tag1243.xml" ContentType="application/vnd.openxmlformats-officedocument.presentationml.tags+xml"/>
  <Override PartName="/ppt/tags/tag1244.xml" ContentType="application/vnd.openxmlformats-officedocument.presentationml.tags+xml"/>
  <Override PartName="/ppt/tags/tag1245.xml" ContentType="application/vnd.openxmlformats-officedocument.presentationml.tags+xml"/>
  <Override PartName="/ppt/tags/tag1246.xml" ContentType="application/vnd.openxmlformats-officedocument.presentationml.tags+xml"/>
  <Override PartName="/ppt/tags/tag1247.xml" ContentType="application/vnd.openxmlformats-officedocument.presentationml.tags+xml"/>
  <Override PartName="/ppt/tags/tag1248.xml" ContentType="application/vnd.openxmlformats-officedocument.presentationml.tags+xml"/>
  <Override PartName="/ppt/tags/tag1249.xml" ContentType="application/vnd.openxmlformats-officedocument.presentationml.tags+xml"/>
  <Override PartName="/ppt/tags/tag1250.xml" ContentType="application/vnd.openxmlformats-officedocument.presentationml.tags+xml"/>
  <Override PartName="/ppt/tags/tag1251.xml" ContentType="application/vnd.openxmlformats-officedocument.presentationml.tags+xml"/>
  <Override PartName="/ppt/tags/tag1252.xml" ContentType="application/vnd.openxmlformats-officedocument.presentationml.tags+xml"/>
  <Override PartName="/ppt/tags/tag1253.xml" ContentType="application/vnd.openxmlformats-officedocument.presentationml.tags+xml"/>
  <Override PartName="/ppt/tags/tag1254.xml" ContentType="application/vnd.openxmlformats-officedocument.presentationml.tags+xml"/>
  <Override PartName="/ppt/tags/tag1255.xml" ContentType="application/vnd.openxmlformats-officedocument.presentationml.tags+xml"/>
  <Override PartName="/ppt/tags/tag1256.xml" ContentType="application/vnd.openxmlformats-officedocument.presentationml.tags+xml"/>
  <Override PartName="/ppt/tags/tag1257.xml" ContentType="application/vnd.openxmlformats-officedocument.presentationml.tags+xml"/>
  <Override PartName="/ppt/tags/tag1258.xml" ContentType="application/vnd.openxmlformats-officedocument.presentationml.tags+xml"/>
  <Override PartName="/ppt/tags/tag1259.xml" ContentType="application/vnd.openxmlformats-officedocument.presentationml.tags+xml"/>
  <Override PartName="/ppt/notesSlides/notesSlide63.xml" ContentType="application/vnd.openxmlformats-officedocument.presentationml.notesSlide+xml"/>
  <Override PartName="/ppt/comments/modernComment_196_1B3F38E8.xml" ContentType="application/vnd.ms-powerpoint.comments+xml"/>
  <Override PartName="/ppt/tags/tag1260.xml" ContentType="application/vnd.openxmlformats-officedocument.presentationml.tags+xml"/>
  <Override PartName="/ppt/tags/tag1261.xml" ContentType="application/vnd.openxmlformats-officedocument.presentationml.tags+xml"/>
  <Override PartName="/ppt/tags/tag1262.xml" ContentType="application/vnd.openxmlformats-officedocument.presentationml.tags+xml"/>
  <Override PartName="/ppt/tags/tag1263.xml" ContentType="application/vnd.openxmlformats-officedocument.presentationml.tags+xml"/>
  <Override PartName="/ppt/tags/tag1264.xml" ContentType="application/vnd.openxmlformats-officedocument.presentationml.tags+xml"/>
  <Override PartName="/ppt/tags/tag1265.xml" ContentType="application/vnd.openxmlformats-officedocument.presentationml.tags+xml"/>
  <Override PartName="/ppt/tags/tag1266.xml" ContentType="application/vnd.openxmlformats-officedocument.presentationml.tags+xml"/>
  <Override PartName="/ppt/tags/tag1267.xml" ContentType="application/vnd.openxmlformats-officedocument.presentationml.tags+xml"/>
  <Override PartName="/ppt/tags/tag1268.xml" ContentType="application/vnd.openxmlformats-officedocument.presentationml.tags+xml"/>
  <Override PartName="/ppt/tags/tag1269.xml" ContentType="application/vnd.openxmlformats-officedocument.presentationml.tags+xml"/>
  <Override PartName="/ppt/tags/tag1270.xml" ContentType="application/vnd.openxmlformats-officedocument.presentationml.tags+xml"/>
  <Override PartName="/ppt/tags/tag1271.xml" ContentType="application/vnd.openxmlformats-officedocument.presentationml.tags+xml"/>
  <Override PartName="/ppt/tags/tag1272.xml" ContentType="application/vnd.openxmlformats-officedocument.presentationml.tags+xml"/>
  <Override PartName="/ppt/tags/tag1273.xml" ContentType="application/vnd.openxmlformats-officedocument.presentationml.tags+xml"/>
  <Override PartName="/ppt/tags/tag1274.xml" ContentType="application/vnd.openxmlformats-officedocument.presentationml.tags+xml"/>
  <Override PartName="/ppt/tags/tag1275.xml" ContentType="application/vnd.openxmlformats-officedocument.presentationml.tags+xml"/>
  <Override PartName="/ppt/tags/tag1276.xml" ContentType="application/vnd.openxmlformats-officedocument.presentationml.tags+xml"/>
  <Override PartName="/ppt/tags/tag1277.xml" ContentType="application/vnd.openxmlformats-officedocument.presentationml.tags+xml"/>
  <Override PartName="/ppt/tags/tag1278.xml" ContentType="application/vnd.openxmlformats-officedocument.presentationml.tags+xml"/>
  <Override PartName="/ppt/tags/tag1279.xml" ContentType="application/vnd.openxmlformats-officedocument.presentationml.tags+xml"/>
  <Override PartName="/ppt/tags/tag1280.xml" ContentType="application/vnd.openxmlformats-officedocument.presentationml.tags+xml"/>
  <Override PartName="/ppt/notesSlides/notesSlide64.xml" ContentType="application/vnd.openxmlformats-officedocument.presentationml.notesSlide+xml"/>
  <Override PartName="/ppt/comments/modernComment_197_87B204BE.xml" ContentType="application/vnd.ms-powerpoint.comments+xml"/>
  <Override PartName="/ppt/tags/tag1281.xml" ContentType="application/vnd.openxmlformats-officedocument.presentationml.tags+xml"/>
  <Override PartName="/ppt/tags/tag1282.xml" ContentType="application/vnd.openxmlformats-officedocument.presentationml.tags+xml"/>
  <Override PartName="/ppt/tags/tag1283.xml" ContentType="application/vnd.openxmlformats-officedocument.presentationml.tags+xml"/>
  <Override PartName="/ppt/tags/tag1284.xml" ContentType="application/vnd.openxmlformats-officedocument.presentationml.tags+xml"/>
  <Override PartName="/ppt/tags/tag1285.xml" ContentType="application/vnd.openxmlformats-officedocument.presentationml.tags+xml"/>
  <Override PartName="/ppt/tags/tag1286.xml" ContentType="application/vnd.openxmlformats-officedocument.presentationml.tags+xml"/>
  <Override PartName="/ppt/tags/tag1287.xml" ContentType="application/vnd.openxmlformats-officedocument.presentationml.tags+xml"/>
  <Override PartName="/ppt/tags/tag1288.xml" ContentType="application/vnd.openxmlformats-officedocument.presentationml.tags+xml"/>
  <Override PartName="/ppt/tags/tag1289.xml" ContentType="application/vnd.openxmlformats-officedocument.presentationml.tags+xml"/>
  <Override PartName="/ppt/tags/tag1290.xml" ContentType="application/vnd.openxmlformats-officedocument.presentationml.tags+xml"/>
  <Override PartName="/ppt/tags/tag1291.xml" ContentType="application/vnd.openxmlformats-officedocument.presentationml.tags+xml"/>
  <Override PartName="/ppt/tags/tag1292.xml" ContentType="application/vnd.openxmlformats-officedocument.presentationml.tags+xml"/>
  <Override PartName="/ppt/tags/tag1293.xml" ContentType="application/vnd.openxmlformats-officedocument.presentationml.tags+xml"/>
  <Override PartName="/ppt/tags/tag1294.xml" ContentType="application/vnd.openxmlformats-officedocument.presentationml.tags+xml"/>
  <Override PartName="/ppt/tags/tag1295.xml" ContentType="application/vnd.openxmlformats-officedocument.presentationml.tags+xml"/>
  <Override PartName="/ppt/tags/tag1296.xml" ContentType="application/vnd.openxmlformats-officedocument.presentationml.tags+xml"/>
  <Override PartName="/ppt/tags/tag1297.xml" ContentType="application/vnd.openxmlformats-officedocument.presentationml.tags+xml"/>
  <Override PartName="/ppt/tags/tag1298.xml" ContentType="application/vnd.openxmlformats-officedocument.presentationml.tags+xml"/>
  <Override PartName="/ppt/tags/tag1299.xml" ContentType="application/vnd.openxmlformats-officedocument.presentationml.tags+xml"/>
  <Override PartName="/ppt/tags/tag1300.xml" ContentType="application/vnd.openxmlformats-officedocument.presentationml.tags+xml"/>
  <Override PartName="/ppt/tags/tag1301.xml" ContentType="application/vnd.openxmlformats-officedocument.presentationml.tags+xml"/>
  <Override PartName="/ppt/tags/tag1302.xml" ContentType="application/vnd.openxmlformats-officedocument.presentationml.tags+xml"/>
  <Override PartName="/ppt/notesSlides/notesSlide65.xml" ContentType="application/vnd.openxmlformats-officedocument.presentationml.notesSlide+xml"/>
  <Override PartName="/ppt/comments/modernComment_198_7E70E89A.xml" ContentType="application/vnd.ms-powerpoint.comments+xml"/>
  <Override PartName="/ppt/tags/tag1303.xml" ContentType="application/vnd.openxmlformats-officedocument.presentationml.tags+xml"/>
  <Override PartName="/ppt/tags/tag1304.xml" ContentType="application/vnd.openxmlformats-officedocument.presentationml.tags+xml"/>
  <Override PartName="/ppt/tags/tag1305.xml" ContentType="application/vnd.openxmlformats-officedocument.presentationml.tags+xml"/>
  <Override PartName="/ppt/tags/tag1306.xml" ContentType="application/vnd.openxmlformats-officedocument.presentationml.tags+xml"/>
  <Override PartName="/ppt/tags/tag1307.xml" ContentType="application/vnd.openxmlformats-officedocument.presentationml.tags+xml"/>
  <Override PartName="/ppt/tags/tag1308.xml" ContentType="application/vnd.openxmlformats-officedocument.presentationml.tags+xml"/>
  <Override PartName="/ppt/tags/tag1309.xml" ContentType="application/vnd.openxmlformats-officedocument.presentationml.tags+xml"/>
  <Override PartName="/ppt/tags/tag1310.xml" ContentType="application/vnd.openxmlformats-officedocument.presentationml.tags+xml"/>
  <Override PartName="/ppt/tags/tag1311.xml" ContentType="application/vnd.openxmlformats-officedocument.presentationml.tags+xml"/>
  <Override PartName="/ppt/tags/tag1312.xml" ContentType="application/vnd.openxmlformats-officedocument.presentationml.tags+xml"/>
  <Override PartName="/ppt/tags/tag1313.xml" ContentType="application/vnd.openxmlformats-officedocument.presentationml.tags+xml"/>
  <Override PartName="/ppt/tags/tag1314.xml" ContentType="application/vnd.openxmlformats-officedocument.presentationml.tags+xml"/>
  <Override PartName="/ppt/tags/tag1315.xml" ContentType="application/vnd.openxmlformats-officedocument.presentationml.tags+xml"/>
  <Override PartName="/ppt/tags/tag1316.xml" ContentType="application/vnd.openxmlformats-officedocument.presentationml.tags+xml"/>
  <Override PartName="/ppt/tags/tag1317.xml" ContentType="application/vnd.openxmlformats-officedocument.presentationml.tags+xml"/>
  <Override PartName="/ppt/tags/tag1318.xml" ContentType="application/vnd.openxmlformats-officedocument.presentationml.tags+xml"/>
  <Override PartName="/ppt/tags/tag1319.xml" ContentType="application/vnd.openxmlformats-officedocument.presentationml.tags+xml"/>
  <Override PartName="/ppt/tags/tag1320.xml" ContentType="application/vnd.openxmlformats-officedocument.presentationml.tags+xml"/>
  <Override PartName="/ppt/tags/tag1321.xml" ContentType="application/vnd.openxmlformats-officedocument.presentationml.tags+xml"/>
  <Override PartName="/ppt/tags/tag1322.xml" ContentType="application/vnd.openxmlformats-officedocument.presentationml.tags+xml"/>
  <Override PartName="/ppt/tags/tag1323.xml" ContentType="application/vnd.openxmlformats-officedocument.presentationml.tags+xml"/>
  <Override PartName="/ppt/tags/tag1324.xml" ContentType="application/vnd.openxmlformats-officedocument.presentationml.tags+xml"/>
  <Override PartName="/ppt/tags/tag1325.xml" ContentType="application/vnd.openxmlformats-officedocument.presentationml.tags+xml"/>
  <Override PartName="/ppt/notesSlides/notesSlide66.xml" ContentType="application/vnd.openxmlformats-officedocument.presentationml.notesSlide+xml"/>
  <Override PartName="/ppt/comments/modernComment_199_7DE61954.xml" ContentType="application/vnd.ms-powerpoint.comments+xml"/>
  <Override PartName="/ppt/tags/tag1326.xml" ContentType="application/vnd.openxmlformats-officedocument.presentationml.tags+xml"/>
  <Override PartName="/ppt/tags/tag1327.xml" ContentType="application/vnd.openxmlformats-officedocument.presentationml.tags+xml"/>
  <Override PartName="/ppt/tags/tag1328.xml" ContentType="application/vnd.openxmlformats-officedocument.presentationml.tags+xml"/>
  <Override PartName="/ppt/tags/tag1329.xml" ContentType="application/vnd.openxmlformats-officedocument.presentationml.tags+xml"/>
  <Override PartName="/ppt/tags/tag1330.xml" ContentType="application/vnd.openxmlformats-officedocument.presentationml.tags+xml"/>
  <Override PartName="/ppt/tags/tag1331.xml" ContentType="application/vnd.openxmlformats-officedocument.presentationml.tags+xml"/>
  <Override PartName="/ppt/tags/tag1332.xml" ContentType="application/vnd.openxmlformats-officedocument.presentationml.tags+xml"/>
  <Override PartName="/ppt/tags/tag1333.xml" ContentType="application/vnd.openxmlformats-officedocument.presentationml.tags+xml"/>
  <Override PartName="/ppt/tags/tag1334.xml" ContentType="application/vnd.openxmlformats-officedocument.presentationml.tags+xml"/>
  <Override PartName="/ppt/tags/tag1335.xml" ContentType="application/vnd.openxmlformats-officedocument.presentationml.tags+xml"/>
  <Override PartName="/ppt/tags/tag1336.xml" ContentType="application/vnd.openxmlformats-officedocument.presentationml.tags+xml"/>
  <Override PartName="/ppt/tags/tag1337.xml" ContentType="application/vnd.openxmlformats-officedocument.presentationml.tags+xml"/>
  <Override PartName="/ppt/tags/tag1338.xml" ContentType="application/vnd.openxmlformats-officedocument.presentationml.tags+xml"/>
  <Override PartName="/ppt/tags/tag1339.xml" ContentType="application/vnd.openxmlformats-officedocument.presentationml.tags+xml"/>
  <Override PartName="/ppt/tags/tag1340.xml" ContentType="application/vnd.openxmlformats-officedocument.presentationml.tags+xml"/>
  <Override PartName="/ppt/tags/tag1341.xml" ContentType="application/vnd.openxmlformats-officedocument.presentationml.tags+xml"/>
  <Override PartName="/ppt/tags/tag1342.xml" ContentType="application/vnd.openxmlformats-officedocument.presentationml.tags+xml"/>
  <Override PartName="/ppt/tags/tag1343.xml" ContentType="application/vnd.openxmlformats-officedocument.presentationml.tags+xml"/>
  <Override PartName="/ppt/tags/tag1344.xml" ContentType="application/vnd.openxmlformats-officedocument.presentationml.tags+xml"/>
  <Override PartName="/ppt/tags/tag1345.xml" ContentType="application/vnd.openxmlformats-officedocument.presentationml.tags+xml"/>
  <Override PartName="/ppt/tags/tag1346.xml" ContentType="application/vnd.openxmlformats-officedocument.presentationml.tags+xml"/>
  <Override PartName="/ppt/tags/tag1347.xml" ContentType="application/vnd.openxmlformats-officedocument.presentationml.tags+xml"/>
  <Override PartName="/ppt/tags/tag1348.xml" ContentType="application/vnd.openxmlformats-officedocument.presentationml.tags+xml"/>
  <Override PartName="/ppt/tags/tag1349.xml" ContentType="application/vnd.openxmlformats-officedocument.presentationml.tags+xml"/>
  <Override PartName="/ppt/notesSlides/notesSlide67.xml" ContentType="application/vnd.openxmlformats-officedocument.presentationml.notesSlide+xml"/>
  <Override PartName="/ppt/comments/modernComment_19A_64281031.xml" ContentType="application/vnd.ms-powerpoint.comments+xml"/>
  <Override PartName="/ppt/tags/tag1350.xml" ContentType="application/vnd.openxmlformats-officedocument.presentationml.tags+xml"/>
  <Override PartName="/ppt/tags/tag1351.xml" ContentType="application/vnd.openxmlformats-officedocument.presentationml.tags+xml"/>
  <Override PartName="/ppt/tags/tag1352.xml" ContentType="application/vnd.openxmlformats-officedocument.presentationml.tags+xml"/>
  <Override PartName="/ppt/tags/tag1353.xml" ContentType="application/vnd.openxmlformats-officedocument.presentationml.tags+xml"/>
  <Override PartName="/ppt/tags/tag1354.xml" ContentType="application/vnd.openxmlformats-officedocument.presentationml.tags+xml"/>
  <Override PartName="/ppt/tags/tag1355.xml" ContentType="application/vnd.openxmlformats-officedocument.presentationml.tags+xml"/>
  <Override PartName="/ppt/tags/tag1356.xml" ContentType="application/vnd.openxmlformats-officedocument.presentationml.tags+xml"/>
  <Override PartName="/ppt/tags/tag1357.xml" ContentType="application/vnd.openxmlformats-officedocument.presentationml.tags+xml"/>
  <Override PartName="/ppt/tags/tag1358.xml" ContentType="application/vnd.openxmlformats-officedocument.presentationml.tags+xml"/>
  <Override PartName="/ppt/tags/tag1359.xml" ContentType="application/vnd.openxmlformats-officedocument.presentationml.tags+xml"/>
  <Override PartName="/ppt/tags/tag1360.xml" ContentType="application/vnd.openxmlformats-officedocument.presentationml.tags+xml"/>
  <Override PartName="/ppt/tags/tag1361.xml" ContentType="application/vnd.openxmlformats-officedocument.presentationml.tags+xml"/>
  <Override PartName="/ppt/tags/tag1362.xml" ContentType="application/vnd.openxmlformats-officedocument.presentationml.tags+xml"/>
  <Override PartName="/ppt/tags/tag1363.xml" ContentType="application/vnd.openxmlformats-officedocument.presentationml.tags+xml"/>
  <Override PartName="/ppt/tags/tag1364.xml" ContentType="application/vnd.openxmlformats-officedocument.presentationml.tags+xml"/>
  <Override PartName="/ppt/tags/tag1365.xml" ContentType="application/vnd.openxmlformats-officedocument.presentationml.tags+xml"/>
  <Override PartName="/ppt/tags/tag1366.xml" ContentType="application/vnd.openxmlformats-officedocument.presentationml.tags+xml"/>
  <Override PartName="/ppt/tags/tag1367.xml" ContentType="application/vnd.openxmlformats-officedocument.presentationml.tags+xml"/>
  <Override PartName="/ppt/tags/tag1368.xml" ContentType="application/vnd.openxmlformats-officedocument.presentationml.tags+xml"/>
  <Override PartName="/ppt/tags/tag1369.xml" ContentType="application/vnd.openxmlformats-officedocument.presentationml.tags+xml"/>
  <Override PartName="/ppt/tags/tag1370.xml" ContentType="application/vnd.openxmlformats-officedocument.presentationml.tags+xml"/>
  <Override PartName="/ppt/tags/tag1371.xml" ContentType="application/vnd.openxmlformats-officedocument.presentationml.tags+xml"/>
  <Override PartName="/ppt/tags/tag1372.xml" ContentType="application/vnd.openxmlformats-officedocument.presentationml.tags+xml"/>
  <Override PartName="/ppt/tags/tag1373.xml" ContentType="application/vnd.openxmlformats-officedocument.presentationml.tags+xml"/>
  <Override PartName="/ppt/tags/tag1374.xml" ContentType="application/vnd.openxmlformats-officedocument.presentationml.tags+xml"/>
  <Override PartName="/ppt/notesSlides/notesSlide68.xml" ContentType="application/vnd.openxmlformats-officedocument.presentationml.notesSlide+xml"/>
  <Override PartName="/ppt/comments/modernComment_19B_82C7A8E1.xml" ContentType="application/vnd.ms-powerpoint.comments+xml"/>
  <Override PartName="/ppt/tags/tag1375.xml" ContentType="application/vnd.openxmlformats-officedocument.presentationml.tags+xml"/>
  <Override PartName="/ppt/notesSlides/notesSlide69.xml" ContentType="application/vnd.openxmlformats-officedocument.presentationml.notesSlide+xml"/>
  <Override PartName="/ppt/comments/modernComment_111_A72B7C8A.xml" ContentType="application/vnd.ms-powerpoint.comments+xml"/>
  <Override PartName="/ppt/tags/tag1376.xml" ContentType="application/vnd.openxmlformats-officedocument.presentationml.tags+xml"/>
  <Override PartName="/ppt/tags/tag1377.xml" ContentType="application/vnd.openxmlformats-officedocument.presentationml.tags+xml"/>
  <Override PartName="/ppt/tags/tag1378.xml" ContentType="application/vnd.openxmlformats-officedocument.presentationml.tags+xml"/>
  <Override PartName="/ppt/tags/tag1379.xml" ContentType="application/vnd.openxmlformats-officedocument.presentationml.tags+xml"/>
  <Override PartName="/ppt/tags/tag1380.xml" ContentType="application/vnd.openxmlformats-officedocument.presentationml.tags+xml"/>
  <Override PartName="/ppt/tags/tag1381.xml" ContentType="application/vnd.openxmlformats-officedocument.presentationml.tags+xml"/>
  <Override PartName="/ppt/comments/modernComment_19C_3FC8DA94.xml" ContentType="application/vnd.ms-powerpoint.comments+xml"/>
  <Override PartName="/ppt/tags/tag1382.xml" ContentType="application/vnd.openxmlformats-officedocument.presentationml.tags+xml"/>
  <Override PartName="/ppt/tags/tag1383.xml" ContentType="application/vnd.openxmlformats-officedocument.presentationml.tags+xml"/>
  <Override PartName="/ppt/tags/tag1384.xml" ContentType="application/vnd.openxmlformats-officedocument.presentationml.tags+xml"/>
  <Override PartName="/ppt/tags/tag1385.xml" ContentType="application/vnd.openxmlformats-officedocument.presentationml.tags+xml"/>
  <Override PartName="/ppt/tags/tag1386.xml" ContentType="application/vnd.openxmlformats-officedocument.presentationml.tags+xml"/>
  <Override PartName="/ppt/tags/tag1387.xml" ContentType="application/vnd.openxmlformats-officedocument.presentationml.tags+xml"/>
  <Override PartName="/ppt/comments/modernComment_19D_1982334D.xml" ContentType="application/vnd.ms-powerpoint.comments+xml"/>
  <Override PartName="/ppt/tags/tag1388.xml" ContentType="application/vnd.openxmlformats-officedocument.presentationml.tags+xml"/>
  <Override PartName="/ppt/tags/tag1389.xml" ContentType="application/vnd.openxmlformats-officedocument.presentationml.tags+xml"/>
  <Override PartName="/ppt/tags/tag1390.xml" ContentType="application/vnd.openxmlformats-officedocument.presentationml.tags+xml"/>
  <Override PartName="/ppt/tags/tag1391.xml" ContentType="application/vnd.openxmlformats-officedocument.presentationml.tags+xml"/>
  <Override PartName="/ppt/tags/tag1392.xml" ContentType="application/vnd.openxmlformats-officedocument.presentationml.tags+xml"/>
  <Override PartName="/ppt/tags/tag1393.xml" ContentType="application/vnd.openxmlformats-officedocument.presentationml.tags+xml"/>
  <Override PartName="/ppt/comments/modernComment_19E_DDD3FC3.xml" ContentType="application/vnd.ms-powerpoint.comments+xml"/>
  <Override PartName="/ppt/tags/tag1394.xml" ContentType="application/vnd.openxmlformats-officedocument.presentationml.tags+xml"/>
  <Override PartName="/ppt/tags/tag1395.xml" ContentType="application/vnd.openxmlformats-officedocument.presentationml.tags+xml"/>
  <Override PartName="/ppt/tags/tag1396.xml" ContentType="application/vnd.openxmlformats-officedocument.presentationml.tags+xml"/>
  <Override PartName="/ppt/tags/tag1397.xml" ContentType="application/vnd.openxmlformats-officedocument.presentationml.tags+xml"/>
  <Override PartName="/ppt/tags/tag1398.xml" ContentType="application/vnd.openxmlformats-officedocument.presentationml.tags+xml"/>
  <Override PartName="/ppt/tags/tag1399.xml" ContentType="application/vnd.openxmlformats-officedocument.presentationml.tags+xml"/>
  <Override PartName="/ppt/tags/tag1400.xml" ContentType="application/vnd.openxmlformats-officedocument.presentationml.tags+xml"/>
  <Override PartName="/ppt/comments/modernComment_19F_F8C55CA1.xml" ContentType="application/vnd.ms-powerpoint.comments+xml"/>
  <Override PartName="/ppt/tags/tag1401.xml" ContentType="application/vnd.openxmlformats-officedocument.presentationml.tags+xml"/>
  <Override PartName="/ppt/tags/tag1402.xml" ContentType="application/vnd.openxmlformats-officedocument.presentationml.tags+xml"/>
  <Override PartName="/ppt/tags/tag1403.xml" ContentType="application/vnd.openxmlformats-officedocument.presentationml.tags+xml"/>
  <Override PartName="/ppt/tags/tag1404.xml" ContentType="application/vnd.openxmlformats-officedocument.presentationml.tags+xml"/>
  <Override PartName="/ppt/tags/tag1405.xml" ContentType="application/vnd.openxmlformats-officedocument.presentationml.tags+xml"/>
  <Override PartName="/ppt/tags/tag1406.xml" ContentType="application/vnd.openxmlformats-officedocument.presentationml.tags+xml"/>
  <Override PartName="/ppt/tags/tag1407.xml" ContentType="application/vnd.openxmlformats-officedocument.presentationml.tags+xml"/>
  <Override PartName="/ppt/comments/modernComment_1A0_2C214F1F.xml" ContentType="application/vnd.ms-powerpoint.comments+xml"/>
  <Override PartName="/ppt/tags/tag1408.xml" ContentType="application/vnd.openxmlformats-officedocument.presentationml.tags+xml"/>
  <Override PartName="/ppt/tags/tag1409.xml" ContentType="application/vnd.openxmlformats-officedocument.presentationml.tags+xml"/>
  <Override PartName="/ppt/tags/tag1410.xml" ContentType="application/vnd.openxmlformats-officedocument.presentationml.tags+xml"/>
  <Override PartName="/ppt/tags/tag1411.xml" ContentType="application/vnd.openxmlformats-officedocument.presentationml.tags+xml"/>
  <Override PartName="/ppt/tags/tag1412.xml" ContentType="application/vnd.openxmlformats-officedocument.presentationml.tags+xml"/>
  <Override PartName="/ppt/tags/tag1413.xml" ContentType="application/vnd.openxmlformats-officedocument.presentationml.tags+xml"/>
  <Override PartName="/ppt/tags/tag1414.xml" ContentType="application/vnd.openxmlformats-officedocument.presentationml.tags+xml"/>
  <Override PartName="/ppt/comments/modernComment_1A1_BA9CD5B5.xml" ContentType="application/vnd.ms-powerpoint.comments+xml"/>
  <Override PartName="/ppt/tags/tag1415.xml" ContentType="application/vnd.openxmlformats-officedocument.presentationml.tags+xml"/>
  <Override PartName="/ppt/tags/tag1416.xml" ContentType="application/vnd.openxmlformats-officedocument.presentationml.tags+xml"/>
  <Override PartName="/ppt/tags/tag1417.xml" ContentType="application/vnd.openxmlformats-officedocument.presentationml.tags+xml"/>
  <Override PartName="/ppt/tags/tag1418.xml" ContentType="application/vnd.openxmlformats-officedocument.presentationml.tags+xml"/>
  <Override PartName="/ppt/tags/tag1419.xml" ContentType="application/vnd.openxmlformats-officedocument.presentationml.tags+xml"/>
  <Override PartName="/ppt/tags/tag1420.xml" ContentType="application/vnd.openxmlformats-officedocument.presentationml.tags+xml"/>
  <Override PartName="/ppt/tags/tag1421.xml" ContentType="application/vnd.openxmlformats-officedocument.presentationml.tags+xml"/>
  <Override PartName="/ppt/tags/tag1422.xml" ContentType="application/vnd.openxmlformats-officedocument.presentationml.tags+xml"/>
  <Override PartName="/ppt/comments/modernComment_1A2_CFAD6252.xml" ContentType="application/vnd.ms-powerpoint.comments+xml"/>
  <Override PartName="/ppt/tags/tag1423.xml" ContentType="application/vnd.openxmlformats-officedocument.presentationml.tags+xml"/>
  <Override PartName="/ppt/tags/tag1424.xml" ContentType="application/vnd.openxmlformats-officedocument.presentationml.tags+xml"/>
  <Override PartName="/ppt/tags/tag1425.xml" ContentType="application/vnd.openxmlformats-officedocument.presentationml.tags+xml"/>
  <Override PartName="/ppt/tags/tag1426.xml" ContentType="application/vnd.openxmlformats-officedocument.presentationml.tags+xml"/>
  <Override PartName="/ppt/tags/tag1427.xml" ContentType="application/vnd.openxmlformats-officedocument.presentationml.tags+xml"/>
  <Override PartName="/ppt/tags/tag1428.xml" ContentType="application/vnd.openxmlformats-officedocument.presentationml.tags+xml"/>
  <Override PartName="/ppt/tags/tag1429.xml" ContentType="application/vnd.openxmlformats-officedocument.presentationml.tags+xml"/>
  <Override PartName="/ppt/tags/tag1430.xml" ContentType="application/vnd.openxmlformats-officedocument.presentationml.tags+xml"/>
  <Override PartName="/ppt/tags/tag1431.xml" ContentType="application/vnd.openxmlformats-officedocument.presentationml.tags+xml"/>
  <Override PartName="/ppt/comments/modernComment_1A3_3D6ADD7D.xml" ContentType="application/vnd.ms-powerpoint.comments+xml"/>
  <Override PartName="/ppt/tags/tag1432.xml" ContentType="application/vnd.openxmlformats-officedocument.presentationml.tags+xml"/>
  <Override PartName="/ppt/tags/tag1433.xml" ContentType="application/vnd.openxmlformats-officedocument.presentationml.tags+xml"/>
  <Override PartName="/ppt/tags/tag1434.xml" ContentType="application/vnd.openxmlformats-officedocument.presentationml.tags+xml"/>
  <Override PartName="/ppt/tags/tag1435.xml" ContentType="application/vnd.openxmlformats-officedocument.presentationml.tags+xml"/>
  <Override PartName="/ppt/tags/tag1436.xml" ContentType="application/vnd.openxmlformats-officedocument.presentationml.tags+xml"/>
  <Override PartName="/ppt/tags/tag1437.xml" ContentType="application/vnd.openxmlformats-officedocument.presentationml.tags+xml"/>
  <Override PartName="/ppt/tags/tag1438.xml" ContentType="application/vnd.openxmlformats-officedocument.presentationml.tags+xml"/>
  <Override PartName="/ppt/tags/tag1439.xml" ContentType="application/vnd.openxmlformats-officedocument.presentationml.tags+xml"/>
  <Override PartName="/ppt/tags/tag1440.xml" ContentType="application/vnd.openxmlformats-officedocument.presentationml.tags+xml"/>
  <Override PartName="/ppt/tags/tag1441.xml" ContentType="application/vnd.openxmlformats-officedocument.presentationml.tags+xml"/>
  <Override PartName="/ppt/comments/modernComment_1A4_3B8F0EB8.xml" ContentType="application/vnd.ms-powerpoint.comments+xml"/>
  <Override PartName="/ppt/tags/tag1442.xml" ContentType="application/vnd.openxmlformats-officedocument.presentationml.tags+xml"/>
  <Override PartName="/ppt/tags/tag1443.xml" ContentType="application/vnd.openxmlformats-officedocument.presentationml.tags+xml"/>
  <Override PartName="/ppt/tags/tag1444.xml" ContentType="application/vnd.openxmlformats-officedocument.presentationml.tags+xml"/>
  <Override PartName="/ppt/tags/tag1445.xml" ContentType="application/vnd.openxmlformats-officedocument.presentationml.tags+xml"/>
  <Override PartName="/ppt/tags/tag1446.xml" ContentType="application/vnd.openxmlformats-officedocument.presentationml.tags+xml"/>
  <Override PartName="/ppt/tags/tag1447.xml" ContentType="application/vnd.openxmlformats-officedocument.presentationml.tags+xml"/>
  <Override PartName="/ppt/tags/tag1448.xml" ContentType="application/vnd.openxmlformats-officedocument.presentationml.tags+xml"/>
  <Override PartName="/ppt/tags/tag1449.xml" ContentType="application/vnd.openxmlformats-officedocument.presentationml.tags+xml"/>
  <Override PartName="/ppt/tags/tag1450.xml" ContentType="application/vnd.openxmlformats-officedocument.presentationml.tags+xml"/>
  <Override PartName="/ppt/tags/tag1451.xml" ContentType="application/vnd.openxmlformats-officedocument.presentationml.tags+xml"/>
  <Override PartName="/ppt/tags/tag1452.xml" ContentType="application/vnd.openxmlformats-officedocument.presentationml.tags+xml"/>
  <Override PartName="/ppt/comments/modernComment_1A5_10C55AEB.xml" ContentType="application/vnd.ms-powerpoint.comments+xml"/>
  <Override PartName="/ppt/tags/tag1453.xml" ContentType="application/vnd.openxmlformats-officedocument.presentationml.tags+xml"/>
  <Override PartName="/ppt/tags/tag1454.xml" ContentType="application/vnd.openxmlformats-officedocument.presentationml.tags+xml"/>
  <Override PartName="/ppt/tags/tag1455.xml" ContentType="application/vnd.openxmlformats-officedocument.presentationml.tags+xml"/>
  <Override PartName="/ppt/tags/tag1456.xml" ContentType="application/vnd.openxmlformats-officedocument.presentationml.tags+xml"/>
  <Override PartName="/ppt/tags/tag1457.xml" ContentType="application/vnd.openxmlformats-officedocument.presentationml.tags+xml"/>
  <Override PartName="/ppt/tags/tag1458.xml" ContentType="application/vnd.openxmlformats-officedocument.presentationml.tags+xml"/>
  <Override PartName="/ppt/tags/tag1459.xml" ContentType="application/vnd.openxmlformats-officedocument.presentationml.tags+xml"/>
  <Override PartName="/ppt/tags/tag1460.xml" ContentType="application/vnd.openxmlformats-officedocument.presentationml.tags+xml"/>
  <Override PartName="/ppt/tags/tag1461.xml" ContentType="application/vnd.openxmlformats-officedocument.presentationml.tags+xml"/>
  <Override PartName="/ppt/tags/tag1462.xml" ContentType="application/vnd.openxmlformats-officedocument.presentationml.tags+xml"/>
  <Override PartName="/ppt/tags/tag1463.xml" ContentType="application/vnd.openxmlformats-officedocument.presentationml.tags+xml"/>
  <Override PartName="/ppt/tags/tag1464.xml" ContentType="application/vnd.openxmlformats-officedocument.presentationml.tags+xml"/>
  <Override PartName="/ppt/comments/modernComment_1A6_1839EBAC.xml" ContentType="application/vnd.ms-powerpoint.comments+xml"/>
  <Override PartName="/ppt/tags/tag1465.xml" ContentType="application/vnd.openxmlformats-officedocument.presentationml.tags+xml"/>
  <Override PartName="/ppt/tags/tag1466.xml" ContentType="application/vnd.openxmlformats-officedocument.presentationml.tags+xml"/>
  <Override PartName="/ppt/tags/tag1467.xml" ContentType="application/vnd.openxmlformats-officedocument.presentationml.tags+xml"/>
  <Override PartName="/ppt/tags/tag1468.xml" ContentType="application/vnd.openxmlformats-officedocument.presentationml.tags+xml"/>
  <Override PartName="/ppt/tags/tag1469.xml" ContentType="application/vnd.openxmlformats-officedocument.presentationml.tags+xml"/>
  <Override PartName="/ppt/tags/tag1470.xml" ContentType="application/vnd.openxmlformats-officedocument.presentationml.tags+xml"/>
  <Override PartName="/ppt/tags/tag1471.xml" ContentType="application/vnd.openxmlformats-officedocument.presentationml.tags+xml"/>
  <Override PartName="/ppt/tags/tag1472.xml" ContentType="application/vnd.openxmlformats-officedocument.presentationml.tags+xml"/>
  <Override PartName="/ppt/tags/tag1473.xml" ContentType="application/vnd.openxmlformats-officedocument.presentationml.tags+xml"/>
  <Override PartName="/ppt/tags/tag1474.xml" ContentType="application/vnd.openxmlformats-officedocument.presentationml.tags+xml"/>
  <Override PartName="/ppt/tags/tag1475.xml" ContentType="application/vnd.openxmlformats-officedocument.presentationml.tags+xml"/>
  <Override PartName="/ppt/tags/tag1476.xml" ContentType="application/vnd.openxmlformats-officedocument.presentationml.tags+xml"/>
  <Override PartName="/ppt/tags/tag1477.xml" ContentType="application/vnd.openxmlformats-officedocument.presentationml.tags+xml"/>
  <Override PartName="/ppt/tags/tag1478.xml" ContentType="application/vnd.openxmlformats-officedocument.presentationml.tags+xml"/>
  <Override PartName="/ppt/tags/tag1479.xml" ContentType="application/vnd.openxmlformats-officedocument.presentationml.tags+xml"/>
  <Override PartName="/ppt/tags/tag1480.xml" ContentType="application/vnd.openxmlformats-officedocument.presentationml.tags+xml"/>
  <Override PartName="/ppt/tags/tag1481.xml" ContentType="application/vnd.openxmlformats-officedocument.presentationml.tags+xml"/>
  <Override PartName="/ppt/tags/tag1482.xml" ContentType="application/vnd.openxmlformats-officedocument.presentationml.tags+xml"/>
  <Override PartName="/ppt/tags/tag1483.xml" ContentType="application/vnd.openxmlformats-officedocument.presentationml.tags+xml"/>
  <Override PartName="/ppt/tags/tag1484.xml" ContentType="application/vnd.openxmlformats-officedocument.presentationml.tags+xml"/>
  <Override PartName="/ppt/tags/tag1485.xml" ContentType="application/vnd.openxmlformats-officedocument.presentationml.tags+xml"/>
  <Override PartName="/ppt/tags/tag1486.xml" ContentType="application/vnd.openxmlformats-officedocument.presentationml.tags+xml"/>
  <Override PartName="/ppt/tags/tag1487.xml" ContentType="application/vnd.openxmlformats-officedocument.presentationml.tags+xml"/>
  <Override PartName="/ppt/tags/tag1488.xml" ContentType="application/vnd.openxmlformats-officedocument.presentationml.tags+xml"/>
  <Override PartName="/ppt/notesSlides/notesSlide70.xml" ContentType="application/vnd.openxmlformats-officedocument.presentationml.notesSlide+xml"/>
  <Override PartName="/ppt/comments/modernComment_1A7_D2994F1.xml" ContentType="application/vnd.ms-powerpoint.comments+xml"/>
  <Override PartName="/ppt/tags/tag1489.xml" ContentType="application/vnd.openxmlformats-officedocument.presentationml.tags+xml"/>
  <Override PartName="/ppt/tags/tag1490.xml" ContentType="application/vnd.openxmlformats-officedocument.presentationml.tags+xml"/>
  <Override PartName="/ppt/tags/tag1491.xml" ContentType="application/vnd.openxmlformats-officedocument.presentationml.tags+xml"/>
  <Override PartName="/ppt/tags/tag1492.xml" ContentType="application/vnd.openxmlformats-officedocument.presentationml.tags+xml"/>
  <Override PartName="/ppt/tags/tag1493.xml" ContentType="application/vnd.openxmlformats-officedocument.presentationml.tags+xml"/>
  <Override PartName="/ppt/tags/tag1494.xml" ContentType="application/vnd.openxmlformats-officedocument.presentationml.tags+xml"/>
  <Override PartName="/ppt/tags/tag1495.xml" ContentType="application/vnd.openxmlformats-officedocument.presentationml.tags+xml"/>
  <Override PartName="/ppt/tags/tag1496.xml" ContentType="application/vnd.openxmlformats-officedocument.presentationml.tags+xml"/>
  <Override PartName="/ppt/tags/tag1497.xml" ContentType="application/vnd.openxmlformats-officedocument.presentationml.tags+xml"/>
  <Override PartName="/ppt/tags/tag1498.xml" ContentType="application/vnd.openxmlformats-officedocument.presentationml.tags+xml"/>
  <Override PartName="/ppt/tags/tag1499.xml" ContentType="application/vnd.openxmlformats-officedocument.presentationml.tags+xml"/>
  <Override PartName="/ppt/tags/tag1500.xml" ContentType="application/vnd.openxmlformats-officedocument.presentationml.tags+xml"/>
  <Override PartName="/ppt/tags/tag1501.xml" ContentType="application/vnd.openxmlformats-officedocument.presentationml.tags+xml"/>
  <Override PartName="/ppt/tags/tag1502.xml" ContentType="application/vnd.openxmlformats-officedocument.presentationml.tags+xml"/>
  <Override PartName="/ppt/tags/tag1503.xml" ContentType="application/vnd.openxmlformats-officedocument.presentationml.tags+xml"/>
  <Override PartName="/ppt/tags/tag1504.xml" ContentType="application/vnd.openxmlformats-officedocument.presentationml.tags+xml"/>
  <Override PartName="/ppt/tags/tag1505.xml" ContentType="application/vnd.openxmlformats-officedocument.presentationml.tags+xml"/>
  <Override PartName="/ppt/tags/tag1506.xml" ContentType="application/vnd.openxmlformats-officedocument.presentationml.tags+xml"/>
  <Override PartName="/ppt/tags/tag1507.xml" ContentType="application/vnd.openxmlformats-officedocument.presentationml.tags+xml"/>
  <Override PartName="/ppt/tags/tag1508.xml" ContentType="application/vnd.openxmlformats-officedocument.presentationml.tags+xml"/>
  <Override PartName="/ppt/tags/tag1509.xml" ContentType="application/vnd.openxmlformats-officedocument.presentationml.tags+xml"/>
  <Override PartName="/ppt/tags/tag1510.xml" ContentType="application/vnd.openxmlformats-officedocument.presentationml.tags+xml"/>
  <Override PartName="/ppt/tags/tag1511.xml" ContentType="application/vnd.openxmlformats-officedocument.presentationml.tags+xml"/>
  <Override PartName="/ppt/tags/tag1512.xml" ContentType="application/vnd.openxmlformats-officedocument.presentationml.tags+xml"/>
  <Override PartName="/ppt/tags/tag1513.xml" ContentType="application/vnd.openxmlformats-officedocument.presentationml.tags+xml"/>
  <Override PartName="/ppt/notesSlides/notesSlide71.xml" ContentType="application/vnd.openxmlformats-officedocument.presentationml.notesSlide+xml"/>
  <Override PartName="/ppt/comments/modernComment_1A8_9994D811.xml" ContentType="application/vnd.ms-powerpoint.comments+xml"/>
  <Override PartName="/ppt/tags/tag1514.xml" ContentType="application/vnd.openxmlformats-officedocument.presentationml.tags+xml"/>
  <Override PartName="/ppt/tags/tag1515.xml" ContentType="application/vnd.openxmlformats-officedocument.presentationml.tags+xml"/>
  <Override PartName="/ppt/tags/tag1516.xml" ContentType="application/vnd.openxmlformats-officedocument.presentationml.tags+xml"/>
  <Override PartName="/ppt/tags/tag1517.xml" ContentType="application/vnd.openxmlformats-officedocument.presentationml.tags+xml"/>
  <Override PartName="/ppt/tags/tag1518.xml" ContentType="application/vnd.openxmlformats-officedocument.presentationml.tags+xml"/>
  <Override PartName="/ppt/tags/tag1519.xml" ContentType="application/vnd.openxmlformats-officedocument.presentationml.tags+xml"/>
  <Override PartName="/ppt/tags/tag1520.xml" ContentType="application/vnd.openxmlformats-officedocument.presentationml.tags+xml"/>
  <Override PartName="/ppt/tags/tag1521.xml" ContentType="application/vnd.openxmlformats-officedocument.presentationml.tags+xml"/>
  <Override PartName="/ppt/tags/tag1522.xml" ContentType="application/vnd.openxmlformats-officedocument.presentationml.tags+xml"/>
  <Override PartName="/ppt/tags/tag1523.xml" ContentType="application/vnd.openxmlformats-officedocument.presentationml.tags+xml"/>
  <Override PartName="/ppt/tags/tag1524.xml" ContentType="application/vnd.openxmlformats-officedocument.presentationml.tags+xml"/>
  <Override PartName="/ppt/tags/tag1525.xml" ContentType="application/vnd.openxmlformats-officedocument.presentationml.tags+xml"/>
  <Override PartName="/ppt/tags/tag1526.xml" ContentType="application/vnd.openxmlformats-officedocument.presentationml.tags+xml"/>
  <Override PartName="/ppt/tags/tag1527.xml" ContentType="application/vnd.openxmlformats-officedocument.presentationml.tags+xml"/>
  <Override PartName="/ppt/tags/tag1528.xml" ContentType="application/vnd.openxmlformats-officedocument.presentationml.tags+xml"/>
  <Override PartName="/ppt/tags/tag1529.xml" ContentType="application/vnd.openxmlformats-officedocument.presentationml.tags+xml"/>
  <Override PartName="/ppt/tags/tag1530.xml" ContentType="application/vnd.openxmlformats-officedocument.presentationml.tags+xml"/>
  <Override PartName="/ppt/tags/tag1531.xml" ContentType="application/vnd.openxmlformats-officedocument.presentationml.tags+xml"/>
  <Override PartName="/ppt/tags/tag1532.xml" ContentType="application/vnd.openxmlformats-officedocument.presentationml.tags+xml"/>
  <Override PartName="/ppt/tags/tag1533.xml" ContentType="application/vnd.openxmlformats-officedocument.presentationml.tags+xml"/>
  <Override PartName="/ppt/tags/tag1534.xml" ContentType="application/vnd.openxmlformats-officedocument.presentationml.tags+xml"/>
  <Override PartName="/ppt/tags/tag1535.xml" ContentType="application/vnd.openxmlformats-officedocument.presentationml.tags+xml"/>
  <Override PartName="/ppt/tags/tag1536.xml" ContentType="application/vnd.openxmlformats-officedocument.presentationml.tags+xml"/>
  <Override PartName="/ppt/tags/tag1537.xml" ContentType="application/vnd.openxmlformats-officedocument.presentationml.tags+xml"/>
  <Override PartName="/ppt/tags/tag1538.xml" ContentType="application/vnd.openxmlformats-officedocument.presentationml.tags+xml"/>
  <Override PartName="/ppt/tags/tag1539.xml" ContentType="application/vnd.openxmlformats-officedocument.presentationml.tags+xml"/>
  <Override PartName="/ppt/notesSlides/notesSlide72.xml" ContentType="application/vnd.openxmlformats-officedocument.presentationml.notesSlide+xml"/>
  <Override PartName="/ppt/comments/modernComment_1A9_1CB8C907.xml" ContentType="application/vnd.ms-powerpoint.comments+xml"/>
  <Override PartName="/ppt/tags/tag1540.xml" ContentType="application/vnd.openxmlformats-officedocument.presentationml.tags+xml"/>
  <Override PartName="/ppt/tags/tag1541.xml" ContentType="application/vnd.openxmlformats-officedocument.presentationml.tags+xml"/>
  <Override PartName="/ppt/tags/tag1542.xml" ContentType="application/vnd.openxmlformats-officedocument.presentationml.tags+xml"/>
  <Override PartName="/ppt/tags/tag1543.xml" ContentType="application/vnd.openxmlformats-officedocument.presentationml.tags+xml"/>
  <Override PartName="/ppt/tags/tag1544.xml" ContentType="application/vnd.openxmlformats-officedocument.presentationml.tags+xml"/>
  <Override PartName="/ppt/tags/tag1545.xml" ContentType="application/vnd.openxmlformats-officedocument.presentationml.tags+xml"/>
  <Override PartName="/ppt/tags/tag1546.xml" ContentType="application/vnd.openxmlformats-officedocument.presentationml.tags+xml"/>
  <Override PartName="/ppt/tags/tag1547.xml" ContentType="application/vnd.openxmlformats-officedocument.presentationml.tags+xml"/>
  <Override PartName="/ppt/tags/tag1548.xml" ContentType="application/vnd.openxmlformats-officedocument.presentationml.tags+xml"/>
  <Override PartName="/ppt/tags/tag1549.xml" ContentType="application/vnd.openxmlformats-officedocument.presentationml.tags+xml"/>
  <Override PartName="/ppt/tags/tag1550.xml" ContentType="application/vnd.openxmlformats-officedocument.presentationml.tags+xml"/>
  <Override PartName="/ppt/tags/tag1551.xml" ContentType="application/vnd.openxmlformats-officedocument.presentationml.tags+xml"/>
  <Override PartName="/ppt/tags/tag1552.xml" ContentType="application/vnd.openxmlformats-officedocument.presentationml.tags+xml"/>
  <Override PartName="/ppt/tags/tag1553.xml" ContentType="application/vnd.openxmlformats-officedocument.presentationml.tags+xml"/>
  <Override PartName="/ppt/tags/tag1554.xml" ContentType="application/vnd.openxmlformats-officedocument.presentationml.tags+xml"/>
  <Override PartName="/ppt/tags/tag1555.xml" ContentType="application/vnd.openxmlformats-officedocument.presentationml.tags+xml"/>
  <Override PartName="/ppt/tags/tag1556.xml" ContentType="application/vnd.openxmlformats-officedocument.presentationml.tags+xml"/>
  <Override PartName="/ppt/tags/tag1557.xml" ContentType="application/vnd.openxmlformats-officedocument.presentationml.tags+xml"/>
  <Override PartName="/ppt/tags/tag1558.xml" ContentType="application/vnd.openxmlformats-officedocument.presentationml.tags+xml"/>
  <Override PartName="/ppt/tags/tag1559.xml" ContentType="application/vnd.openxmlformats-officedocument.presentationml.tags+xml"/>
  <Override PartName="/ppt/tags/tag1560.xml" ContentType="application/vnd.openxmlformats-officedocument.presentationml.tags+xml"/>
  <Override PartName="/ppt/tags/tag1561.xml" ContentType="application/vnd.openxmlformats-officedocument.presentationml.tags+xml"/>
  <Override PartName="/ppt/tags/tag1562.xml" ContentType="application/vnd.openxmlformats-officedocument.presentationml.tags+xml"/>
  <Override PartName="/ppt/tags/tag1563.xml" ContentType="application/vnd.openxmlformats-officedocument.presentationml.tags+xml"/>
  <Override PartName="/ppt/tags/tag1564.xml" ContentType="application/vnd.openxmlformats-officedocument.presentationml.tags+xml"/>
  <Override PartName="/ppt/tags/tag1565.xml" ContentType="application/vnd.openxmlformats-officedocument.presentationml.tags+xml"/>
  <Override PartName="/ppt/tags/tag1566.xml" ContentType="application/vnd.openxmlformats-officedocument.presentationml.tags+xml"/>
  <Override PartName="/ppt/notesSlides/notesSlide73.xml" ContentType="application/vnd.openxmlformats-officedocument.presentationml.notesSlide+xml"/>
  <Override PartName="/ppt/comments/modernComment_1AA_9DBCC8A0.xml" ContentType="application/vnd.ms-powerpoint.comments+xml"/>
  <Override PartName="/ppt/tags/tag1567.xml" ContentType="application/vnd.openxmlformats-officedocument.presentationml.tags+xml"/>
  <Override PartName="/ppt/notesSlides/notesSlide74.xml" ContentType="application/vnd.openxmlformats-officedocument.presentationml.notesSlide+xml"/>
  <Override PartName="/ppt/comments/modernComment_112_461D9D81.xml" ContentType="application/vnd.ms-powerpoint.comments+xml"/>
  <Override PartName="/ppt/tags/tag1568.xml" ContentType="application/vnd.openxmlformats-officedocument.presentationml.tags+xml"/>
  <Override PartName="/ppt/tags/tag1569.xml" ContentType="application/vnd.openxmlformats-officedocument.presentationml.tags+xml"/>
  <Override PartName="/ppt/tags/tag1570.xml" ContentType="application/vnd.openxmlformats-officedocument.presentationml.tags+xml"/>
  <Override PartName="/ppt/tags/tag1571.xml" ContentType="application/vnd.openxmlformats-officedocument.presentationml.tags+xml"/>
  <Override PartName="/ppt/tags/tag1572.xml" ContentType="application/vnd.openxmlformats-officedocument.presentationml.tags+xml"/>
  <Override PartName="/ppt/tags/tag1573.xml" ContentType="application/vnd.openxmlformats-officedocument.presentationml.tags+xml"/>
  <Override PartName="/ppt/notesSlides/notesSlide75.xml" ContentType="application/vnd.openxmlformats-officedocument.presentationml.notesSlide+xml"/>
  <Override PartName="/ppt/comments/modernComment_1AB_E9F97FFC.xml" ContentType="application/vnd.ms-powerpoint.comments+xml"/>
  <Override PartName="/ppt/tags/tag1574.xml" ContentType="application/vnd.openxmlformats-officedocument.presentationml.tags+xml"/>
  <Override PartName="/ppt/tags/tag1575.xml" ContentType="application/vnd.openxmlformats-officedocument.presentationml.tags+xml"/>
  <Override PartName="/ppt/tags/tag1576.xml" ContentType="application/vnd.openxmlformats-officedocument.presentationml.tags+xml"/>
  <Override PartName="/ppt/tags/tag1577.xml" ContentType="application/vnd.openxmlformats-officedocument.presentationml.tags+xml"/>
  <Override PartName="/ppt/tags/tag1578.xml" ContentType="application/vnd.openxmlformats-officedocument.presentationml.tags+xml"/>
  <Override PartName="/ppt/tags/tag1579.xml" ContentType="application/vnd.openxmlformats-officedocument.presentationml.tags+xml"/>
  <Override PartName="/ppt/tags/tag1580.xml" ContentType="application/vnd.openxmlformats-officedocument.presentationml.tags+xml"/>
  <Override PartName="/ppt/notesSlides/notesSlide76.xml" ContentType="application/vnd.openxmlformats-officedocument.presentationml.notesSlide+xml"/>
  <Override PartName="/ppt/comments/modernComment_1AC_E150F400.xml" ContentType="application/vnd.ms-powerpoint.comments+xml"/>
  <Override PartName="/ppt/tags/tag1581.xml" ContentType="application/vnd.openxmlformats-officedocument.presentationml.tags+xml"/>
  <Override PartName="/ppt/tags/tag1582.xml" ContentType="application/vnd.openxmlformats-officedocument.presentationml.tags+xml"/>
  <Override PartName="/ppt/tags/tag1583.xml" ContentType="application/vnd.openxmlformats-officedocument.presentationml.tags+xml"/>
  <Override PartName="/ppt/tags/tag1584.xml" ContentType="application/vnd.openxmlformats-officedocument.presentationml.tags+xml"/>
  <Override PartName="/ppt/tags/tag1585.xml" ContentType="application/vnd.openxmlformats-officedocument.presentationml.tags+xml"/>
  <Override PartName="/ppt/tags/tag1586.xml" ContentType="application/vnd.openxmlformats-officedocument.presentationml.tags+xml"/>
  <Override PartName="/ppt/tags/tag1587.xml" ContentType="application/vnd.openxmlformats-officedocument.presentationml.tags+xml"/>
  <Override PartName="/ppt/notesSlides/notesSlide77.xml" ContentType="application/vnd.openxmlformats-officedocument.presentationml.notesSlide+xml"/>
  <Override PartName="/ppt/comments/modernComment_1AD_A810E20E.xml" ContentType="application/vnd.ms-powerpoint.comments+xml"/>
  <Override PartName="/ppt/tags/tag1588.xml" ContentType="application/vnd.openxmlformats-officedocument.presentationml.tags+xml"/>
  <Override PartName="/ppt/tags/tag1589.xml" ContentType="application/vnd.openxmlformats-officedocument.presentationml.tags+xml"/>
  <Override PartName="/ppt/tags/tag1590.xml" ContentType="application/vnd.openxmlformats-officedocument.presentationml.tags+xml"/>
  <Override PartName="/ppt/tags/tag1591.xml" ContentType="application/vnd.openxmlformats-officedocument.presentationml.tags+xml"/>
  <Override PartName="/ppt/tags/tag1592.xml" ContentType="application/vnd.openxmlformats-officedocument.presentationml.tags+xml"/>
  <Override PartName="/ppt/tags/tag1593.xml" ContentType="application/vnd.openxmlformats-officedocument.presentationml.tags+xml"/>
  <Override PartName="/ppt/tags/tag1594.xml" ContentType="application/vnd.openxmlformats-officedocument.presentationml.tags+xml"/>
  <Override PartName="/ppt/tags/tag1595.xml" ContentType="application/vnd.openxmlformats-officedocument.presentationml.tags+xml"/>
  <Override PartName="/ppt/notesSlides/notesSlide78.xml" ContentType="application/vnd.openxmlformats-officedocument.presentationml.notesSlide+xml"/>
  <Override PartName="/ppt/comments/modernComment_1AE_8EB80E0E.xml" ContentType="application/vnd.ms-powerpoint.comments+xml"/>
  <Override PartName="/ppt/tags/tag1596.xml" ContentType="application/vnd.openxmlformats-officedocument.presentationml.tags+xml"/>
  <Override PartName="/ppt/tags/tag1597.xml" ContentType="application/vnd.openxmlformats-officedocument.presentationml.tags+xml"/>
  <Override PartName="/ppt/tags/tag1598.xml" ContentType="application/vnd.openxmlformats-officedocument.presentationml.tags+xml"/>
  <Override PartName="/ppt/tags/tag1599.xml" ContentType="application/vnd.openxmlformats-officedocument.presentationml.tags+xml"/>
  <Override PartName="/ppt/tags/tag1600.xml" ContentType="application/vnd.openxmlformats-officedocument.presentationml.tags+xml"/>
  <Override PartName="/ppt/tags/tag1601.xml" ContentType="application/vnd.openxmlformats-officedocument.presentationml.tags+xml"/>
  <Override PartName="/ppt/tags/tag1602.xml" ContentType="application/vnd.openxmlformats-officedocument.presentationml.tags+xml"/>
  <Override PartName="/ppt/tags/tag1603.xml" ContentType="application/vnd.openxmlformats-officedocument.presentationml.tags+xml"/>
  <Override PartName="/ppt/notesSlides/notesSlide79.xml" ContentType="application/vnd.openxmlformats-officedocument.presentationml.notesSlide+xml"/>
  <Override PartName="/ppt/comments/modernComment_1AF_588FFADA.xml" ContentType="application/vnd.ms-powerpoint.comments+xml"/>
  <Override PartName="/ppt/tags/tag1604.xml" ContentType="application/vnd.openxmlformats-officedocument.presentationml.tags+xml"/>
  <Override PartName="/ppt/tags/tag1605.xml" ContentType="application/vnd.openxmlformats-officedocument.presentationml.tags+xml"/>
  <Override PartName="/ppt/tags/tag1606.xml" ContentType="application/vnd.openxmlformats-officedocument.presentationml.tags+xml"/>
  <Override PartName="/ppt/tags/tag1607.xml" ContentType="application/vnd.openxmlformats-officedocument.presentationml.tags+xml"/>
  <Override PartName="/ppt/tags/tag1608.xml" ContentType="application/vnd.openxmlformats-officedocument.presentationml.tags+xml"/>
  <Override PartName="/ppt/tags/tag1609.xml" ContentType="application/vnd.openxmlformats-officedocument.presentationml.tags+xml"/>
  <Override PartName="/ppt/tags/tag1610.xml" ContentType="application/vnd.openxmlformats-officedocument.presentationml.tags+xml"/>
  <Override PartName="/ppt/tags/tag1611.xml" ContentType="application/vnd.openxmlformats-officedocument.presentationml.tags+xml"/>
  <Override PartName="/ppt/tags/tag1612.xml" ContentType="application/vnd.openxmlformats-officedocument.presentationml.tags+xml"/>
  <Override PartName="/ppt/notesSlides/notesSlide80.xml" ContentType="application/vnd.openxmlformats-officedocument.presentationml.notesSlide+xml"/>
  <Override PartName="/ppt/comments/modernComment_1B0_6A0E5DDA.xml" ContentType="application/vnd.ms-powerpoint.comments+xml"/>
  <Override PartName="/ppt/tags/tag1613.xml" ContentType="application/vnd.openxmlformats-officedocument.presentationml.tags+xml"/>
  <Override PartName="/ppt/tags/tag1614.xml" ContentType="application/vnd.openxmlformats-officedocument.presentationml.tags+xml"/>
  <Override PartName="/ppt/tags/tag1615.xml" ContentType="application/vnd.openxmlformats-officedocument.presentationml.tags+xml"/>
  <Override PartName="/ppt/tags/tag1616.xml" ContentType="application/vnd.openxmlformats-officedocument.presentationml.tags+xml"/>
  <Override PartName="/ppt/tags/tag1617.xml" ContentType="application/vnd.openxmlformats-officedocument.presentationml.tags+xml"/>
  <Override PartName="/ppt/tags/tag1618.xml" ContentType="application/vnd.openxmlformats-officedocument.presentationml.tags+xml"/>
  <Override PartName="/ppt/tags/tag1619.xml" ContentType="application/vnd.openxmlformats-officedocument.presentationml.tags+xml"/>
  <Override PartName="/ppt/tags/tag1620.xml" ContentType="application/vnd.openxmlformats-officedocument.presentationml.tags+xml"/>
  <Override PartName="/ppt/tags/tag1621.xml" ContentType="application/vnd.openxmlformats-officedocument.presentationml.tags+xml"/>
  <Override PartName="/ppt/tags/tag1622.xml" ContentType="application/vnd.openxmlformats-officedocument.presentationml.tags+xml"/>
  <Override PartName="/ppt/notesSlides/notesSlide81.xml" ContentType="application/vnd.openxmlformats-officedocument.presentationml.notesSlide+xml"/>
  <Override PartName="/ppt/comments/modernComment_1B1_460F51A9.xml" ContentType="application/vnd.ms-powerpoint.comments+xml"/>
  <Override PartName="/ppt/tags/tag1623.xml" ContentType="application/vnd.openxmlformats-officedocument.presentationml.tags+xml"/>
  <Override PartName="/ppt/tags/tag1624.xml" ContentType="application/vnd.openxmlformats-officedocument.presentationml.tags+xml"/>
  <Override PartName="/ppt/tags/tag1625.xml" ContentType="application/vnd.openxmlformats-officedocument.presentationml.tags+xml"/>
  <Override PartName="/ppt/tags/tag1626.xml" ContentType="application/vnd.openxmlformats-officedocument.presentationml.tags+xml"/>
  <Override PartName="/ppt/tags/tag1627.xml" ContentType="application/vnd.openxmlformats-officedocument.presentationml.tags+xml"/>
  <Override PartName="/ppt/tags/tag1628.xml" ContentType="application/vnd.openxmlformats-officedocument.presentationml.tags+xml"/>
  <Override PartName="/ppt/tags/tag1629.xml" ContentType="application/vnd.openxmlformats-officedocument.presentationml.tags+xml"/>
  <Override PartName="/ppt/tags/tag1630.xml" ContentType="application/vnd.openxmlformats-officedocument.presentationml.tags+xml"/>
  <Override PartName="/ppt/tags/tag1631.xml" ContentType="application/vnd.openxmlformats-officedocument.presentationml.tags+xml"/>
  <Override PartName="/ppt/tags/tag1632.xml" ContentType="application/vnd.openxmlformats-officedocument.presentationml.tags+xml"/>
  <Override PartName="/ppt/notesSlides/notesSlide82.xml" ContentType="application/vnd.openxmlformats-officedocument.presentationml.notesSlide+xml"/>
  <Override PartName="/ppt/comments/modernComment_1B2_4B62DDDC.xml" ContentType="application/vnd.ms-powerpoint.comments+xml"/>
  <Override PartName="/ppt/tags/tag1633.xml" ContentType="application/vnd.openxmlformats-officedocument.presentationml.tags+xml"/>
  <Override PartName="/ppt/tags/tag1634.xml" ContentType="application/vnd.openxmlformats-officedocument.presentationml.tags+xml"/>
  <Override PartName="/ppt/tags/tag1635.xml" ContentType="application/vnd.openxmlformats-officedocument.presentationml.tags+xml"/>
  <Override PartName="/ppt/tags/tag1636.xml" ContentType="application/vnd.openxmlformats-officedocument.presentationml.tags+xml"/>
  <Override PartName="/ppt/tags/tag1637.xml" ContentType="application/vnd.openxmlformats-officedocument.presentationml.tags+xml"/>
  <Override PartName="/ppt/tags/tag1638.xml" ContentType="application/vnd.openxmlformats-officedocument.presentationml.tags+xml"/>
  <Override PartName="/ppt/tags/tag1639.xml" ContentType="application/vnd.openxmlformats-officedocument.presentationml.tags+xml"/>
  <Override PartName="/ppt/tags/tag1640.xml" ContentType="application/vnd.openxmlformats-officedocument.presentationml.tags+xml"/>
  <Override PartName="/ppt/tags/tag1641.xml" ContentType="application/vnd.openxmlformats-officedocument.presentationml.tags+xml"/>
  <Override PartName="/ppt/tags/tag1642.xml" ContentType="application/vnd.openxmlformats-officedocument.presentationml.tags+xml"/>
  <Override PartName="/ppt/tags/tag1643.xml" ContentType="application/vnd.openxmlformats-officedocument.presentationml.tags+xml"/>
  <Override PartName="/ppt/notesSlides/notesSlide83.xml" ContentType="application/vnd.openxmlformats-officedocument.presentationml.notesSlide+xml"/>
  <Override PartName="/ppt/comments/modernComment_1B3_7DF050AA.xml" ContentType="application/vnd.ms-powerpoint.comments+xml"/>
  <Override PartName="/ppt/tags/tag1644.xml" ContentType="application/vnd.openxmlformats-officedocument.presentationml.tags+xml"/>
  <Override PartName="/ppt/tags/tag1645.xml" ContentType="application/vnd.openxmlformats-officedocument.presentationml.tags+xml"/>
  <Override PartName="/ppt/tags/tag1646.xml" ContentType="application/vnd.openxmlformats-officedocument.presentationml.tags+xml"/>
  <Override PartName="/ppt/tags/tag1647.xml" ContentType="application/vnd.openxmlformats-officedocument.presentationml.tags+xml"/>
  <Override PartName="/ppt/tags/tag1648.xml" ContentType="application/vnd.openxmlformats-officedocument.presentationml.tags+xml"/>
  <Override PartName="/ppt/tags/tag1649.xml" ContentType="application/vnd.openxmlformats-officedocument.presentationml.tags+xml"/>
  <Override PartName="/ppt/tags/tag1650.xml" ContentType="application/vnd.openxmlformats-officedocument.presentationml.tags+xml"/>
  <Override PartName="/ppt/tags/tag1651.xml" ContentType="application/vnd.openxmlformats-officedocument.presentationml.tags+xml"/>
  <Override PartName="/ppt/tags/tag1652.xml" ContentType="application/vnd.openxmlformats-officedocument.presentationml.tags+xml"/>
  <Override PartName="/ppt/tags/tag1653.xml" ContentType="application/vnd.openxmlformats-officedocument.presentationml.tags+xml"/>
  <Override PartName="/ppt/tags/tag1654.xml" ContentType="application/vnd.openxmlformats-officedocument.presentationml.tags+xml"/>
  <Override PartName="/ppt/notesSlides/notesSlide84.xml" ContentType="application/vnd.openxmlformats-officedocument.presentationml.notesSlide+xml"/>
  <Override PartName="/ppt/comments/modernComment_1B4_83CABF74.xml" ContentType="application/vnd.ms-powerpoint.comments+xml"/>
  <Override PartName="/ppt/tags/tag1655.xml" ContentType="application/vnd.openxmlformats-officedocument.presentationml.tags+xml"/>
  <Override PartName="/ppt/tags/tag1656.xml" ContentType="application/vnd.openxmlformats-officedocument.presentationml.tags+xml"/>
  <Override PartName="/ppt/tags/tag1657.xml" ContentType="application/vnd.openxmlformats-officedocument.presentationml.tags+xml"/>
  <Override PartName="/ppt/tags/tag1658.xml" ContentType="application/vnd.openxmlformats-officedocument.presentationml.tags+xml"/>
  <Override PartName="/ppt/tags/tag1659.xml" ContentType="application/vnd.openxmlformats-officedocument.presentationml.tags+xml"/>
  <Override PartName="/ppt/tags/tag1660.xml" ContentType="application/vnd.openxmlformats-officedocument.presentationml.tags+xml"/>
  <Override PartName="/ppt/tags/tag1661.xml" ContentType="application/vnd.openxmlformats-officedocument.presentationml.tags+xml"/>
  <Override PartName="/ppt/tags/tag1662.xml" ContentType="application/vnd.openxmlformats-officedocument.presentationml.tags+xml"/>
  <Override PartName="/ppt/tags/tag1663.xml" ContentType="application/vnd.openxmlformats-officedocument.presentationml.tags+xml"/>
  <Override PartName="/ppt/tags/tag1664.xml" ContentType="application/vnd.openxmlformats-officedocument.presentationml.tags+xml"/>
  <Override PartName="/ppt/tags/tag1665.xml" ContentType="application/vnd.openxmlformats-officedocument.presentationml.tags+xml"/>
  <Override PartName="/ppt/tags/tag1666.xml" ContentType="application/vnd.openxmlformats-officedocument.presentationml.tags+xml"/>
  <Override PartName="/ppt/notesSlides/notesSlide85.xml" ContentType="application/vnd.openxmlformats-officedocument.presentationml.notesSlide+xml"/>
  <Override PartName="/ppt/comments/modernComment_1B5_398B4BAC.xml" ContentType="application/vnd.ms-powerpoint.comments+xml"/>
  <Override PartName="/ppt/tags/tag1667.xml" ContentType="application/vnd.openxmlformats-officedocument.presentationml.tags+xml"/>
  <Override PartName="/ppt/tags/tag1668.xml" ContentType="application/vnd.openxmlformats-officedocument.presentationml.tags+xml"/>
  <Override PartName="/ppt/tags/tag1669.xml" ContentType="application/vnd.openxmlformats-officedocument.presentationml.tags+xml"/>
  <Override PartName="/ppt/tags/tag1670.xml" ContentType="application/vnd.openxmlformats-officedocument.presentationml.tags+xml"/>
  <Override PartName="/ppt/tags/tag1671.xml" ContentType="application/vnd.openxmlformats-officedocument.presentationml.tags+xml"/>
  <Override PartName="/ppt/tags/tag1672.xml" ContentType="application/vnd.openxmlformats-officedocument.presentationml.tags+xml"/>
  <Override PartName="/ppt/tags/tag1673.xml" ContentType="application/vnd.openxmlformats-officedocument.presentationml.tags+xml"/>
  <Override PartName="/ppt/tags/tag1674.xml" ContentType="application/vnd.openxmlformats-officedocument.presentationml.tags+xml"/>
  <Override PartName="/ppt/tags/tag1675.xml" ContentType="application/vnd.openxmlformats-officedocument.presentationml.tags+xml"/>
  <Override PartName="/ppt/tags/tag1676.xml" ContentType="application/vnd.openxmlformats-officedocument.presentationml.tags+xml"/>
  <Override PartName="/ppt/tags/tag1677.xml" ContentType="application/vnd.openxmlformats-officedocument.presentationml.tags+xml"/>
  <Override PartName="/ppt/tags/tag1678.xml" ContentType="application/vnd.openxmlformats-officedocument.presentationml.tags+xml"/>
  <Override PartName="/ppt/tags/tag1679.xml" ContentType="application/vnd.openxmlformats-officedocument.presentationml.tags+xml"/>
  <Override PartName="/ppt/notesSlides/notesSlide86.xml" ContentType="application/vnd.openxmlformats-officedocument.presentationml.notesSlide+xml"/>
  <Override PartName="/ppt/comments/modernComment_1B6_A9EC22B2.xml" ContentType="application/vnd.ms-powerpoint.comments+xml"/>
  <Override PartName="/ppt/tags/tag1680.xml" ContentType="application/vnd.openxmlformats-officedocument.presentationml.tags+xml"/>
  <Override PartName="/ppt/tags/tag1681.xml" ContentType="application/vnd.openxmlformats-officedocument.presentationml.tags+xml"/>
  <Override PartName="/ppt/tags/tag1682.xml" ContentType="application/vnd.openxmlformats-officedocument.presentationml.tags+xml"/>
  <Override PartName="/ppt/tags/tag1683.xml" ContentType="application/vnd.openxmlformats-officedocument.presentationml.tags+xml"/>
  <Override PartName="/ppt/tags/tag1684.xml" ContentType="application/vnd.openxmlformats-officedocument.presentationml.tags+xml"/>
  <Override PartName="/ppt/tags/tag1685.xml" ContentType="application/vnd.openxmlformats-officedocument.presentationml.tags+xml"/>
  <Override PartName="/ppt/tags/tag1686.xml" ContentType="application/vnd.openxmlformats-officedocument.presentationml.tags+xml"/>
  <Override PartName="/ppt/tags/tag1687.xml" ContentType="application/vnd.openxmlformats-officedocument.presentationml.tags+xml"/>
  <Override PartName="/ppt/tags/tag1688.xml" ContentType="application/vnd.openxmlformats-officedocument.presentationml.tags+xml"/>
  <Override PartName="/ppt/tags/tag1689.xml" ContentType="application/vnd.openxmlformats-officedocument.presentationml.tags+xml"/>
  <Override PartName="/ppt/tags/tag1690.xml" ContentType="application/vnd.openxmlformats-officedocument.presentationml.tags+xml"/>
  <Override PartName="/ppt/tags/tag1691.xml" ContentType="application/vnd.openxmlformats-officedocument.presentationml.tags+xml"/>
  <Override PartName="/ppt/tags/tag1692.xml" ContentType="application/vnd.openxmlformats-officedocument.presentationml.tags+xml"/>
  <Override PartName="/ppt/notesSlides/notesSlide87.xml" ContentType="application/vnd.openxmlformats-officedocument.presentationml.notesSlide+xml"/>
  <Override PartName="/ppt/comments/modernComment_1B7_255E8F6A.xml" ContentType="application/vnd.ms-powerpoint.comments+xml"/>
  <Override PartName="/ppt/tags/tag1693.xml" ContentType="application/vnd.openxmlformats-officedocument.presentationml.tags+xml"/>
  <Override PartName="/ppt/tags/tag1694.xml" ContentType="application/vnd.openxmlformats-officedocument.presentationml.tags+xml"/>
  <Override PartName="/ppt/tags/tag1695.xml" ContentType="application/vnd.openxmlformats-officedocument.presentationml.tags+xml"/>
  <Override PartName="/ppt/tags/tag1696.xml" ContentType="application/vnd.openxmlformats-officedocument.presentationml.tags+xml"/>
  <Override PartName="/ppt/tags/tag1697.xml" ContentType="application/vnd.openxmlformats-officedocument.presentationml.tags+xml"/>
  <Override PartName="/ppt/tags/tag1698.xml" ContentType="application/vnd.openxmlformats-officedocument.presentationml.tags+xml"/>
  <Override PartName="/ppt/tags/tag1699.xml" ContentType="application/vnd.openxmlformats-officedocument.presentationml.tags+xml"/>
  <Override PartName="/ppt/tags/tag1700.xml" ContentType="application/vnd.openxmlformats-officedocument.presentationml.tags+xml"/>
  <Override PartName="/ppt/tags/tag1701.xml" ContentType="application/vnd.openxmlformats-officedocument.presentationml.tags+xml"/>
  <Override PartName="/ppt/tags/tag1702.xml" ContentType="application/vnd.openxmlformats-officedocument.presentationml.tags+xml"/>
  <Override PartName="/ppt/tags/tag1703.xml" ContentType="application/vnd.openxmlformats-officedocument.presentationml.tags+xml"/>
  <Override PartName="/ppt/tags/tag1704.xml" ContentType="application/vnd.openxmlformats-officedocument.presentationml.tags+xml"/>
  <Override PartName="/ppt/tags/tag1705.xml" ContentType="application/vnd.openxmlformats-officedocument.presentationml.tags+xml"/>
  <Override PartName="/ppt/tags/tag1706.xml" ContentType="application/vnd.openxmlformats-officedocument.presentationml.tags+xml"/>
  <Override PartName="/ppt/notesSlides/notesSlide88.xml" ContentType="application/vnd.openxmlformats-officedocument.presentationml.notesSlide+xml"/>
  <Override PartName="/ppt/comments/modernComment_1B8_E20E7A9C.xml" ContentType="application/vnd.ms-powerpoint.comments+xml"/>
  <Override PartName="/ppt/tags/tag1707.xml" ContentType="application/vnd.openxmlformats-officedocument.presentationml.tags+xml"/>
  <Override PartName="/ppt/tags/tag1708.xml" ContentType="application/vnd.openxmlformats-officedocument.presentationml.tags+xml"/>
  <Override PartName="/ppt/tags/tag1709.xml" ContentType="application/vnd.openxmlformats-officedocument.presentationml.tags+xml"/>
  <Override PartName="/ppt/tags/tag1710.xml" ContentType="application/vnd.openxmlformats-officedocument.presentationml.tags+xml"/>
  <Override PartName="/ppt/tags/tag1711.xml" ContentType="application/vnd.openxmlformats-officedocument.presentationml.tags+xml"/>
  <Override PartName="/ppt/tags/tag1712.xml" ContentType="application/vnd.openxmlformats-officedocument.presentationml.tags+xml"/>
  <Override PartName="/ppt/tags/tag1713.xml" ContentType="application/vnd.openxmlformats-officedocument.presentationml.tags+xml"/>
  <Override PartName="/ppt/tags/tag1714.xml" ContentType="application/vnd.openxmlformats-officedocument.presentationml.tags+xml"/>
  <Override PartName="/ppt/tags/tag1715.xml" ContentType="application/vnd.openxmlformats-officedocument.presentationml.tags+xml"/>
  <Override PartName="/ppt/tags/tag1716.xml" ContentType="application/vnd.openxmlformats-officedocument.presentationml.tags+xml"/>
  <Override PartName="/ppt/tags/tag1717.xml" ContentType="application/vnd.openxmlformats-officedocument.presentationml.tags+xml"/>
  <Override PartName="/ppt/tags/tag1718.xml" ContentType="application/vnd.openxmlformats-officedocument.presentationml.tags+xml"/>
  <Override PartName="/ppt/tags/tag1719.xml" ContentType="application/vnd.openxmlformats-officedocument.presentationml.tags+xml"/>
  <Override PartName="/ppt/tags/tag1720.xml" ContentType="application/vnd.openxmlformats-officedocument.presentationml.tags+xml"/>
  <Override PartName="/ppt/notesSlides/notesSlide89.xml" ContentType="application/vnd.openxmlformats-officedocument.presentationml.notesSlide+xml"/>
  <Override PartName="/ppt/comments/modernComment_1B9_C84104AA.xml" ContentType="application/vnd.ms-powerpoint.comments+xml"/>
  <Override PartName="/ppt/tags/tag1721.xml" ContentType="application/vnd.openxmlformats-officedocument.presentationml.tags+xml"/>
  <Override PartName="/ppt/tags/tag1722.xml" ContentType="application/vnd.openxmlformats-officedocument.presentationml.tags+xml"/>
  <Override PartName="/ppt/tags/tag1723.xml" ContentType="application/vnd.openxmlformats-officedocument.presentationml.tags+xml"/>
  <Override PartName="/ppt/tags/tag1724.xml" ContentType="application/vnd.openxmlformats-officedocument.presentationml.tags+xml"/>
  <Override PartName="/ppt/tags/tag1725.xml" ContentType="application/vnd.openxmlformats-officedocument.presentationml.tags+xml"/>
  <Override PartName="/ppt/tags/tag1726.xml" ContentType="application/vnd.openxmlformats-officedocument.presentationml.tags+xml"/>
  <Override PartName="/ppt/tags/tag1727.xml" ContentType="application/vnd.openxmlformats-officedocument.presentationml.tags+xml"/>
  <Override PartName="/ppt/tags/tag1728.xml" ContentType="application/vnd.openxmlformats-officedocument.presentationml.tags+xml"/>
  <Override PartName="/ppt/tags/tag1729.xml" ContentType="application/vnd.openxmlformats-officedocument.presentationml.tags+xml"/>
  <Override PartName="/ppt/tags/tag1730.xml" ContentType="application/vnd.openxmlformats-officedocument.presentationml.tags+xml"/>
  <Override PartName="/ppt/tags/tag1731.xml" ContentType="application/vnd.openxmlformats-officedocument.presentationml.tags+xml"/>
  <Override PartName="/ppt/tags/tag1732.xml" ContentType="application/vnd.openxmlformats-officedocument.presentationml.tags+xml"/>
  <Override PartName="/ppt/tags/tag1733.xml" ContentType="application/vnd.openxmlformats-officedocument.presentationml.tags+xml"/>
  <Override PartName="/ppt/tags/tag1734.xml" ContentType="application/vnd.openxmlformats-officedocument.presentationml.tags+xml"/>
  <Override PartName="/ppt/tags/tag1735.xml" ContentType="application/vnd.openxmlformats-officedocument.presentationml.tags+xml"/>
  <Override PartName="/ppt/notesSlides/notesSlide90.xml" ContentType="application/vnd.openxmlformats-officedocument.presentationml.notesSlide+xml"/>
  <Override PartName="/ppt/comments/modernComment_1BA_8BE61EA.xml" ContentType="application/vnd.ms-powerpoint.comments+xml"/>
  <Override PartName="/ppt/tags/tag1736.xml" ContentType="application/vnd.openxmlformats-officedocument.presentationml.tags+xml"/>
  <Override PartName="/ppt/tags/tag1737.xml" ContentType="application/vnd.openxmlformats-officedocument.presentationml.tags+xml"/>
  <Override PartName="/ppt/tags/tag1738.xml" ContentType="application/vnd.openxmlformats-officedocument.presentationml.tags+xml"/>
  <Override PartName="/ppt/tags/tag1739.xml" ContentType="application/vnd.openxmlformats-officedocument.presentationml.tags+xml"/>
  <Override PartName="/ppt/tags/tag1740.xml" ContentType="application/vnd.openxmlformats-officedocument.presentationml.tags+xml"/>
  <Override PartName="/ppt/tags/tag1741.xml" ContentType="application/vnd.openxmlformats-officedocument.presentationml.tags+xml"/>
  <Override PartName="/ppt/tags/tag1742.xml" ContentType="application/vnd.openxmlformats-officedocument.presentationml.tags+xml"/>
  <Override PartName="/ppt/tags/tag1743.xml" ContentType="application/vnd.openxmlformats-officedocument.presentationml.tags+xml"/>
  <Override PartName="/ppt/tags/tag1744.xml" ContentType="application/vnd.openxmlformats-officedocument.presentationml.tags+xml"/>
  <Override PartName="/ppt/tags/tag1745.xml" ContentType="application/vnd.openxmlformats-officedocument.presentationml.tags+xml"/>
  <Override PartName="/ppt/tags/tag1746.xml" ContentType="application/vnd.openxmlformats-officedocument.presentationml.tags+xml"/>
  <Override PartName="/ppt/tags/tag1747.xml" ContentType="application/vnd.openxmlformats-officedocument.presentationml.tags+xml"/>
  <Override PartName="/ppt/tags/tag1748.xml" ContentType="application/vnd.openxmlformats-officedocument.presentationml.tags+xml"/>
  <Override PartName="/ppt/tags/tag1749.xml" ContentType="application/vnd.openxmlformats-officedocument.presentationml.tags+xml"/>
  <Override PartName="/ppt/tags/tag1750.xml" ContentType="application/vnd.openxmlformats-officedocument.presentationml.tags+xml"/>
  <Override PartName="/ppt/tags/tag1751.xml" ContentType="application/vnd.openxmlformats-officedocument.presentationml.tags+xml"/>
  <Override PartName="/ppt/notesSlides/notesSlide91.xml" ContentType="application/vnd.openxmlformats-officedocument.presentationml.notesSlide+xml"/>
  <Override PartName="/ppt/comments/modernComment_1BB_9DFE6E55.xml" ContentType="application/vnd.ms-powerpoint.comments+xml"/>
  <Override PartName="/ppt/tags/tag1752.xml" ContentType="application/vnd.openxmlformats-officedocument.presentationml.tags+xml"/>
  <Override PartName="/ppt/tags/tag1753.xml" ContentType="application/vnd.openxmlformats-officedocument.presentationml.tags+xml"/>
  <Override PartName="/ppt/tags/tag1754.xml" ContentType="application/vnd.openxmlformats-officedocument.presentationml.tags+xml"/>
  <Override PartName="/ppt/tags/tag1755.xml" ContentType="application/vnd.openxmlformats-officedocument.presentationml.tags+xml"/>
  <Override PartName="/ppt/tags/tag1756.xml" ContentType="application/vnd.openxmlformats-officedocument.presentationml.tags+xml"/>
  <Override PartName="/ppt/tags/tag1757.xml" ContentType="application/vnd.openxmlformats-officedocument.presentationml.tags+xml"/>
  <Override PartName="/ppt/tags/tag1758.xml" ContentType="application/vnd.openxmlformats-officedocument.presentationml.tags+xml"/>
  <Override PartName="/ppt/tags/tag1759.xml" ContentType="application/vnd.openxmlformats-officedocument.presentationml.tags+xml"/>
  <Override PartName="/ppt/tags/tag1760.xml" ContentType="application/vnd.openxmlformats-officedocument.presentationml.tags+xml"/>
  <Override PartName="/ppt/tags/tag1761.xml" ContentType="application/vnd.openxmlformats-officedocument.presentationml.tags+xml"/>
  <Override PartName="/ppt/tags/tag1762.xml" ContentType="application/vnd.openxmlformats-officedocument.presentationml.tags+xml"/>
  <Override PartName="/ppt/tags/tag1763.xml" ContentType="application/vnd.openxmlformats-officedocument.presentationml.tags+xml"/>
  <Override PartName="/ppt/tags/tag1764.xml" ContentType="application/vnd.openxmlformats-officedocument.presentationml.tags+xml"/>
  <Override PartName="/ppt/tags/tag1765.xml" ContentType="application/vnd.openxmlformats-officedocument.presentationml.tags+xml"/>
  <Override PartName="/ppt/tags/tag1766.xml" ContentType="application/vnd.openxmlformats-officedocument.presentationml.tags+xml"/>
  <Override PartName="/ppt/tags/tag1767.xml" ContentType="application/vnd.openxmlformats-officedocument.presentationml.tags+xml"/>
  <Override PartName="/ppt/notesSlides/notesSlide92.xml" ContentType="application/vnd.openxmlformats-officedocument.presentationml.notesSlide+xml"/>
  <Override PartName="/ppt/comments/modernComment_1BC_3DBB24C2.xml" ContentType="application/vnd.ms-powerpoint.comments+xml"/>
  <Override PartName="/ppt/tags/tag1768.xml" ContentType="application/vnd.openxmlformats-officedocument.presentationml.tags+xml"/>
  <Override PartName="/ppt/tags/tag1769.xml" ContentType="application/vnd.openxmlformats-officedocument.presentationml.tags+xml"/>
  <Override PartName="/ppt/tags/tag1770.xml" ContentType="application/vnd.openxmlformats-officedocument.presentationml.tags+xml"/>
  <Override PartName="/ppt/tags/tag1771.xml" ContentType="application/vnd.openxmlformats-officedocument.presentationml.tags+xml"/>
  <Override PartName="/ppt/tags/tag1772.xml" ContentType="application/vnd.openxmlformats-officedocument.presentationml.tags+xml"/>
  <Override PartName="/ppt/tags/tag1773.xml" ContentType="application/vnd.openxmlformats-officedocument.presentationml.tags+xml"/>
  <Override PartName="/ppt/tags/tag1774.xml" ContentType="application/vnd.openxmlformats-officedocument.presentationml.tags+xml"/>
  <Override PartName="/ppt/tags/tag1775.xml" ContentType="application/vnd.openxmlformats-officedocument.presentationml.tags+xml"/>
  <Override PartName="/ppt/tags/tag1776.xml" ContentType="application/vnd.openxmlformats-officedocument.presentationml.tags+xml"/>
  <Override PartName="/ppt/tags/tag1777.xml" ContentType="application/vnd.openxmlformats-officedocument.presentationml.tags+xml"/>
  <Override PartName="/ppt/tags/tag1778.xml" ContentType="application/vnd.openxmlformats-officedocument.presentationml.tags+xml"/>
  <Override PartName="/ppt/tags/tag1779.xml" ContentType="application/vnd.openxmlformats-officedocument.presentationml.tags+xml"/>
  <Override PartName="/ppt/tags/tag1780.xml" ContentType="application/vnd.openxmlformats-officedocument.presentationml.tags+xml"/>
  <Override PartName="/ppt/tags/tag1781.xml" ContentType="application/vnd.openxmlformats-officedocument.presentationml.tags+xml"/>
  <Override PartName="/ppt/tags/tag1782.xml" ContentType="application/vnd.openxmlformats-officedocument.presentationml.tags+xml"/>
  <Override PartName="/ppt/tags/tag1783.xml" ContentType="application/vnd.openxmlformats-officedocument.presentationml.tags+xml"/>
  <Override PartName="/ppt/tags/tag1784.xml" ContentType="application/vnd.openxmlformats-officedocument.presentationml.tags+xml"/>
  <Override PartName="/ppt/notesSlides/notesSlide93.xml" ContentType="application/vnd.openxmlformats-officedocument.presentationml.notesSlide+xml"/>
  <Override PartName="/ppt/comments/modernComment_1BD_4E648097.xml" ContentType="application/vnd.ms-powerpoint.comments+xml"/>
  <Override PartName="/ppt/tags/tag1785.xml" ContentType="application/vnd.openxmlformats-officedocument.presentationml.tags+xml"/>
  <Override PartName="/ppt/tags/tag1786.xml" ContentType="application/vnd.openxmlformats-officedocument.presentationml.tags+xml"/>
  <Override PartName="/ppt/tags/tag1787.xml" ContentType="application/vnd.openxmlformats-officedocument.presentationml.tags+xml"/>
  <Override PartName="/ppt/tags/tag1788.xml" ContentType="application/vnd.openxmlformats-officedocument.presentationml.tags+xml"/>
  <Override PartName="/ppt/tags/tag1789.xml" ContentType="application/vnd.openxmlformats-officedocument.presentationml.tags+xml"/>
  <Override PartName="/ppt/tags/tag1790.xml" ContentType="application/vnd.openxmlformats-officedocument.presentationml.tags+xml"/>
  <Override PartName="/ppt/tags/tag1791.xml" ContentType="application/vnd.openxmlformats-officedocument.presentationml.tags+xml"/>
  <Override PartName="/ppt/tags/tag1792.xml" ContentType="application/vnd.openxmlformats-officedocument.presentationml.tags+xml"/>
  <Override PartName="/ppt/tags/tag1793.xml" ContentType="application/vnd.openxmlformats-officedocument.presentationml.tags+xml"/>
  <Override PartName="/ppt/tags/tag1794.xml" ContentType="application/vnd.openxmlformats-officedocument.presentationml.tags+xml"/>
  <Override PartName="/ppt/tags/tag1795.xml" ContentType="application/vnd.openxmlformats-officedocument.presentationml.tags+xml"/>
  <Override PartName="/ppt/tags/tag1796.xml" ContentType="application/vnd.openxmlformats-officedocument.presentationml.tags+xml"/>
  <Override PartName="/ppt/tags/tag1797.xml" ContentType="application/vnd.openxmlformats-officedocument.presentationml.tags+xml"/>
  <Override PartName="/ppt/tags/tag1798.xml" ContentType="application/vnd.openxmlformats-officedocument.presentationml.tags+xml"/>
  <Override PartName="/ppt/tags/tag1799.xml" ContentType="application/vnd.openxmlformats-officedocument.presentationml.tags+xml"/>
  <Override PartName="/ppt/tags/tag1800.xml" ContentType="application/vnd.openxmlformats-officedocument.presentationml.tags+xml"/>
  <Override PartName="/ppt/tags/tag1801.xml" ContentType="application/vnd.openxmlformats-officedocument.presentationml.tags+xml"/>
  <Override PartName="/ppt/notesSlides/notesSlide94.xml" ContentType="application/vnd.openxmlformats-officedocument.presentationml.notesSlide+xml"/>
  <Override PartName="/ppt/comments/modernComment_1BE_9BEFAA9B.xml" ContentType="application/vnd.ms-powerpoint.comments+xml"/>
  <Override PartName="/ppt/tags/tag1802.xml" ContentType="application/vnd.openxmlformats-officedocument.presentationml.tags+xml"/>
  <Override PartName="/ppt/tags/tag1803.xml" ContentType="application/vnd.openxmlformats-officedocument.presentationml.tags+xml"/>
  <Override PartName="/ppt/tags/tag1804.xml" ContentType="application/vnd.openxmlformats-officedocument.presentationml.tags+xml"/>
  <Override PartName="/ppt/tags/tag1805.xml" ContentType="application/vnd.openxmlformats-officedocument.presentationml.tags+xml"/>
  <Override PartName="/ppt/tags/tag1806.xml" ContentType="application/vnd.openxmlformats-officedocument.presentationml.tags+xml"/>
  <Override PartName="/ppt/tags/tag1807.xml" ContentType="application/vnd.openxmlformats-officedocument.presentationml.tags+xml"/>
  <Override PartName="/ppt/tags/tag1808.xml" ContentType="application/vnd.openxmlformats-officedocument.presentationml.tags+xml"/>
  <Override PartName="/ppt/tags/tag1809.xml" ContentType="application/vnd.openxmlformats-officedocument.presentationml.tags+xml"/>
  <Override PartName="/ppt/tags/tag1810.xml" ContentType="application/vnd.openxmlformats-officedocument.presentationml.tags+xml"/>
  <Override PartName="/ppt/tags/tag1811.xml" ContentType="application/vnd.openxmlformats-officedocument.presentationml.tags+xml"/>
  <Override PartName="/ppt/tags/tag1812.xml" ContentType="application/vnd.openxmlformats-officedocument.presentationml.tags+xml"/>
  <Override PartName="/ppt/tags/tag1813.xml" ContentType="application/vnd.openxmlformats-officedocument.presentationml.tags+xml"/>
  <Override PartName="/ppt/tags/tag1814.xml" ContentType="application/vnd.openxmlformats-officedocument.presentationml.tags+xml"/>
  <Override PartName="/ppt/tags/tag1815.xml" ContentType="application/vnd.openxmlformats-officedocument.presentationml.tags+xml"/>
  <Override PartName="/ppt/tags/tag1816.xml" ContentType="application/vnd.openxmlformats-officedocument.presentationml.tags+xml"/>
  <Override PartName="/ppt/tags/tag1817.xml" ContentType="application/vnd.openxmlformats-officedocument.presentationml.tags+xml"/>
  <Override PartName="/ppt/tags/tag1818.xml" ContentType="application/vnd.openxmlformats-officedocument.presentationml.tags+xml"/>
  <Override PartName="/ppt/tags/tag1819.xml" ContentType="application/vnd.openxmlformats-officedocument.presentationml.tags+xml"/>
  <Override PartName="/ppt/notesSlides/notesSlide95.xml" ContentType="application/vnd.openxmlformats-officedocument.presentationml.notesSlide+xml"/>
  <Override PartName="/ppt/comments/modernComment_1BF_9641979C.xml" ContentType="application/vnd.ms-powerpoint.comments+xml"/>
  <Override PartName="/ppt/tags/tag1820.xml" ContentType="application/vnd.openxmlformats-officedocument.presentationml.tags+xml"/>
  <Override PartName="/ppt/tags/tag1821.xml" ContentType="application/vnd.openxmlformats-officedocument.presentationml.tags+xml"/>
  <Override PartName="/ppt/tags/tag1822.xml" ContentType="application/vnd.openxmlformats-officedocument.presentationml.tags+xml"/>
  <Override PartName="/ppt/tags/tag1823.xml" ContentType="application/vnd.openxmlformats-officedocument.presentationml.tags+xml"/>
  <Override PartName="/ppt/tags/tag1824.xml" ContentType="application/vnd.openxmlformats-officedocument.presentationml.tags+xml"/>
  <Override PartName="/ppt/tags/tag1825.xml" ContentType="application/vnd.openxmlformats-officedocument.presentationml.tags+xml"/>
  <Override PartName="/ppt/tags/tag1826.xml" ContentType="application/vnd.openxmlformats-officedocument.presentationml.tags+xml"/>
  <Override PartName="/ppt/tags/tag1827.xml" ContentType="application/vnd.openxmlformats-officedocument.presentationml.tags+xml"/>
  <Override PartName="/ppt/tags/tag1828.xml" ContentType="application/vnd.openxmlformats-officedocument.presentationml.tags+xml"/>
  <Override PartName="/ppt/tags/tag1829.xml" ContentType="application/vnd.openxmlformats-officedocument.presentationml.tags+xml"/>
  <Override PartName="/ppt/tags/tag1830.xml" ContentType="application/vnd.openxmlformats-officedocument.presentationml.tags+xml"/>
  <Override PartName="/ppt/tags/tag1831.xml" ContentType="application/vnd.openxmlformats-officedocument.presentationml.tags+xml"/>
  <Override PartName="/ppt/tags/tag1832.xml" ContentType="application/vnd.openxmlformats-officedocument.presentationml.tags+xml"/>
  <Override PartName="/ppt/tags/tag1833.xml" ContentType="application/vnd.openxmlformats-officedocument.presentationml.tags+xml"/>
  <Override PartName="/ppt/tags/tag1834.xml" ContentType="application/vnd.openxmlformats-officedocument.presentationml.tags+xml"/>
  <Override PartName="/ppt/tags/tag1835.xml" ContentType="application/vnd.openxmlformats-officedocument.presentationml.tags+xml"/>
  <Override PartName="/ppt/tags/tag1836.xml" ContentType="application/vnd.openxmlformats-officedocument.presentationml.tags+xml"/>
  <Override PartName="/ppt/tags/tag1837.xml" ContentType="application/vnd.openxmlformats-officedocument.presentationml.tags+xml"/>
  <Override PartName="/ppt/tags/tag1838.xml" ContentType="application/vnd.openxmlformats-officedocument.presentationml.tags+xml"/>
  <Override PartName="/ppt/notesSlides/notesSlide96.xml" ContentType="application/vnd.openxmlformats-officedocument.presentationml.notesSlide+xml"/>
  <Override PartName="/ppt/comments/modernComment_1C0_E6CD0BA2.xml" ContentType="application/vnd.ms-powerpoint.comments+xml"/>
  <Override PartName="/ppt/tags/tag1839.xml" ContentType="application/vnd.openxmlformats-officedocument.presentationml.tags+xml"/>
  <Override PartName="/ppt/tags/tag1840.xml" ContentType="application/vnd.openxmlformats-officedocument.presentationml.tags+xml"/>
  <Override PartName="/ppt/tags/tag1841.xml" ContentType="application/vnd.openxmlformats-officedocument.presentationml.tags+xml"/>
  <Override PartName="/ppt/tags/tag1842.xml" ContentType="application/vnd.openxmlformats-officedocument.presentationml.tags+xml"/>
  <Override PartName="/ppt/tags/tag1843.xml" ContentType="application/vnd.openxmlformats-officedocument.presentationml.tags+xml"/>
  <Override PartName="/ppt/tags/tag1844.xml" ContentType="application/vnd.openxmlformats-officedocument.presentationml.tags+xml"/>
  <Override PartName="/ppt/tags/tag1845.xml" ContentType="application/vnd.openxmlformats-officedocument.presentationml.tags+xml"/>
  <Override PartName="/ppt/tags/tag1846.xml" ContentType="application/vnd.openxmlformats-officedocument.presentationml.tags+xml"/>
  <Override PartName="/ppt/tags/tag1847.xml" ContentType="application/vnd.openxmlformats-officedocument.presentationml.tags+xml"/>
  <Override PartName="/ppt/tags/tag1848.xml" ContentType="application/vnd.openxmlformats-officedocument.presentationml.tags+xml"/>
  <Override PartName="/ppt/tags/tag1849.xml" ContentType="application/vnd.openxmlformats-officedocument.presentationml.tags+xml"/>
  <Override PartName="/ppt/tags/tag1850.xml" ContentType="application/vnd.openxmlformats-officedocument.presentationml.tags+xml"/>
  <Override PartName="/ppt/tags/tag1851.xml" ContentType="application/vnd.openxmlformats-officedocument.presentationml.tags+xml"/>
  <Override PartName="/ppt/tags/tag1852.xml" ContentType="application/vnd.openxmlformats-officedocument.presentationml.tags+xml"/>
  <Override PartName="/ppt/tags/tag1853.xml" ContentType="application/vnd.openxmlformats-officedocument.presentationml.tags+xml"/>
  <Override PartName="/ppt/tags/tag1854.xml" ContentType="application/vnd.openxmlformats-officedocument.presentationml.tags+xml"/>
  <Override PartName="/ppt/tags/tag1855.xml" ContentType="application/vnd.openxmlformats-officedocument.presentationml.tags+xml"/>
  <Override PartName="/ppt/tags/tag1856.xml" ContentType="application/vnd.openxmlformats-officedocument.presentationml.tags+xml"/>
  <Override PartName="/ppt/tags/tag1857.xml" ContentType="application/vnd.openxmlformats-officedocument.presentationml.tags+xml"/>
  <Override PartName="/ppt/tags/tag1858.xml" ContentType="application/vnd.openxmlformats-officedocument.presentationml.tags+xml"/>
  <Override PartName="/ppt/notesSlides/notesSlide97.xml" ContentType="application/vnd.openxmlformats-officedocument.presentationml.notesSlide+xml"/>
  <Override PartName="/ppt/comments/modernComment_1C1_CA140B12.xml" ContentType="application/vnd.ms-powerpoint.comments+xml"/>
  <Override PartName="/ppt/tags/tag1859.xml" ContentType="application/vnd.openxmlformats-officedocument.presentationml.tags+xml"/>
  <Override PartName="/ppt/tags/tag1860.xml" ContentType="application/vnd.openxmlformats-officedocument.presentationml.tags+xml"/>
  <Override PartName="/ppt/tags/tag1861.xml" ContentType="application/vnd.openxmlformats-officedocument.presentationml.tags+xml"/>
  <Override PartName="/ppt/tags/tag1862.xml" ContentType="application/vnd.openxmlformats-officedocument.presentationml.tags+xml"/>
  <Override PartName="/ppt/tags/tag1863.xml" ContentType="application/vnd.openxmlformats-officedocument.presentationml.tags+xml"/>
  <Override PartName="/ppt/tags/tag1864.xml" ContentType="application/vnd.openxmlformats-officedocument.presentationml.tags+xml"/>
  <Override PartName="/ppt/tags/tag1865.xml" ContentType="application/vnd.openxmlformats-officedocument.presentationml.tags+xml"/>
  <Override PartName="/ppt/tags/tag1866.xml" ContentType="application/vnd.openxmlformats-officedocument.presentationml.tags+xml"/>
  <Override PartName="/ppt/tags/tag1867.xml" ContentType="application/vnd.openxmlformats-officedocument.presentationml.tags+xml"/>
  <Override PartName="/ppt/tags/tag1868.xml" ContentType="application/vnd.openxmlformats-officedocument.presentationml.tags+xml"/>
  <Override PartName="/ppt/tags/tag1869.xml" ContentType="application/vnd.openxmlformats-officedocument.presentationml.tags+xml"/>
  <Override PartName="/ppt/tags/tag1870.xml" ContentType="application/vnd.openxmlformats-officedocument.presentationml.tags+xml"/>
  <Override PartName="/ppt/tags/tag1871.xml" ContentType="application/vnd.openxmlformats-officedocument.presentationml.tags+xml"/>
  <Override PartName="/ppt/tags/tag1872.xml" ContentType="application/vnd.openxmlformats-officedocument.presentationml.tags+xml"/>
  <Override PartName="/ppt/tags/tag1873.xml" ContentType="application/vnd.openxmlformats-officedocument.presentationml.tags+xml"/>
  <Override PartName="/ppt/tags/tag1874.xml" ContentType="application/vnd.openxmlformats-officedocument.presentationml.tags+xml"/>
  <Override PartName="/ppt/tags/tag1875.xml" ContentType="application/vnd.openxmlformats-officedocument.presentationml.tags+xml"/>
  <Override PartName="/ppt/tags/tag1876.xml" ContentType="application/vnd.openxmlformats-officedocument.presentationml.tags+xml"/>
  <Override PartName="/ppt/tags/tag1877.xml" ContentType="application/vnd.openxmlformats-officedocument.presentationml.tags+xml"/>
  <Override PartName="/ppt/tags/tag1878.xml" ContentType="application/vnd.openxmlformats-officedocument.presentationml.tags+xml"/>
  <Override PartName="/ppt/tags/tag1879.xml" ContentType="application/vnd.openxmlformats-officedocument.presentationml.tags+xml"/>
  <Override PartName="/ppt/notesSlides/notesSlide98.xml" ContentType="application/vnd.openxmlformats-officedocument.presentationml.notesSlide+xml"/>
  <Override PartName="/ppt/comments/modernComment_1C2_8121924E.xml" ContentType="application/vnd.ms-powerpoint.comments+xml"/>
  <Override PartName="/ppt/tags/tag1880.xml" ContentType="application/vnd.openxmlformats-officedocument.presentationml.tags+xml"/>
  <Override PartName="/ppt/tags/tag1881.xml" ContentType="application/vnd.openxmlformats-officedocument.presentationml.tags+xml"/>
  <Override PartName="/ppt/tags/tag1882.xml" ContentType="application/vnd.openxmlformats-officedocument.presentationml.tags+xml"/>
  <Override PartName="/ppt/tags/tag1883.xml" ContentType="application/vnd.openxmlformats-officedocument.presentationml.tags+xml"/>
  <Override PartName="/ppt/tags/tag1884.xml" ContentType="application/vnd.openxmlformats-officedocument.presentationml.tags+xml"/>
  <Override PartName="/ppt/tags/tag1885.xml" ContentType="application/vnd.openxmlformats-officedocument.presentationml.tags+xml"/>
  <Override PartName="/ppt/tags/tag1886.xml" ContentType="application/vnd.openxmlformats-officedocument.presentationml.tags+xml"/>
  <Override PartName="/ppt/tags/tag1887.xml" ContentType="application/vnd.openxmlformats-officedocument.presentationml.tags+xml"/>
  <Override PartName="/ppt/tags/tag1888.xml" ContentType="application/vnd.openxmlformats-officedocument.presentationml.tags+xml"/>
  <Override PartName="/ppt/tags/tag1889.xml" ContentType="application/vnd.openxmlformats-officedocument.presentationml.tags+xml"/>
  <Override PartName="/ppt/tags/tag1890.xml" ContentType="application/vnd.openxmlformats-officedocument.presentationml.tags+xml"/>
  <Override PartName="/ppt/tags/tag1891.xml" ContentType="application/vnd.openxmlformats-officedocument.presentationml.tags+xml"/>
  <Override PartName="/ppt/tags/tag1892.xml" ContentType="application/vnd.openxmlformats-officedocument.presentationml.tags+xml"/>
  <Override PartName="/ppt/tags/tag1893.xml" ContentType="application/vnd.openxmlformats-officedocument.presentationml.tags+xml"/>
  <Override PartName="/ppt/tags/tag1894.xml" ContentType="application/vnd.openxmlformats-officedocument.presentationml.tags+xml"/>
  <Override PartName="/ppt/tags/tag1895.xml" ContentType="application/vnd.openxmlformats-officedocument.presentationml.tags+xml"/>
  <Override PartName="/ppt/tags/tag1896.xml" ContentType="application/vnd.openxmlformats-officedocument.presentationml.tags+xml"/>
  <Override PartName="/ppt/tags/tag1897.xml" ContentType="application/vnd.openxmlformats-officedocument.presentationml.tags+xml"/>
  <Override PartName="/ppt/tags/tag1898.xml" ContentType="application/vnd.openxmlformats-officedocument.presentationml.tags+xml"/>
  <Override PartName="/ppt/tags/tag1899.xml" ContentType="application/vnd.openxmlformats-officedocument.presentationml.tags+xml"/>
  <Override PartName="/ppt/tags/tag1900.xml" ContentType="application/vnd.openxmlformats-officedocument.presentationml.tags+xml"/>
  <Override PartName="/ppt/tags/tag1901.xml" ContentType="application/vnd.openxmlformats-officedocument.presentationml.tags+xml"/>
  <Override PartName="/ppt/tags/tag1902.xml" ContentType="application/vnd.openxmlformats-officedocument.presentationml.tags+xml"/>
  <Override PartName="/ppt/tags/tag1903.xml" ContentType="application/vnd.openxmlformats-officedocument.presentationml.tags+xml"/>
  <Override PartName="/ppt/tags/tag1904.xml" ContentType="application/vnd.openxmlformats-officedocument.presentationml.tags+xml"/>
  <Override PartName="/ppt/tags/tag1905.xml" ContentType="application/vnd.openxmlformats-officedocument.presentationml.tags+xml"/>
  <Override PartName="/ppt/tags/tag1906.xml" ContentType="application/vnd.openxmlformats-officedocument.presentationml.tags+xml"/>
  <Override PartName="/ppt/tags/tag1907.xml" ContentType="application/vnd.openxmlformats-officedocument.presentationml.tags+xml"/>
  <Override PartName="/ppt/tags/tag1908.xml" ContentType="application/vnd.openxmlformats-officedocument.presentationml.tags+xml"/>
  <Override PartName="/ppt/notesSlides/notesSlide99.xml" ContentType="application/vnd.openxmlformats-officedocument.presentationml.notesSlide+xml"/>
  <Override PartName="/ppt/comments/modernComment_1C3_7DF10DE8.xml" ContentType="application/vnd.ms-powerpoint.comments+xml"/>
  <Override PartName="/ppt/tags/tag1909.xml" ContentType="application/vnd.openxmlformats-officedocument.presentationml.tags+xml"/>
  <Override PartName="/ppt/tags/tag1910.xml" ContentType="application/vnd.openxmlformats-officedocument.presentationml.tags+xml"/>
  <Override PartName="/ppt/tags/tag1911.xml" ContentType="application/vnd.openxmlformats-officedocument.presentationml.tags+xml"/>
  <Override PartName="/ppt/tags/tag1912.xml" ContentType="application/vnd.openxmlformats-officedocument.presentationml.tags+xml"/>
  <Override PartName="/ppt/tags/tag1913.xml" ContentType="application/vnd.openxmlformats-officedocument.presentationml.tags+xml"/>
  <Override PartName="/ppt/tags/tag1914.xml" ContentType="application/vnd.openxmlformats-officedocument.presentationml.tags+xml"/>
  <Override PartName="/ppt/tags/tag1915.xml" ContentType="application/vnd.openxmlformats-officedocument.presentationml.tags+xml"/>
  <Override PartName="/ppt/tags/tag1916.xml" ContentType="application/vnd.openxmlformats-officedocument.presentationml.tags+xml"/>
  <Override PartName="/ppt/tags/tag1917.xml" ContentType="application/vnd.openxmlformats-officedocument.presentationml.tags+xml"/>
  <Override PartName="/ppt/tags/tag1918.xml" ContentType="application/vnd.openxmlformats-officedocument.presentationml.tags+xml"/>
  <Override PartName="/ppt/tags/tag1919.xml" ContentType="application/vnd.openxmlformats-officedocument.presentationml.tags+xml"/>
  <Override PartName="/ppt/tags/tag1920.xml" ContentType="application/vnd.openxmlformats-officedocument.presentationml.tags+xml"/>
  <Override PartName="/ppt/tags/tag1921.xml" ContentType="application/vnd.openxmlformats-officedocument.presentationml.tags+xml"/>
  <Override PartName="/ppt/tags/tag1922.xml" ContentType="application/vnd.openxmlformats-officedocument.presentationml.tags+xml"/>
  <Override PartName="/ppt/tags/tag1923.xml" ContentType="application/vnd.openxmlformats-officedocument.presentationml.tags+xml"/>
  <Override PartName="/ppt/tags/tag1924.xml" ContentType="application/vnd.openxmlformats-officedocument.presentationml.tags+xml"/>
  <Override PartName="/ppt/tags/tag1925.xml" ContentType="application/vnd.openxmlformats-officedocument.presentationml.tags+xml"/>
  <Override PartName="/ppt/tags/tag1926.xml" ContentType="application/vnd.openxmlformats-officedocument.presentationml.tags+xml"/>
  <Override PartName="/ppt/tags/tag1927.xml" ContentType="application/vnd.openxmlformats-officedocument.presentationml.tags+xml"/>
  <Override PartName="/ppt/tags/tag1928.xml" ContentType="application/vnd.openxmlformats-officedocument.presentationml.tags+xml"/>
  <Override PartName="/ppt/tags/tag1929.xml" ContentType="application/vnd.openxmlformats-officedocument.presentationml.tags+xml"/>
  <Override PartName="/ppt/tags/tag1930.xml" ContentType="application/vnd.openxmlformats-officedocument.presentationml.tags+xml"/>
  <Override PartName="/ppt/tags/tag1931.xml" ContentType="application/vnd.openxmlformats-officedocument.presentationml.tags+xml"/>
  <Override PartName="/ppt/tags/tag1932.xml" ContentType="application/vnd.openxmlformats-officedocument.presentationml.tags+xml"/>
  <Override PartName="/ppt/tags/tag1933.xml" ContentType="application/vnd.openxmlformats-officedocument.presentationml.tags+xml"/>
  <Override PartName="/ppt/tags/tag1934.xml" ContentType="application/vnd.openxmlformats-officedocument.presentationml.tags+xml"/>
  <Override PartName="/ppt/tags/tag1935.xml" ContentType="application/vnd.openxmlformats-officedocument.presentationml.tags+xml"/>
  <Override PartName="/ppt/tags/tag1936.xml" ContentType="application/vnd.openxmlformats-officedocument.presentationml.tags+xml"/>
  <Override PartName="/ppt/tags/tag1937.xml" ContentType="application/vnd.openxmlformats-officedocument.presentationml.tags+xml"/>
  <Override PartName="/ppt/tags/tag1938.xml" ContentType="application/vnd.openxmlformats-officedocument.presentationml.tags+xml"/>
  <Override PartName="/ppt/notesSlides/notesSlide100.xml" ContentType="application/vnd.openxmlformats-officedocument.presentationml.notesSlide+xml"/>
  <Override PartName="/ppt/comments/modernComment_1C4_44E0BBEA.xml" ContentType="application/vnd.ms-powerpoint.comments+xml"/>
  <Override PartName="/ppt/tags/tag1939.xml" ContentType="application/vnd.openxmlformats-officedocument.presentationml.tags+xml"/>
  <Override PartName="/ppt/tags/tag1940.xml" ContentType="application/vnd.openxmlformats-officedocument.presentationml.tags+xml"/>
  <Override PartName="/ppt/tags/tag1941.xml" ContentType="application/vnd.openxmlformats-officedocument.presentationml.tags+xml"/>
  <Override PartName="/ppt/tags/tag1942.xml" ContentType="application/vnd.openxmlformats-officedocument.presentationml.tags+xml"/>
  <Override PartName="/ppt/tags/tag1943.xml" ContentType="application/vnd.openxmlformats-officedocument.presentationml.tags+xml"/>
  <Override PartName="/ppt/tags/tag1944.xml" ContentType="application/vnd.openxmlformats-officedocument.presentationml.tags+xml"/>
  <Override PartName="/ppt/tags/tag1945.xml" ContentType="application/vnd.openxmlformats-officedocument.presentationml.tags+xml"/>
  <Override PartName="/ppt/tags/tag1946.xml" ContentType="application/vnd.openxmlformats-officedocument.presentationml.tags+xml"/>
  <Override PartName="/ppt/tags/tag1947.xml" ContentType="application/vnd.openxmlformats-officedocument.presentationml.tags+xml"/>
  <Override PartName="/ppt/tags/tag1948.xml" ContentType="application/vnd.openxmlformats-officedocument.presentationml.tags+xml"/>
  <Override PartName="/ppt/tags/tag1949.xml" ContentType="application/vnd.openxmlformats-officedocument.presentationml.tags+xml"/>
  <Override PartName="/ppt/tags/tag1950.xml" ContentType="application/vnd.openxmlformats-officedocument.presentationml.tags+xml"/>
  <Override PartName="/ppt/tags/tag1951.xml" ContentType="application/vnd.openxmlformats-officedocument.presentationml.tags+xml"/>
  <Override PartName="/ppt/tags/tag1952.xml" ContentType="application/vnd.openxmlformats-officedocument.presentationml.tags+xml"/>
  <Override PartName="/ppt/tags/tag1953.xml" ContentType="application/vnd.openxmlformats-officedocument.presentationml.tags+xml"/>
  <Override PartName="/ppt/tags/tag1954.xml" ContentType="application/vnd.openxmlformats-officedocument.presentationml.tags+xml"/>
  <Override PartName="/ppt/tags/tag1955.xml" ContentType="application/vnd.openxmlformats-officedocument.presentationml.tags+xml"/>
  <Override PartName="/ppt/tags/tag1956.xml" ContentType="application/vnd.openxmlformats-officedocument.presentationml.tags+xml"/>
  <Override PartName="/ppt/tags/tag1957.xml" ContentType="application/vnd.openxmlformats-officedocument.presentationml.tags+xml"/>
  <Override PartName="/ppt/tags/tag1958.xml" ContentType="application/vnd.openxmlformats-officedocument.presentationml.tags+xml"/>
  <Override PartName="/ppt/tags/tag1959.xml" ContentType="application/vnd.openxmlformats-officedocument.presentationml.tags+xml"/>
  <Override PartName="/ppt/tags/tag1960.xml" ContentType="application/vnd.openxmlformats-officedocument.presentationml.tags+xml"/>
  <Override PartName="/ppt/tags/tag1961.xml" ContentType="application/vnd.openxmlformats-officedocument.presentationml.tags+xml"/>
  <Override PartName="/ppt/tags/tag1962.xml" ContentType="application/vnd.openxmlformats-officedocument.presentationml.tags+xml"/>
  <Override PartName="/ppt/tags/tag1963.xml" ContentType="application/vnd.openxmlformats-officedocument.presentationml.tags+xml"/>
  <Override PartName="/ppt/tags/tag1964.xml" ContentType="application/vnd.openxmlformats-officedocument.presentationml.tags+xml"/>
  <Override PartName="/ppt/tags/tag1965.xml" ContentType="application/vnd.openxmlformats-officedocument.presentationml.tags+xml"/>
  <Override PartName="/ppt/tags/tag1966.xml" ContentType="application/vnd.openxmlformats-officedocument.presentationml.tags+xml"/>
  <Override PartName="/ppt/tags/tag1967.xml" ContentType="application/vnd.openxmlformats-officedocument.presentationml.tags+xml"/>
  <Override PartName="/ppt/tags/tag1968.xml" ContentType="application/vnd.openxmlformats-officedocument.presentationml.tags+xml"/>
  <Override PartName="/ppt/tags/tag1969.xml" ContentType="application/vnd.openxmlformats-officedocument.presentationml.tags+xml"/>
  <Override PartName="/ppt/notesSlides/notesSlide101.xml" ContentType="application/vnd.openxmlformats-officedocument.presentationml.notesSlide+xml"/>
  <Override PartName="/ppt/comments/modernComment_1C5_E75F840B.xml" ContentType="application/vnd.ms-powerpoint.comments+xml"/>
  <Override PartName="/ppt/tags/tag1970.xml" ContentType="application/vnd.openxmlformats-officedocument.presentationml.tags+xml"/>
  <Override PartName="/ppt/tags/tag1971.xml" ContentType="application/vnd.openxmlformats-officedocument.presentationml.tags+xml"/>
  <Override PartName="/ppt/tags/tag1972.xml" ContentType="application/vnd.openxmlformats-officedocument.presentationml.tags+xml"/>
  <Override PartName="/ppt/tags/tag1973.xml" ContentType="application/vnd.openxmlformats-officedocument.presentationml.tags+xml"/>
  <Override PartName="/ppt/tags/tag1974.xml" ContentType="application/vnd.openxmlformats-officedocument.presentationml.tags+xml"/>
  <Override PartName="/ppt/tags/tag1975.xml" ContentType="application/vnd.openxmlformats-officedocument.presentationml.tags+xml"/>
  <Override PartName="/ppt/tags/tag1976.xml" ContentType="application/vnd.openxmlformats-officedocument.presentationml.tags+xml"/>
  <Override PartName="/ppt/tags/tag1977.xml" ContentType="application/vnd.openxmlformats-officedocument.presentationml.tags+xml"/>
  <Override PartName="/ppt/tags/tag1978.xml" ContentType="application/vnd.openxmlformats-officedocument.presentationml.tags+xml"/>
  <Override PartName="/ppt/tags/tag1979.xml" ContentType="application/vnd.openxmlformats-officedocument.presentationml.tags+xml"/>
  <Override PartName="/ppt/tags/tag1980.xml" ContentType="application/vnd.openxmlformats-officedocument.presentationml.tags+xml"/>
  <Override PartName="/ppt/tags/tag1981.xml" ContentType="application/vnd.openxmlformats-officedocument.presentationml.tags+xml"/>
  <Override PartName="/ppt/tags/tag1982.xml" ContentType="application/vnd.openxmlformats-officedocument.presentationml.tags+xml"/>
  <Override PartName="/ppt/tags/tag1983.xml" ContentType="application/vnd.openxmlformats-officedocument.presentationml.tags+xml"/>
  <Override PartName="/ppt/tags/tag1984.xml" ContentType="application/vnd.openxmlformats-officedocument.presentationml.tags+xml"/>
  <Override PartName="/ppt/tags/tag1985.xml" ContentType="application/vnd.openxmlformats-officedocument.presentationml.tags+xml"/>
  <Override PartName="/ppt/tags/tag1986.xml" ContentType="application/vnd.openxmlformats-officedocument.presentationml.tags+xml"/>
  <Override PartName="/ppt/tags/tag1987.xml" ContentType="application/vnd.openxmlformats-officedocument.presentationml.tags+xml"/>
  <Override PartName="/ppt/tags/tag1988.xml" ContentType="application/vnd.openxmlformats-officedocument.presentationml.tags+xml"/>
  <Override PartName="/ppt/tags/tag1989.xml" ContentType="application/vnd.openxmlformats-officedocument.presentationml.tags+xml"/>
  <Override PartName="/ppt/tags/tag1990.xml" ContentType="application/vnd.openxmlformats-officedocument.presentationml.tags+xml"/>
  <Override PartName="/ppt/notesSlides/notesSlide102.xml" ContentType="application/vnd.openxmlformats-officedocument.presentationml.notesSlide+xml"/>
  <Override PartName="/ppt/comments/modernComment_1C6_87E41D88.xml" ContentType="application/vnd.ms-powerpoint.comments+xml"/>
  <Override PartName="/ppt/tags/tag1991.xml" ContentType="application/vnd.openxmlformats-officedocument.presentationml.tags+xml"/>
  <Override PartName="/ppt/tags/tag1992.xml" ContentType="application/vnd.openxmlformats-officedocument.presentationml.tags+xml"/>
  <Override PartName="/ppt/tags/tag1993.xml" ContentType="application/vnd.openxmlformats-officedocument.presentationml.tags+xml"/>
  <Override PartName="/ppt/tags/tag1994.xml" ContentType="application/vnd.openxmlformats-officedocument.presentationml.tags+xml"/>
  <Override PartName="/ppt/tags/tag1995.xml" ContentType="application/vnd.openxmlformats-officedocument.presentationml.tags+xml"/>
  <Override PartName="/ppt/tags/tag1996.xml" ContentType="application/vnd.openxmlformats-officedocument.presentationml.tags+xml"/>
  <Override PartName="/ppt/tags/tag1997.xml" ContentType="application/vnd.openxmlformats-officedocument.presentationml.tags+xml"/>
  <Override PartName="/ppt/tags/tag1998.xml" ContentType="application/vnd.openxmlformats-officedocument.presentationml.tags+xml"/>
  <Override PartName="/ppt/tags/tag1999.xml" ContentType="application/vnd.openxmlformats-officedocument.presentationml.tags+xml"/>
  <Override PartName="/ppt/tags/tag2000.xml" ContentType="application/vnd.openxmlformats-officedocument.presentationml.tags+xml"/>
  <Override PartName="/ppt/tags/tag2001.xml" ContentType="application/vnd.openxmlformats-officedocument.presentationml.tags+xml"/>
  <Override PartName="/ppt/tags/tag2002.xml" ContentType="application/vnd.openxmlformats-officedocument.presentationml.tags+xml"/>
  <Override PartName="/ppt/tags/tag2003.xml" ContentType="application/vnd.openxmlformats-officedocument.presentationml.tags+xml"/>
  <Override PartName="/ppt/tags/tag2004.xml" ContentType="application/vnd.openxmlformats-officedocument.presentationml.tags+xml"/>
  <Override PartName="/ppt/tags/tag2005.xml" ContentType="application/vnd.openxmlformats-officedocument.presentationml.tags+xml"/>
  <Override PartName="/ppt/tags/tag2006.xml" ContentType="application/vnd.openxmlformats-officedocument.presentationml.tags+xml"/>
  <Override PartName="/ppt/tags/tag2007.xml" ContentType="application/vnd.openxmlformats-officedocument.presentationml.tags+xml"/>
  <Override PartName="/ppt/tags/tag2008.xml" ContentType="application/vnd.openxmlformats-officedocument.presentationml.tags+xml"/>
  <Override PartName="/ppt/tags/tag2009.xml" ContentType="application/vnd.openxmlformats-officedocument.presentationml.tags+xml"/>
  <Override PartName="/ppt/tags/tag2010.xml" ContentType="application/vnd.openxmlformats-officedocument.presentationml.tags+xml"/>
  <Override PartName="/ppt/tags/tag2011.xml" ContentType="application/vnd.openxmlformats-officedocument.presentationml.tags+xml"/>
  <Override PartName="/ppt/tags/tag2012.xml" ContentType="application/vnd.openxmlformats-officedocument.presentationml.tags+xml"/>
  <Override PartName="/ppt/notesSlides/notesSlide103.xml" ContentType="application/vnd.openxmlformats-officedocument.presentationml.notesSlide+xml"/>
  <Override PartName="/ppt/comments/modernComment_1C7_CE707C4E.xml" ContentType="application/vnd.ms-powerpoint.comments+xml"/>
  <Override PartName="/ppt/tags/tag2013.xml" ContentType="application/vnd.openxmlformats-officedocument.presentationml.tags+xml"/>
  <Override PartName="/ppt/tags/tag2014.xml" ContentType="application/vnd.openxmlformats-officedocument.presentationml.tags+xml"/>
  <Override PartName="/ppt/tags/tag2015.xml" ContentType="application/vnd.openxmlformats-officedocument.presentationml.tags+xml"/>
  <Override PartName="/ppt/tags/tag2016.xml" ContentType="application/vnd.openxmlformats-officedocument.presentationml.tags+xml"/>
  <Override PartName="/ppt/tags/tag2017.xml" ContentType="application/vnd.openxmlformats-officedocument.presentationml.tags+xml"/>
  <Override PartName="/ppt/tags/tag2018.xml" ContentType="application/vnd.openxmlformats-officedocument.presentationml.tags+xml"/>
  <Override PartName="/ppt/tags/tag2019.xml" ContentType="application/vnd.openxmlformats-officedocument.presentationml.tags+xml"/>
  <Override PartName="/ppt/tags/tag2020.xml" ContentType="application/vnd.openxmlformats-officedocument.presentationml.tags+xml"/>
  <Override PartName="/ppt/tags/tag2021.xml" ContentType="application/vnd.openxmlformats-officedocument.presentationml.tags+xml"/>
  <Override PartName="/ppt/tags/tag2022.xml" ContentType="application/vnd.openxmlformats-officedocument.presentationml.tags+xml"/>
  <Override PartName="/ppt/tags/tag2023.xml" ContentType="application/vnd.openxmlformats-officedocument.presentationml.tags+xml"/>
  <Override PartName="/ppt/tags/tag2024.xml" ContentType="application/vnd.openxmlformats-officedocument.presentationml.tags+xml"/>
  <Override PartName="/ppt/tags/tag2025.xml" ContentType="application/vnd.openxmlformats-officedocument.presentationml.tags+xml"/>
  <Override PartName="/ppt/tags/tag2026.xml" ContentType="application/vnd.openxmlformats-officedocument.presentationml.tags+xml"/>
  <Override PartName="/ppt/tags/tag2027.xml" ContentType="application/vnd.openxmlformats-officedocument.presentationml.tags+xml"/>
  <Override PartName="/ppt/tags/tag2028.xml" ContentType="application/vnd.openxmlformats-officedocument.presentationml.tags+xml"/>
  <Override PartName="/ppt/tags/tag2029.xml" ContentType="application/vnd.openxmlformats-officedocument.presentationml.tags+xml"/>
  <Override PartName="/ppt/tags/tag2030.xml" ContentType="application/vnd.openxmlformats-officedocument.presentationml.tags+xml"/>
  <Override PartName="/ppt/tags/tag2031.xml" ContentType="application/vnd.openxmlformats-officedocument.presentationml.tags+xml"/>
  <Override PartName="/ppt/tags/tag2032.xml" ContentType="application/vnd.openxmlformats-officedocument.presentationml.tags+xml"/>
  <Override PartName="/ppt/tags/tag2033.xml" ContentType="application/vnd.openxmlformats-officedocument.presentationml.tags+xml"/>
  <Override PartName="/ppt/tags/tag2034.xml" ContentType="application/vnd.openxmlformats-officedocument.presentationml.tags+xml"/>
  <Override PartName="/ppt/tags/tag2035.xml" ContentType="application/vnd.openxmlformats-officedocument.presentationml.tags+xml"/>
  <Override PartName="/ppt/notesSlides/notesSlide104.xml" ContentType="application/vnd.openxmlformats-officedocument.presentationml.notesSlide+xml"/>
  <Override PartName="/ppt/comments/modernComment_1C8_4C377C36.xml" ContentType="application/vnd.ms-powerpoint.comments+xml"/>
  <Override PartName="/ppt/tags/tag2036.xml" ContentType="application/vnd.openxmlformats-officedocument.presentationml.tags+xml"/>
  <Override PartName="/ppt/tags/tag2037.xml" ContentType="application/vnd.openxmlformats-officedocument.presentationml.tags+xml"/>
  <Override PartName="/ppt/tags/tag2038.xml" ContentType="application/vnd.openxmlformats-officedocument.presentationml.tags+xml"/>
  <Override PartName="/ppt/tags/tag2039.xml" ContentType="application/vnd.openxmlformats-officedocument.presentationml.tags+xml"/>
  <Override PartName="/ppt/tags/tag2040.xml" ContentType="application/vnd.openxmlformats-officedocument.presentationml.tags+xml"/>
  <Override PartName="/ppt/tags/tag2041.xml" ContentType="application/vnd.openxmlformats-officedocument.presentationml.tags+xml"/>
  <Override PartName="/ppt/tags/tag2042.xml" ContentType="application/vnd.openxmlformats-officedocument.presentationml.tags+xml"/>
  <Override PartName="/ppt/tags/tag2043.xml" ContentType="application/vnd.openxmlformats-officedocument.presentationml.tags+xml"/>
  <Override PartName="/ppt/tags/tag2044.xml" ContentType="application/vnd.openxmlformats-officedocument.presentationml.tags+xml"/>
  <Override PartName="/ppt/tags/tag2045.xml" ContentType="application/vnd.openxmlformats-officedocument.presentationml.tags+xml"/>
  <Override PartName="/ppt/tags/tag2046.xml" ContentType="application/vnd.openxmlformats-officedocument.presentationml.tags+xml"/>
  <Override PartName="/ppt/tags/tag2047.xml" ContentType="application/vnd.openxmlformats-officedocument.presentationml.tags+xml"/>
  <Override PartName="/ppt/tags/tag2048.xml" ContentType="application/vnd.openxmlformats-officedocument.presentationml.tags+xml"/>
  <Override PartName="/ppt/tags/tag2049.xml" ContentType="application/vnd.openxmlformats-officedocument.presentationml.tags+xml"/>
  <Override PartName="/ppt/tags/tag2050.xml" ContentType="application/vnd.openxmlformats-officedocument.presentationml.tags+xml"/>
  <Override PartName="/ppt/tags/tag2051.xml" ContentType="application/vnd.openxmlformats-officedocument.presentationml.tags+xml"/>
  <Override PartName="/ppt/tags/tag2052.xml" ContentType="application/vnd.openxmlformats-officedocument.presentationml.tags+xml"/>
  <Override PartName="/ppt/tags/tag2053.xml" ContentType="application/vnd.openxmlformats-officedocument.presentationml.tags+xml"/>
  <Override PartName="/ppt/tags/tag2054.xml" ContentType="application/vnd.openxmlformats-officedocument.presentationml.tags+xml"/>
  <Override PartName="/ppt/tags/tag2055.xml" ContentType="application/vnd.openxmlformats-officedocument.presentationml.tags+xml"/>
  <Override PartName="/ppt/tags/tag2056.xml" ContentType="application/vnd.openxmlformats-officedocument.presentationml.tags+xml"/>
  <Override PartName="/ppt/tags/tag2057.xml" ContentType="application/vnd.openxmlformats-officedocument.presentationml.tags+xml"/>
  <Override PartName="/ppt/tags/tag2058.xml" ContentType="application/vnd.openxmlformats-officedocument.presentationml.tags+xml"/>
  <Override PartName="/ppt/tags/tag2059.xml" ContentType="application/vnd.openxmlformats-officedocument.presentationml.tags+xml"/>
  <Override PartName="/ppt/notesSlides/notesSlide105.xml" ContentType="application/vnd.openxmlformats-officedocument.presentationml.notesSlide+xml"/>
  <Override PartName="/ppt/comments/modernComment_1C9_CA1AAA90.xml" ContentType="application/vnd.ms-powerpoint.comments+xml"/>
  <Override PartName="/ppt/tags/tag2060.xml" ContentType="application/vnd.openxmlformats-officedocument.presentationml.tags+xml"/>
  <Override PartName="/ppt/tags/tag2061.xml" ContentType="application/vnd.openxmlformats-officedocument.presentationml.tags+xml"/>
  <Override PartName="/ppt/tags/tag2062.xml" ContentType="application/vnd.openxmlformats-officedocument.presentationml.tags+xml"/>
  <Override PartName="/ppt/tags/tag2063.xml" ContentType="application/vnd.openxmlformats-officedocument.presentationml.tags+xml"/>
  <Override PartName="/ppt/tags/tag2064.xml" ContentType="application/vnd.openxmlformats-officedocument.presentationml.tags+xml"/>
  <Override PartName="/ppt/tags/tag2065.xml" ContentType="application/vnd.openxmlformats-officedocument.presentationml.tags+xml"/>
  <Override PartName="/ppt/tags/tag2066.xml" ContentType="application/vnd.openxmlformats-officedocument.presentationml.tags+xml"/>
  <Override PartName="/ppt/tags/tag2067.xml" ContentType="application/vnd.openxmlformats-officedocument.presentationml.tags+xml"/>
  <Override PartName="/ppt/tags/tag2068.xml" ContentType="application/vnd.openxmlformats-officedocument.presentationml.tags+xml"/>
  <Override PartName="/ppt/tags/tag2069.xml" ContentType="application/vnd.openxmlformats-officedocument.presentationml.tags+xml"/>
  <Override PartName="/ppt/tags/tag2070.xml" ContentType="application/vnd.openxmlformats-officedocument.presentationml.tags+xml"/>
  <Override PartName="/ppt/tags/tag2071.xml" ContentType="application/vnd.openxmlformats-officedocument.presentationml.tags+xml"/>
  <Override PartName="/ppt/tags/tag2072.xml" ContentType="application/vnd.openxmlformats-officedocument.presentationml.tags+xml"/>
  <Override PartName="/ppt/tags/tag2073.xml" ContentType="application/vnd.openxmlformats-officedocument.presentationml.tags+xml"/>
  <Override PartName="/ppt/tags/tag2074.xml" ContentType="application/vnd.openxmlformats-officedocument.presentationml.tags+xml"/>
  <Override PartName="/ppt/tags/tag2075.xml" ContentType="application/vnd.openxmlformats-officedocument.presentationml.tags+xml"/>
  <Override PartName="/ppt/tags/tag2076.xml" ContentType="application/vnd.openxmlformats-officedocument.presentationml.tags+xml"/>
  <Override PartName="/ppt/tags/tag2077.xml" ContentType="application/vnd.openxmlformats-officedocument.presentationml.tags+xml"/>
  <Override PartName="/ppt/tags/tag2078.xml" ContentType="application/vnd.openxmlformats-officedocument.presentationml.tags+xml"/>
  <Override PartName="/ppt/tags/tag2079.xml" ContentType="application/vnd.openxmlformats-officedocument.presentationml.tags+xml"/>
  <Override PartName="/ppt/tags/tag2080.xml" ContentType="application/vnd.openxmlformats-officedocument.presentationml.tags+xml"/>
  <Override PartName="/ppt/tags/tag2081.xml" ContentType="application/vnd.openxmlformats-officedocument.presentationml.tags+xml"/>
  <Override PartName="/ppt/tags/tag2082.xml" ContentType="application/vnd.openxmlformats-officedocument.presentationml.tags+xml"/>
  <Override PartName="/ppt/tags/tag2083.xml" ContentType="application/vnd.openxmlformats-officedocument.presentationml.tags+xml"/>
  <Override PartName="/ppt/tags/tag2084.xml" ContentType="application/vnd.openxmlformats-officedocument.presentationml.tags+xml"/>
  <Override PartName="/ppt/tags/tag2085.xml" ContentType="application/vnd.openxmlformats-officedocument.presentationml.tags+xml"/>
  <Override PartName="/ppt/tags/tag2086.xml" ContentType="application/vnd.openxmlformats-officedocument.presentationml.tags+xml"/>
  <Override PartName="/ppt/tags/tag2087.xml" ContentType="application/vnd.openxmlformats-officedocument.presentationml.tags+xml"/>
  <Override PartName="/ppt/tags/tag2088.xml" ContentType="application/vnd.openxmlformats-officedocument.presentationml.tags+xml"/>
  <Override PartName="/ppt/tags/tag2089.xml" ContentType="application/vnd.openxmlformats-officedocument.presentationml.tags+xml"/>
  <Override PartName="/ppt/tags/tag2090.xml" ContentType="application/vnd.openxmlformats-officedocument.presentationml.tags+xml"/>
  <Override PartName="/ppt/tags/tag2091.xml" ContentType="application/vnd.openxmlformats-officedocument.presentationml.tags+xml"/>
  <Override PartName="/ppt/tags/tag2092.xml" ContentType="application/vnd.openxmlformats-officedocument.presentationml.tags+xml"/>
  <Override PartName="/ppt/tags/tag2093.xml" ContentType="application/vnd.openxmlformats-officedocument.presentationml.tags+xml"/>
  <Override PartName="/ppt/tags/tag2094.xml" ContentType="application/vnd.openxmlformats-officedocument.presentationml.tags+xml"/>
  <Override PartName="/ppt/tags/tag2095.xml" ContentType="application/vnd.openxmlformats-officedocument.presentationml.tags+xml"/>
  <Override PartName="/ppt/tags/tag2096.xml" ContentType="application/vnd.openxmlformats-officedocument.presentationml.tags+xml"/>
  <Override PartName="/ppt/tags/tag2097.xml" ContentType="application/vnd.openxmlformats-officedocument.presentationml.tags+xml"/>
  <Override PartName="/ppt/notesSlides/notesSlide106.xml" ContentType="application/vnd.openxmlformats-officedocument.presentationml.notesSlide+xml"/>
  <Override PartName="/ppt/comments/modernComment_1CA_9EC9478F.xml" ContentType="application/vnd.ms-powerpoint.comments+xml"/>
  <Override PartName="/ppt/tags/tag2098.xml" ContentType="application/vnd.openxmlformats-officedocument.presentationml.tags+xml"/>
  <Override PartName="/ppt/tags/tag2099.xml" ContentType="application/vnd.openxmlformats-officedocument.presentationml.tags+xml"/>
  <Override PartName="/ppt/tags/tag2100.xml" ContentType="application/vnd.openxmlformats-officedocument.presentationml.tags+xml"/>
  <Override PartName="/ppt/tags/tag2101.xml" ContentType="application/vnd.openxmlformats-officedocument.presentationml.tags+xml"/>
  <Override PartName="/ppt/tags/tag2102.xml" ContentType="application/vnd.openxmlformats-officedocument.presentationml.tags+xml"/>
  <Override PartName="/ppt/tags/tag2103.xml" ContentType="application/vnd.openxmlformats-officedocument.presentationml.tags+xml"/>
  <Override PartName="/ppt/tags/tag2104.xml" ContentType="application/vnd.openxmlformats-officedocument.presentationml.tags+xml"/>
  <Override PartName="/ppt/tags/tag2105.xml" ContentType="application/vnd.openxmlformats-officedocument.presentationml.tags+xml"/>
  <Override PartName="/ppt/tags/tag2106.xml" ContentType="application/vnd.openxmlformats-officedocument.presentationml.tags+xml"/>
  <Override PartName="/ppt/tags/tag2107.xml" ContentType="application/vnd.openxmlformats-officedocument.presentationml.tags+xml"/>
  <Override PartName="/ppt/tags/tag2108.xml" ContentType="application/vnd.openxmlformats-officedocument.presentationml.tags+xml"/>
  <Override PartName="/ppt/tags/tag2109.xml" ContentType="application/vnd.openxmlformats-officedocument.presentationml.tags+xml"/>
  <Override PartName="/ppt/tags/tag2110.xml" ContentType="application/vnd.openxmlformats-officedocument.presentationml.tags+xml"/>
  <Override PartName="/ppt/tags/tag2111.xml" ContentType="application/vnd.openxmlformats-officedocument.presentationml.tags+xml"/>
  <Override PartName="/ppt/tags/tag2112.xml" ContentType="application/vnd.openxmlformats-officedocument.presentationml.tags+xml"/>
  <Override PartName="/ppt/tags/tag2113.xml" ContentType="application/vnd.openxmlformats-officedocument.presentationml.tags+xml"/>
  <Override PartName="/ppt/tags/tag2114.xml" ContentType="application/vnd.openxmlformats-officedocument.presentationml.tags+xml"/>
  <Override PartName="/ppt/tags/tag2115.xml" ContentType="application/vnd.openxmlformats-officedocument.presentationml.tags+xml"/>
  <Override PartName="/ppt/tags/tag2116.xml" ContentType="application/vnd.openxmlformats-officedocument.presentationml.tags+xml"/>
  <Override PartName="/ppt/tags/tag2117.xml" ContentType="application/vnd.openxmlformats-officedocument.presentationml.tags+xml"/>
  <Override PartName="/ppt/tags/tag2118.xml" ContentType="application/vnd.openxmlformats-officedocument.presentationml.tags+xml"/>
  <Override PartName="/ppt/tags/tag2119.xml" ContentType="application/vnd.openxmlformats-officedocument.presentationml.tags+xml"/>
  <Override PartName="/ppt/tags/tag2120.xml" ContentType="application/vnd.openxmlformats-officedocument.presentationml.tags+xml"/>
  <Override PartName="/ppt/tags/tag2121.xml" ContentType="application/vnd.openxmlformats-officedocument.presentationml.tags+xml"/>
  <Override PartName="/ppt/tags/tag2122.xml" ContentType="application/vnd.openxmlformats-officedocument.presentationml.tags+xml"/>
  <Override PartName="/ppt/tags/tag2123.xml" ContentType="application/vnd.openxmlformats-officedocument.presentationml.tags+xml"/>
  <Override PartName="/ppt/tags/tag2124.xml" ContentType="application/vnd.openxmlformats-officedocument.presentationml.tags+xml"/>
  <Override PartName="/ppt/tags/tag2125.xml" ContentType="application/vnd.openxmlformats-officedocument.presentationml.tags+xml"/>
  <Override PartName="/ppt/tags/tag2126.xml" ContentType="application/vnd.openxmlformats-officedocument.presentationml.tags+xml"/>
  <Override PartName="/ppt/tags/tag2127.xml" ContentType="application/vnd.openxmlformats-officedocument.presentationml.tags+xml"/>
  <Override PartName="/ppt/tags/tag2128.xml" ContentType="application/vnd.openxmlformats-officedocument.presentationml.tags+xml"/>
  <Override PartName="/ppt/tags/tag2129.xml" ContentType="application/vnd.openxmlformats-officedocument.presentationml.tags+xml"/>
  <Override PartName="/ppt/tags/tag2130.xml" ContentType="application/vnd.openxmlformats-officedocument.presentationml.tags+xml"/>
  <Override PartName="/ppt/tags/tag2131.xml" ContentType="application/vnd.openxmlformats-officedocument.presentationml.tags+xml"/>
  <Override PartName="/ppt/tags/tag2132.xml" ContentType="application/vnd.openxmlformats-officedocument.presentationml.tags+xml"/>
  <Override PartName="/ppt/tags/tag2133.xml" ContentType="application/vnd.openxmlformats-officedocument.presentationml.tags+xml"/>
  <Override PartName="/ppt/tags/tag2134.xml" ContentType="application/vnd.openxmlformats-officedocument.presentationml.tags+xml"/>
  <Override PartName="/ppt/tags/tag2135.xml" ContentType="application/vnd.openxmlformats-officedocument.presentationml.tags+xml"/>
  <Override PartName="/ppt/tags/tag2136.xml" ContentType="application/vnd.openxmlformats-officedocument.presentationml.tags+xml"/>
  <Override PartName="/ppt/notesSlides/notesSlide107.xml" ContentType="application/vnd.openxmlformats-officedocument.presentationml.notesSlide+xml"/>
  <Override PartName="/ppt/comments/modernComment_1CB_1A43EB19.xml" ContentType="application/vnd.ms-powerpoint.comments+xml"/>
  <Override PartName="/ppt/tags/tag2137.xml" ContentType="application/vnd.openxmlformats-officedocument.presentationml.tags+xml"/>
  <Override PartName="/ppt/tags/tag2138.xml" ContentType="application/vnd.openxmlformats-officedocument.presentationml.tags+xml"/>
  <Override PartName="/ppt/tags/tag2139.xml" ContentType="application/vnd.openxmlformats-officedocument.presentationml.tags+xml"/>
  <Override PartName="/ppt/tags/tag2140.xml" ContentType="application/vnd.openxmlformats-officedocument.presentationml.tags+xml"/>
  <Override PartName="/ppt/tags/tag2141.xml" ContentType="application/vnd.openxmlformats-officedocument.presentationml.tags+xml"/>
  <Override PartName="/ppt/tags/tag2142.xml" ContentType="application/vnd.openxmlformats-officedocument.presentationml.tags+xml"/>
  <Override PartName="/ppt/tags/tag2143.xml" ContentType="application/vnd.openxmlformats-officedocument.presentationml.tags+xml"/>
  <Override PartName="/ppt/tags/tag2144.xml" ContentType="application/vnd.openxmlformats-officedocument.presentationml.tags+xml"/>
  <Override PartName="/ppt/tags/tag2145.xml" ContentType="application/vnd.openxmlformats-officedocument.presentationml.tags+xml"/>
  <Override PartName="/ppt/tags/tag2146.xml" ContentType="application/vnd.openxmlformats-officedocument.presentationml.tags+xml"/>
  <Override PartName="/ppt/tags/tag2147.xml" ContentType="application/vnd.openxmlformats-officedocument.presentationml.tags+xml"/>
  <Override PartName="/ppt/tags/tag2148.xml" ContentType="application/vnd.openxmlformats-officedocument.presentationml.tags+xml"/>
  <Override PartName="/ppt/tags/tag2149.xml" ContentType="application/vnd.openxmlformats-officedocument.presentationml.tags+xml"/>
  <Override PartName="/ppt/tags/tag2150.xml" ContentType="application/vnd.openxmlformats-officedocument.presentationml.tags+xml"/>
  <Override PartName="/ppt/tags/tag2151.xml" ContentType="application/vnd.openxmlformats-officedocument.presentationml.tags+xml"/>
  <Override PartName="/ppt/tags/tag2152.xml" ContentType="application/vnd.openxmlformats-officedocument.presentationml.tags+xml"/>
  <Override PartName="/ppt/tags/tag2153.xml" ContentType="application/vnd.openxmlformats-officedocument.presentationml.tags+xml"/>
  <Override PartName="/ppt/tags/tag2154.xml" ContentType="application/vnd.openxmlformats-officedocument.presentationml.tags+xml"/>
  <Override PartName="/ppt/tags/tag2155.xml" ContentType="application/vnd.openxmlformats-officedocument.presentationml.tags+xml"/>
  <Override PartName="/ppt/tags/tag2156.xml" ContentType="application/vnd.openxmlformats-officedocument.presentationml.tags+xml"/>
  <Override PartName="/ppt/tags/tag2157.xml" ContentType="application/vnd.openxmlformats-officedocument.presentationml.tags+xml"/>
  <Override PartName="/ppt/tags/tag2158.xml" ContentType="application/vnd.openxmlformats-officedocument.presentationml.tags+xml"/>
  <Override PartName="/ppt/tags/tag2159.xml" ContentType="application/vnd.openxmlformats-officedocument.presentationml.tags+xml"/>
  <Override PartName="/ppt/notesSlides/notesSlide108.xml" ContentType="application/vnd.openxmlformats-officedocument.presentationml.notesSlide+xml"/>
  <Override PartName="/ppt/comments/modernComment_1CC_2161F446.xml" ContentType="application/vnd.ms-powerpoint.comments+xml"/>
  <Override PartName="/ppt/tags/tag2160.xml" ContentType="application/vnd.openxmlformats-officedocument.presentationml.tags+xml"/>
  <Override PartName="/ppt/tags/tag2161.xml" ContentType="application/vnd.openxmlformats-officedocument.presentationml.tags+xml"/>
  <Override PartName="/ppt/tags/tag2162.xml" ContentType="application/vnd.openxmlformats-officedocument.presentationml.tags+xml"/>
  <Override PartName="/ppt/tags/tag2163.xml" ContentType="application/vnd.openxmlformats-officedocument.presentationml.tags+xml"/>
  <Override PartName="/ppt/tags/tag2164.xml" ContentType="application/vnd.openxmlformats-officedocument.presentationml.tags+xml"/>
  <Override PartName="/ppt/tags/tag2165.xml" ContentType="application/vnd.openxmlformats-officedocument.presentationml.tags+xml"/>
  <Override PartName="/ppt/tags/tag2166.xml" ContentType="application/vnd.openxmlformats-officedocument.presentationml.tags+xml"/>
  <Override PartName="/ppt/tags/tag2167.xml" ContentType="application/vnd.openxmlformats-officedocument.presentationml.tags+xml"/>
  <Override PartName="/ppt/tags/tag2168.xml" ContentType="application/vnd.openxmlformats-officedocument.presentationml.tags+xml"/>
  <Override PartName="/ppt/tags/tag2169.xml" ContentType="application/vnd.openxmlformats-officedocument.presentationml.tags+xml"/>
  <Override PartName="/ppt/tags/tag2170.xml" ContentType="application/vnd.openxmlformats-officedocument.presentationml.tags+xml"/>
  <Override PartName="/ppt/tags/tag2171.xml" ContentType="application/vnd.openxmlformats-officedocument.presentationml.tags+xml"/>
  <Override PartName="/ppt/tags/tag2172.xml" ContentType="application/vnd.openxmlformats-officedocument.presentationml.tags+xml"/>
  <Override PartName="/ppt/tags/tag2173.xml" ContentType="application/vnd.openxmlformats-officedocument.presentationml.tags+xml"/>
  <Override PartName="/ppt/tags/tag2174.xml" ContentType="application/vnd.openxmlformats-officedocument.presentationml.tags+xml"/>
  <Override PartName="/ppt/tags/tag2175.xml" ContentType="application/vnd.openxmlformats-officedocument.presentationml.tags+xml"/>
  <Override PartName="/ppt/tags/tag2176.xml" ContentType="application/vnd.openxmlformats-officedocument.presentationml.tags+xml"/>
  <Override PartName="/ppt/tags/tag2177.xml" ContentType="application/vnd.openxmlformats-officedocument.presentationml.tags+xml"/>
  <Override PartName="/ppt/tags/tag2178.xml" ContentType="application/vnd.openxmlformats-officedocument.presentationml.tags+xml"/>
  <Override PartName="/ppt/tags/tag2179.xml" ContentType="application/vnd.openxmlformats-officedocument.presentationml.tags+xml"/>
  <Override PartName="/ppt/tags/tag2180.xml" ContentType="application/vnd.openxmlformats-officedocument.presentationml.tags+xml"/>
  <Override PartName="/ppt/tags/tag2181.xml" ContentType="application/vnd.openxmlformats-officedocument.presentationml.tags+xml"/>
  <Override PartName="/ppt/tags/tag2182.xml" ContentType="application/vnd.openxmlformats-officedocument.presentationml.tags+xml"/>
  <Override PartName="/ppt/notesSlides/notesSlide109.xml" ContentType="application/vnd.openxmlformats-officedocument.presentationml.notesSlide+xml"/>
  <Override PartName="/ppt/comments/modernComment_1CD_1223D27F.xml" ContentType="application/vnd.ms-powerpoint.comments+xml"/>
  <Override PartName="/ppt/tags/tag2183.xml" ContentType="application/vnd.openxmlformats-officedocument.presentationml.tags+xml"/>
  <Override PartName="/ppt/tags/tag2184.xml" ContentType="application/vnd.openxmlformats-officedocument.presentationml.tags+xml"/>
  <Override PartName="/ppt/tags/tag2185.xml" ContentType="application/vnd.openxmlformats-officedocument.presentationml.tags+xml"/>
  <Override PartName="/ppt/tags/tag2186.xml" ContentType="application/vnd.openxmlformats-officedocument.presentationml.tags+xml"/>
  <Override PartName="/ppt/tags/tag2187.xml" ContentType="application/vnd.openxmlformats-officedocument.presentationml.tags+xml"/>
  <Override PartName="/ppt/tags/tag2188.xml" ContentType="application/vnd.openxmlformats-officedocument.presentationml.tags+xml"/>
  <Override PartName="/ppt/tags/tag2189.xml" ContentType="application/vnd.openxmlformats-officedocument.presentationml.tags+xml"/>
  <Override PartName="/ppt/tags/tag2190.xml" ContentType="application/vnd.openxmlformats-officedocument.presentationml.tags+xml"/>
  <Override PartName="/ppt/tags/tag2191.xml" ContentType="application/vnd.openxmlformats-officedocument.presentationml.tags+xml"/>
  <Override PartName="/ppt/tags/tag2192.xml" ContentType="application/vnd.openxmlformats-officedocument.presentationml.tags+xml"/>
  <Override PartName="/ppt/tags/tag2193.xml" ContentType="application/vnd.openxmlformats-officedocument.presentationml.tags+xml"/>
  <Override PartName="/ppt/tags/tag2194.xml" ContentType="application/vnd.openxmlformats-officedocument.presentationml.tags+xml"/>
  <Override PartName="/ppt/tags/tag2195.xml" ContentType="application/vnd.openxmlformats-officedocument.presentationml.tags+xml"/>
  <Override PartName="/ppt/tags/tag2196.xml" ContentType="application/vnd.openxmlformats-officedocument.presentationml.tags+xml"/>
  <Override PartName="/ppt/tags/tag2197.xml" ContentType="application/vnd.openxmlformats-officedocument.presentationml.tags+xml"/>
  <Override PartName="/ppt/tags/tag2198.xml" ContentType="application/vnd.openxmlformats-officedocument.presentationml.tags+xml"/>
  <Override PartName="/ppt/tags/tag2199.xml" ContentType="application/vnd.openxmlformats-officedocument.presentationml.tags+xml"/>
  <Override PartName="/ppt/tags/tag2200.xml" ContentType="application/vnd.openxmlformats-officedocument.presentationml.tags+xml"/>
  <Override PartName="/ppt/tags/tag2201.xml" ContentType="application/vnd.openxmlformats-officedocument.presentationml.tags+xml"/>
  <Override PartName="/ppt/tags/tag2202.xml" ContentType="application/vnd.openxmlformats-officedocument.presentationml.tags+xml"/>
  <Override PartName="/ppt/tags/tag2203.xml" ContentType="application/vnd.openxmlformats-officedocument.presentationml.tags+xml"/>
  <Override PartName="/ppt/tags/tag2204.xml" ContentType="application/vnd.openxmlformats-officedocument.presentationml.tags+xml"/>
  <Override PartName="/ppt/tags/tag2205.xml" ContentType="application/vnd.openxmlformats-officedocument.presentationml.tags+xml"/>
  <Override PartName="/ppt/notesSlides/notesSlide110.xml" ContentType="application/vnd.openxmlformats-officedocument.presentationml.notesSlide+xml"/>
  <Override PartName="/ppt/comments/modernComment_1CE_40287AE3.xml" ContentType="application/vnd.ms-powerpoint.comments+xml"/>
  <Override PartName="/ppt/tags/tag2206.xml" ContentType="application/vnd.openxmlformats-officedocument.presentationml.tags+xml"/>
  <Override PartName="/ppt/tags/tag2207.xml" ContentType="application/vnd.openxmlformats-officedocument.presentationml.tags+xml"/>
  <Override PartName="/ppt/tags/tag2208.xml" ContentType="application/vnd.openxmlformats-officedocument.presentationml.tags+xml"/>
  <Override PartName="/ppt/tags/tag2209.xml" ContentType="application/vnd.openxmlformats-officedocument.presentationml.tags+xml"/>
  <Override PartName="/ppt/tags/tag2210.xml" ContentType="application/vnd.openxmlformats-officedocument.presentationml.tags+xml"/>
  <Override PartName="/ppt/tags/tag2211.xml" ContentType="application/vnd.openxmlformats-officedocument.presentationml.tags+xml"/>
  <Override PartName="/ppt/tags/tag2212.xml" ContentType="application/vnd.openxmlformats-officedocument.presentationml.tags+xml"/>
  <Override PartName="/ppt/tags/tag2213.xml" ContentType="application/vnd.openxmlformats-officedocument.presentationml.tags+xml"/>
  <Override PartName="/ppt/tags/tag2214.xml" ContentType="application/vnd.openxmlformats-officedocument.presentationml.tags+xml"/>
  <Override PartName="/ppt/tags/tag2215.xml" ContentType="application/vnd.openxmlformats-officedocument.presentationml.tags+xml"/>
  <Override PartName="/ppt/tags/tag2216.xml" ContentType="application/vnd.openxmlformats-officedocument.presentationml.tags+xml"/>
  <Override PartName="/ppt/tags/tag2217.xml" ContentType="application/vnd.openxmlformats-officedocument.presentationml.tags+xml"/>
  <Override PartName="/ppt/tags/tag2218.xml" ContentType="application/vnd.openxmlformats-officedocument.presentationml.tags+xml"/>
  <Override PartName="/ppt/tags/tag2219.xml" ContentType="application/vnd.openxmlformats-officedocument.presentationml.tags+xml"/>
  <Override PartName="/ppt/tags/tag2220.xml" ContentType="application/vnd.openxmlformats-officedocument.presentationml.tags+xml"/>
  <Override PartName="/ppt/tags/tag2221.xml" ContentType="application/vnd.openxmlformats-officedocument.presentationml.tags+xml"/>
  <Override PartName="/ppt/tags/tag2222.xml" ContentType="application/vnd.openxmlformats-officedocument.presentationml.tags+xml"/>
  <Override PartName="/ppt/tags/tag2223.xml" ContentType="application/vnd.openxmlformats-officedocument.presentationml.tags+xml"/>
  <Override PartName="/ppt/tags/tag2224.xml" ContentType="application/vnd.openxmlformats-officedocument.presentationml.tags+xml"/>
  <Override PartName="/ppt/tags/tag2225.xml" ContentType="application/vnd.openxmlformats-officedocument.presentationml.tags+xml"/>
  <Override PartName="/ppt/tags/tag2226.xml" ContentType="application/vnd.openxmlformats-officedocument.presentationml.tags+xml"/>
  <Override PartName="/ppt/tags/tag2227.xml" ContentType="application/vnd.openxmlformats-officedocument.presentationml.tags+xml"/>
  <Override PartName="/ppt/tags/tag2228.xml" ContentType="application/vnd.openxmlformats-officedocument.presentationml.tags+xml"/>
  <Override PartName="/ppt/notesSlides/notesSlide111.xml" ContentType="application/vnd.openxmlformats-officedocument.presentationml.notesSlide+xml"/>
  <Override PartName="/ppt/comments/modernComment_1CF_9B8F9BB1.xml" ContentType="application/vnd.ms-powerpoint.comments+xml"/>
  <Override PartName="/ppt/tags/tag2229.xml" ContentType="application/vnd.openxmlformats-officedocument.presentationml.tags+xml"/>
  <Override PartName="/ppt/tags/tag2230.xml" ContentType="application/vnd.openxmlformats-officedocument.presentationml.tags+xml"/>
  <Override PartName="/ppt/tags/tag2231.xml" ContentType="application/vnd.openxmlformats-officedocument.presentationml.tags+xml"/>
  <Override PartName="/ppt/tags/tag2232.xml" ContentType="application/vnd.openxmlformats-officedocument.presentationml.tags+xml"/>
  <Override PartName="/ppt/tags/tag2233.xml" ContentType="application/vnd.openxmlformats-officedocument.presentationml.tags+xml"/>
  <Override PartName="/ppt/tags/tag2234.xml" ContentType="application/vnd.openxmlformats-officedocument.presentationml.tags+xml"/>
  <Override PartName="/ppt/tags/tag2235.xml" ContentType="application/vnd.openxmlformats-officedocument.presentationml.tags+xml"/>
  <Override PartName="/ppt/tags/tag2236.xml" ContentType="application/vnd.openxmlformats-officedocument.presentationml.tags+xml"/>
  <Override PartName="/ppt/tags/tag2237.xml" ContentType="application/vnd.openxmlformats-officedocument.presentationml.tags+xml"/>
  <Override PartName="/ppt/tags/tag2238.xml" ContentType="application/vnd.openxmlformats-officedocument.presentationml.tags+xml"/>
  <Override PartName="/ppt/tags/tag2239.xml" ContentType="application/vnd.openxmlformats-officedocument.presentationml.tags+xml"/>
  <Override PartName="/ppt/tags/tag2240.xml" ContentType="application/vnd.openxmlformats-officedocument.presentationml.tags+xml"/>
  <Override PartName="/ppt/tags/tag2241.xml" ContentType="application/vnd.openxmlformats-officedocument.presentationml.tags+xml"/>
  <Override PartName="/ppt/tags/tag2242.xml" ContentType="application/vnd.openxmlformats-officedocument.presentationml.tags+xml"/>
  <Override PartName="/ppt/tags/tag2243.xml" ContentType="application/vnd.openxmlformats-officedocument.presentationml.tags+xml"/>
  <Override PartName="/ppt/tags/tag2244.xml" ContentType="application/vnd.openxmlformats-officedocument.presentationml.tags+xml"/>
  <Override PartName="/ppt/tags/tag2245.xml" ContentType="application/vnd.openxmlformats-officedocument.presentationml.tags+xml"/>
  <Override PartName="/ppt/tags/tag2246.xml" ContentType="application/vnd.openxmlformats-officedocument.presentationml.tags+xml"/>
  <Override PartName="/ppt/tags/tag2247.xml" ContentType="application/vnd.openxmlformats-officedocument.presentationml.tags+xml"/>
  <Override PartName="/ppt/tags/tag2248.xml" ContentType="application/vnd.openxmlformats-officedocument.presentationml.tags+xml"/>
  <Override PartName="/ppt/tags/tag2249.xml" ContentType="application/vnd.openxmlformats-officedocument.presentationml.tags+xml"/>
  <Override PartName="/ppt/tags/tag2250.xml" ContentType="application/vnd.openxmlformats-officedocument.presentationml.tags+xml"/>
  <Override PartName="/ppt/tags/tag2251.xml" ContentType="application/vnd.openxmlformats-officedocument.presentationml.tags+xml"/>
  <Override PartName="/ppt/notesSlides/notesSlide112.xml" ContentType="application/vnd.openxmlformats-officedocument.presentationml.notesSlide+xml"/>
  <Override PartName="/ppt/comments/modernComment_1D0_CDBA7B29.xml" ContentType="application/vnd.ms-powerpoint.comments+xml"/>
  <Override PartName="/ppt/tags/tag2252.xml" ContentType="application/vnd.openxmlformats-officedocument.presentationml.tags+xml"/>
  <Override PartName="/ppt/tags/tag2253.xml" ContentType="application/vnd.openxmlformats-officedocument.presentationml.tags+xml"/>
  <Override PartName="/ppt/tags/tag2254.xml" ContentType="application/vnd.openxmlformats-officedocument.presentationml.tags+xml"/>
  <Override PartName="/ppt/tags/tag2255.xml" ContentType="application/vnd.openxmlformats-officedocument.presentationml.tags+xml"/>
  <Override PartName="/ppt/tags/tag2256.xml" ContentType="application/vnd.openxmlformats-officedocument.presentationml.tags+xml"/>
  <Override PartName="/ppt/tags/tag2257.xml" ContentType="application/vnd.openxmlformats-officedocument.presentationml.tags+xml"/>
  <Override PartName="/ppt/tags/tag2258.xml" ContentType="application/vnd.openxmlformats-officedocument.presentationml.tags+xml"/>
  <Override PartName="/ppt/tags/tag2259.xml" ContentType="application/vnd.openxmlformats-officedocument.presentationml.tags+xml"/>
  <Override PartName="/ppt/tags/tag2260.xml" ContentType="application/vnd.openxmlformats-officedocument.presentationml.tags+xml"/>
  <Override PartName="/ppt/tags/tag2261.xml" ContentType="application/vnd.openxmlformats-officedocument.presentationml.tags+xml"/>
  <Override PartName="/ppt/tags/tag2262.xml" ContentType="application/vnd.openxmlformats-officedocument.presentationml.tags+xml"/>
  <Override PartName="/ppt/tags/tag2263.xml" ContentType="application/vnd.openxmlformats-officedocument.presentationml.tags+xml"/>
  <Override PartName="/ppt/tags/tag2264.xml" ContentType="application/vnd.openxmlformats-officedocument.presentationml.tags+xml"/>
  <Override PartName="/ppt/tags/tag2265.xml" ContentType="application/vnd.openxmlformats-officedocument.presentationml.tags+xml"/>
  <Override PartName="/ppt/tags/tag2266.xml" ContentType="application/vnd.openxmlformats-officedocument.presentationml.tags+xml"/>
  <Override PartName="/ppt/tags/tag2267.xml" ContentType="application/vnd.openxmlformats-officedocument.presentationml.tags+xml"/>
  <Override PartName="/ppt/tags/tag2268.xml" ContentType="application/vnd.openxmlformats-officedocument.presentationml.tags+xml"/>
  <Override PartName="/ppt/tags/tag2269.xml" ContentType="application/vnd.openxmlformats-officedocument.presentationml.tags+xml"/>
  <Override PartName="/ppt/tags/tag2270.xml" ContentType="application/vnd.openxmlformats-officedocument.presentationml.tags+xml"/>
  <Override PartName="/ppt/tags/tag2271.xml" ContentType="application/vnd.openxmlformats-officedocument.presentationml.tags+xml"/>
  <Override PartName="/ppt/tags/tag2272.xml" ContentType="application/vnd.openxmlformats-officedocument.presentationml.tags+xml"/>
  <Override PartName="/ppt/tags/tag2273.xml" ContentType="application/vnd.openxmlformats-officedocument.presentationml.tags+xml"/>
  <Override PartName="/ppt/tags/tag2274.xml" ContentType="application/vnd.openxmlformats-officedocument.presentationml.tags+xml"/>
  <Override PartName="/ppt/tags/tag2275.xml" ContentType="application/vnd.openxmlformats-officedocument.presentationml.tags+xml"/>
  <Override PartName="/ppt/notesSlides/notesSlide113.xml" ContentType="application/vnd.openxmlformats-officedocument.presentationml.notesSlide+xml"/>
  <Override PartName="/ppt/comments/modernComment_1D1_D0376394.xml" ContentType="application/vnd.ms-powerpoint.comments+xml"/>
  <Override PartName="/ppt/tags/tag2276.xml" ContentType="application/vnd.openxmlformats-officedocument.presentationml.tags+xml"/>
  <Override PartName="/ppt/tags/tag2277.xml" ContentType="application/vnd.openxmlformats-officedocument.presentationml.tags+xml"/>
  <Override PartName="/ppt/tags/tag2278.xml" ContentType="application/vnd.openxmlformats-officedocument.presentationml.tags+xml"/>
  <Override PartName="/ppt/tags/tag2279.xml" ContentType="application/vnd.openxmlformats-officedocument.presentationml.tags+xml"/>
  <Override PartName="/ppt/tags/tag2280.xml" ContentType="application/vnd.openxmlformats-officedocument.presentationml.tags+xml"/>
  <Override PartName="/ppt/tags/tag2281.xml" ContentType="application/vnd.openxmlformats-officedocument.presentationml.tags+xml"/>
  <Override PartName="/ppt/tags/tag2282.xml" ContentType="application/vnd.openxmlformats-officedocument.presentationml.tags+xml"/>
  <Override PartName="/ppt/tags/tag2283.xml" ContentType="application/vnd.openxmlformats-officedocument.presentationml.tags+xml"/>
  <Override PartName="/ppt/tags/tag2284.xml" ContentType="application/vnd.openxmlformats-officedocument.presentationml.tags+xml"/>
  <Override PartName="/ppt/tags/tag2285.xml" ContentType="application/vnd.openxmlformats-officedocument.presentationml.tags+xml"/>
  <Override PartName="/ppt/tags/tag2286.xml" ContentType="application/vnd.openxmlformats-officedocument.presentationml.tags+xml"/>
  <Override PartName="/ppt/tags/tag2287.xml" ContentType="application/vnd.openxmlformats-officedocument.presentationml.tags+xml"/>
  <Override PartName="/ppt/tags/tag2288.xml" ContentType="application/vnd.openxmlformats-officedocument.presentationml.tags+xml"/>
  <Override PartName="/ppt/tags/tag2289.xml" ContentType="application/vnd.openxmlformats-officedocument.presentationml.tags+xml"/>
  <Override PartName="/ppt/tags/tag2290.xml" ContentType="application/vnd.openxmlformats-officedocument.presentationml.tags+xml"/>
  <Override PartName="/ppt/tags/tag2291.xml" ContentType="application/vnd.openxmlformats-officedocument.presentationml.tags+xml"/>
  <Override PartName="/ppt/tags/tag2292.xml" ContentType="application/vnd.openxmlformats-officedocument.presentationml.tags+xml"/>
  <Override PartName="/ppt/tags/tag2293.xml" ContentType="application/vnd.openxmlformats-officedocument.presentationml.tags+xml"/>
  <Override PartName="/ppt/tags/tag2294.xml" ContentType="application/vnd.openxmlformats-officedocument.presentationml.tags+xml"/>
  <Override PartName="/ppt/tags/tag2295.xml" ContentType="application/vnd.openxmlformats-officedocument.presentationml.tags+xml"/>
  <Override PartName="/ppt/tags/tag2296.xml" ContentType="application/vnd.openxmlformats-officedocument.presentationml.tags+xml"/>
  <Override PartName="/ppt/tags/tag2297.xml" ContentType="application/vnd.openxmlformats-officedocument.presentationml.tags+xml"/>
  <Override PartName="/ppt/tags/tag2298.xml" ContentType="application/vnd.openxmlformats-officedocument.presentationml.tags+xml"/>
  <Override PartName="/ppt/tags/tag2299.xml" ContentType="application/vnd.openxmlformats-officedocument.presentationml.tags+xml"/>
  <Override PartName="/ppt/tags/tag2300.xml" ContentType="application/vnd.openxmlformats-officedocument.presentationml.tags+xml"/>
  <Override PartName="/ppt/notesSlides/notesSlide114.xml" ContentType="application/vnd.openxmlformats-officedocument.presentationml.notesSlide+xml"/>
  <Override PartName="/ppt/comments/modernComment_1D2_59E37BC5.xml" ContentType="application/vnd.ms-powerpoint.comments+xml"/>
  <Override PartName="/ppt/tags/tag2301.xml" ContentType="application/vnd.openxmlformats-officedocument.presentationml.tags+xml"/>
  <Override PartName="/ppt/tags/tag2302.xml" ContentType="application/vnd.openxmlformats-officedocument.presentationml.tags+xml"/>
  <Override PartName="/ppt/tags/tag2303.xml" ContentType="application/vnd.openxmlformats-officedocument.presentationml.tags+xml"/>
  <Override PartName="/ppt/tags/tag2304.xml" ContentType="application/vnd.openxmlformats-officedocument.presentationml.tags+xml"/>
  <Override PartName="/ppt/tags/tag2305.xml" ContentType="application/vnd.openxmlformats-officedocument.presentationml.tags+xml"/>
  <Override PartName="/ppt/tags/tag2306.xml" ContentType="application/vnd.openxmlformats-officedocument.presentationml.tags+xml"/>
  <Override PartName="/ppt/tags/tag2307.xml" ContentType="application/vnd.openxmlformats-officedocument.presentationml.tags+xml"/>
  <Override PartName="/ppt/tags/tag2308.xml" ContentType="application/vnd.openxmlformats-officedocument.presentationml.tags+xml"/>
  <Override PartName="/ppt/tags/tag2309.xml" ContentType="application/vnd.openxmlformats-officedocument.presentationml.tags+xml"/>
  <Override PartName="/ppt/tags/tag2310.xml" ContentType="application/vnd.openxmlformats-officedocument.presentationml.tags+xml"/>
  <Override PartName="/ppt/tags/tag2311.xml" ContentType="application/vnd.openxmlformats-officedocument.presentationml.tags+xml"/>
  <Override PartName="/ppt/tags/tag2312.xml" ContentType="application/vnd.openxmlformats-officedocument.presentationml.tags+xml"/>
  <Override PartName="/ppt/tags/tag2313.xml" ContentType="application/vnd.openxmlformats-officedocument.presentationml.tags+xml"/>
  <Override PartName="/ppt/tags/tag2314.xml" ContentType="application/vnd.openxmlformats-officedocument.presentationml.tags+xml"/>
  <Override PartName="/ppt/tags/tag2315.xml" ContentType="application/vnd.openxmlformats-officedocument.presentationml.tags+xml"/>
  <Override PartName="/ppt/tags/tag2316.xml" ContentType="application/vnd.openxmlformats-officedocument.presentationml.tags+xml"/>
  <Override PartName="/ppt/tags/tag2317.xml" ContentType="application/vnd.openxmlformats-officedocument.presentationml.tags+xml"/>
  <Override PartName="/ppt/tags/tag2318.xml" ContentType="application/vnd.openxmlformats-officedocument.presentationml.tags+xml"/>
  <Override PartName="/ppt/tags/tag2319.xml" ContentType="application/vnd.openxmlformats-officedocument.presentationml.tags+xml"/>
  <Override PartName="/ppt/tags/tag2320.xml" ContentType="application/vnd.openxmlformats-officedocument.presentationml.tags+xml"/>
  <Override PartName="/ppt/tags/tag2321.xml" ContentType="application/vnd.openxmlformats-officedocument.presentationml.tags+xml"/>
  <Override PartName="/ppt/tags/tag2322.xml" ContentType="application/vnd.openxmlformats-officedocument.presentationml.tags+xml"/>
  <Override PartName="/ppt/tags/tag2323.xml" ContentType="application/vnd.openxmlformats-officedocument.presentationml.tags+xml"/>
  <Override PartName="/ppt/tags/tag2324.xml" ContentType="application/vnd.openxmlformats-officedocument.presentationml.tags+xml"/>
  <Override PartName="/ppt/tags/tag2325.xml" ContentType="application/vnd.openxmlformats-officedocument.presentationml.tags+xml"/>
  <Override PartName="/ppt/tags/tag2326.xml" ContentType="application/vnd.openxmlformats-officedocument.presentationml.tags+xml"/>
  <Override PartName="/ppt/notesSlides/notesSlide115.xml" ContentType="application/vnd.openxmlformats-officedocument.presentationml.notesSlide+xml"/>
  <Override PartName="/ppt/comments/modernComment_1D3_54CFA611.xml" ContentType="application/vnd.ms-powerpoint.comments+xml"/>
  <Override PartName="/ppt/tags/tag2327.xml" ContentType="application/vnd.openxmlformats-officedocument.presentationml.tags+xml"/>
  <Override PartName="/ppt/tags/tag2328.xml" ContentType="application/vnd.openxmlformats-officedocument.presentationml.tags+xml"/>
  <Override PartName="/ppt/tags/tag2329.xml" ContentType="application/vnd.openxmlformats-officedocument.presentationml.tags+xml"/>
  <Override PartName="/ppt/tags/tag2330.xml" ContentType="application/vnd.openxmlformats-officedocument.presentationml.tags+xml"/>
  <Override PartName="/ppt/tags/tag2331.xml" ContentType="application/vnd.openxmlformats-officedocument.presentationml.tags+xml"/>
  <Override PartName="/ppt/tags/tag2332.xml" ContentType="application/vnd.openxmlformats-officedocument.presentationml.tags+xml"/>
  <Override PartName="/ppt/tags/tag2333.xml" ContentType="application/vnd.openxmlformats-officedocument.presentationml.tags+xml"/>
  <Override PartName="/ppt/tags/tag2334.xml" ContentType="application/vnd.openxmlformats-officedocument.presentationml.tags+xml"/>
  <Override PartName="/ppt/tags/tag2335.xml" ContentType="application/vnd.openxmlformats-officedocument.presentationml.tags+xml"/>
  <Override PartName="/ppt/tags/tag2336.xml" ContentType="application/vnd.openxmlformats-officedocument.presentationml.tags+xml"/>
  <Override PartName="/ppt/tags/tag2337.xml" ContentType="application/vnd.openxmlformats-officedocument.presentationml.tags+xml"/>
  <Override PartName="/ppt/tags/tag2338.xml" ContentType="application/vnd.openxmlformats-officedocument.presentationml.tags+xml"/>
  <Override PartName="/ppt/tags/tag2339.xml" ContentType="application/vnd.openxmlformats-officedocument.presentationml.tags+xml"/>
  <Override PartName="/ppt/tags/tag2340.xml" ContentType="application/vnd.openxmlformats-officedocument.presentationml.tags+xml"/>
  <Override PartName="/ppt/tags/tag2341.xml" ContentType="application/vnd.openxmlformats-officedocument.presentationml.tags+xml"/>
  <Override PartName="/ppt/tags/tag2342.xml" ContentType="application/vnd.openxmlformats-officedocument.presentationml.tags+xml"/>
  <Override PartName="/ppt/tags/tag2343.xml" ContentType="application/vnd.openxmlformats-officedocument.presentationml.tags+xml"/>
  <Override PartName="/ppt/tags/tag2344.xml" ContentType="application/vnd.openxmlformats-officedocument.presentationml.tags+xml"/>
  <Override PartName="/ppt/tags/tag2345.xml" ContentType="application/vnd.openxmlformats-officedocument.presentationml.tags+xml"/>
  <Override PartName="/ppt/tags/tag2346.xml" ContentType="application/vnd.openxmlformats-officedocument.presentationml.tags+xml"/>
  <Override PartName="/ppt/tags/tag2347.xml" ContentType="application/vnd.openxmlformats-officedocument.presentationml.tags+xml"/>
  <Override PartName="/ppt/tags/tag2348.xml" ContentType="application/vnd.openxmlformats-officedocument.presentationml.tags+xml"/>
  <Override PartName="/ppt/tags/tag2349.xml" ContentType="application/vnd.openxmlformats-officedocument.presentationml.tags+xml"/>
  <Override PartName="/ppt/tags/tag2350.xml" ContentType="application/vnd.openxmlformats-officedocument.presentationml.tags+xml"/>
  <Override PartName="/ppt/tags/tag2351.xml" ContentType="application/vnd.openxmlformats-officedocument.presentationml.tags+xml"/>
  <Override PartName="/ppt/notesSlides/notesSlide116.xml" ContentType="application/vnd.openxmlformats-officedocument.presentationml.notesSlide+xml"/>
  <Override PartName="/ppt/comments/modernComment_1D4_4BEF1931.xml" ContentType="application/vnd.ms-powerpoint.comments+xml"/>
  <Override PartName="/ppt/tags/tag2352.xml" ContentType="application/vnd.openxmlformats-officedocument.presentationml.tags+xml"/>
  <Override PartName="/ppt/tags/tag2353.xml" ContentType="application/vnd.openxmlformats-officedocument.presentationml.tags+xml"/>
  <Override PartName="/ppt/tags/tag2354.xml" ContentType="application/vnd.openxmlformats-officedocument.presentationml.tags+xml"/>
  <Override PartName="/ppt/tags/tag2355.xml" ContentType="application/vnd.openxmlformats-officedocument.presentationml.tags+xml"/>
  <Override PartName="/ppt/tags/tag2356.xml" ContentType="application/vnd.openxmlformats-officedocument.presentationml.tags+xml"/>
  <Override PartName="/ppt/tags/tag2357.xml" ContentType="application/vnd.openxmlformats-officedocument.presentationml.tags+xml"/>
  <Override PartName="/ppt/tags/tag2358.xml" ContentType="application/vnd.openxmlformats-officedocument.presentationml.tags+xml"/>
  <Override PartName="/ppt/tags/tag2359.xml" ContentType="application/vnd.openxmlformats-officedocument.presentationml.tags+xml"/>
  <Override PartName="/ppt/tags/tag2360.xml" ContentType="application/vnd.openxmlformats-officedocument.presentationml.tags+xml"/>
  <Override PartName="/ppt/tags/tag2361.xml" ContentType="application/vnd.openxmlformats-officedocument.presentationml.tags+xml"/>
  <Override PartName="/ppt/tags/tag2362.xml" ContentType="application/vnd.openxmlformats-officedocument.presentationml.tags+xml"/>
  <Override PartName="/ppt/tags/tag2363.xml" ContentType="application/vnd.openxmlformats-officedocument.presentationml.tags+xml"/>
  <Override PartName="/ppt/tags/tag2364.xml" ContentType="application/vnd.openxmlformats-officedocument.presentationml.tags+xml"/>
  <Override PartName="/ppt/tags/tag2365.xml" ContentType="application/vnd.openxmlformats-officedocument.presentationml.tags+xml"/>
  <Override PartName="/ppt/tags/tag2366.xml" ContentType="application/vnd.openxmlformats-officedocument.presentationml.tags+xml"/>
  <Override PartName="/ppt/tags/tag2367.xml" ContentType="application/vnd.openxmlformats-officedocument.presentationml.tags+xml"/>
  <Override PartName="/ppt/tags/tag2368.xml" ContentType="application/vnd.openxmlformats-officedocument.presentationml.tags+xml"/>
  <Override PartName="/ppt/tags/tag2369.xml" ContentType="application/vnd.openxmlformats-officedocument.presentationml.tags+xml"/>
  <Override PartName="/ppt/tags/tag2370.xml" ContentType="application/vnd.openxmlformats-officedocument.presentationml.tags+xml"/>
  <Override PartName="/ppt/tags/tag2371.xml" ContentType="application/vnd.openxmlformats-officedocument.presentationml.tags+xml"/>
  <Override PartName="/ppt/tags/tag2372.xml" ContentType="application/vnd.openxmlformats-officedocument.presentationml.tags+xml"/>
  <Override PartName="/ppt/tags/tag2373.xml" ContentType="application/vnd.openxmlformats-officedocument.presentationml.tags+xml"/>
  <Override PartName="/ppt/tags/tag2374.xml" ContentType="application/vnd.openxmlformats-officedocument.presentationml.tags+xml"/>
  <Override PartName="/ppt/tags/tag2375.xml" ContentType="application/vnd.openxmlformats-officedocument.presentationml.tags+xml"/>
  <Override PartName="/ppt/tags/tag2376.xml" ContentType="application/vnd.openxmlformats-officedocument.presentationml.tags+xml"/>
  <Override PartName="/ppt/notesSlides/notesSlide117.xml" ContentType="application/vnd.openxmlformats-officedocument.presentationml.notesSlide+xml"/>
  <Override PartName="/ppt/comments/modernComment_1D5_BA1ECF22.xml" ContentType="application/vnd.ms-powerpoint.comments+xml"/>
  <Override PartName="/ppt/tags/tag2377.xml" ContentType="application/vnd.openxmlformats-officedocument.presentationml.tags+xml"/>
  <Override PartName="/ppt/tags/tag2378.xml" ContentType="application/vnd.openxmlformats-officedocument.presentationml.tags+xml"/>
  <Override PartName="/ppt/tags/tag2379.xml" ContentType="application/vnd.openxmlformats-officedocument.presentationml.tags+xml"/>
  <Override PartName="/ppt/tags/tag2380.xml" ContentType="application/vnd.openxmlformats-officedocument.presentationml.tags+xml"/>
  <Override PartName="/ppt/tags/tag2381.xml" ContentType="application/vnd.openxmlformats-officedocument.presentationml.tags+xml"/>
  <Override PartName="/ppt/tags/tag2382.xml" ContentType="application/vnd.openxmlformats-officedocument.presentationml.tags+xml"/>
  <Override PartName="/ppt/tags/tag2383.xml" ContentType="application/vnd.openxmlformats-officedocument.presentationml.tags+xml"/>
  <Override PartName="/ppt/tags/tag2384.xml" ContentType="application/vnd.openxmlformats-officedocument.presentationml.tags+xml"/>
  <Override PartName="/ppt/tags/tag2385.xml" ContentType="application/vnd.openxmlformats-officedocument.presentationml.tags+xml"/>
  <Override PartName="/ppt/tags/tag2386.xml" ContentType="application/vnd.openxmlformats-officedocument.presentationml.tags+xml"/>
  <Override PartName="/ppt/tags/tag2387.xml" ContentType="application/vnd.openxmlformats-officedocument.presentationml.tags+xml"/>
  <Override PartName="/ppt/tags/tag2388.xml" ContentType="application/vnd.openxmlformats-officedocument.presentationml.tags+xml"/>
  <Override PartName="/ppt/tags/tag2389.xml" ContentType="application/vnd.openxmlformats-officedocument.presentationml.tags+xml"/>
  <Override PartName="/ppt/tags/tag2390.xml" ContentType="application/vnd.openxmlformats-officedocument.presentationml.tags+xml"/>
  <Override PartName="/ppt/tags/tag2391.xml" ContentType="application/vnd.openxmlformats-officedocument.presentationml.tags+xml"/>
  <Override PartName="/ppt/tags/tag2392.xml" ContentType="application/vnd.openxmlformats-officedocument.presentationml.tags+xml"/>
  <Override PartName="/ppt/tags/tag2393.xml" ContentType="application/vnd.openxmlformats-officedocument.presentationml.tags+xml"/>
  <Override PartName="/ppt/tags/tag2394.xml" ContentType="application/vnd.openxmlformats-officedocument.presentationml.tags+xml"/>
  <Override PartName="/ppt/tags/tag2395.xml" ContentType="application/vnd.openxmlformats-officedocument.presentationml.tags+xml"/>
  <Override PartName="/ppt/tags/tag2396.xml" ContentType="application/vnd.openxmlformats-officedocument.presentationml.tags+xml"/>
  <Override PartName="/ppt/tags/tag2397.xml" ContentType="application/vnd.openxmlformats-officedocument.presentationml.tags+xml"/>
  <Override PartName="/ppt/tags/tag2398.xml" ContentType="application/vnd.openxmlformats-officedocument.presentationml.tags+xml"/>
  <Override PartName="/ppt/tags/tag2399.xml" ContentType="application/vnd.openxmlformats-officedocument.presentationml.tags+xml"/>
  <Override PartName="/ppt/tags/tag2400.xml" ContentType="application/vnd.openxmlformats-officedocument.presentationml.tags+xml"/>
  <Override PartName="/ppt/tags/tag2401.xml" ContentType="application/vnd.openxmlformats-officedocument.presentationml.tags+xml"/>
  <Override PartName="/ppt/notesSlides/notesSlide118.xml" ContentType="application/vnd.openxmlformats-officedocument.presentationml.notesSlide+xml"/>
  <Override PartName="/ppt/comments/modernComment_1D6_388B2F14.xml" ContentType="application/vnd.ms-powerpoint.comments+xml"/>
  <Override PartName="/ppt/tags/tag2402.xml" ContentType="application/vnd.openxmlformats-officedocument.presentationml.tags+xml"/>
  <Override PartName="/ppt/tags/tag2403.xml" ContentType="application/vnd.openxmlformats-officedocument.presentationml.tags+xml"/>
  <Override PartName="/ppt/tags/tag2404.xml" ContentType="application/vnd.openxmlformats-officedocument.presentationml.tags+xml"/>
  <Override PartName="/ppt/tags/tag2405.xml" ContentType="application/vnd.openxmlformats-officedocument.presentationml.tags+xml"/>
  <Override PartName="/ppt/tags/tag2406.xml" ContentType="application/vnd.openxmlformats-officedocument.presentationml.tags+xml"/>
  <Override PartName="/ppt/tags/tag2407.xml" ContentType="application/vnd.openxmlformats-officedocument.presentationml.tags+xml"/>
  <Override PartName="/ppt/tags/tag2408.xml" ContentType="application/vnd.openxmlformats-officedocument.presentationml.tags+xml"/>
  <Override PartName="/ppt/tags/tag2409.xml" ContentType="application/vnd.openxmlformats-officedocument.presentationml.tags+xml"/>
  <Override PartName="/ppt/tags/tag2410.xml" ContentType="application/vnd.openxmlformats-officedocument.presentationml.tags+xml"/>
  <Override PartName="/ppt/tags/tag2411.xml" ContentType="application/vnd.openxmlformats-officedocument.presentationml.tags+xml"/>
  <Override PartName="/ppt/tags/tag2412.xml" ContentType="application/vnd.openxmlformats-officedocument.presentationml.tags+xml"/>
  <Override PartName="/ppt/tags/tag2413.xml" ContentType="application/vnd.openxmlformats-officedocument.presentationml.tags+xml"/>
  <Override PartName="/ppt/tags/tag2414.xml" ContentType="application/vnd.openxmlformats-officedocument.presentationml.tags+xml"/>
  <Override PartName="/ppt/tags/tag2415.xml" ContentType="application/vnd.openxmlformats-officedocument.presentationml.tags+xml"/>
  <Override PartName="/ppt/tags/tag2416.xml" ContentType="application/vnd.openxmlformats-officedocument.presentationml.tags+xml"/>
  <Override PartName="/ppt/tags/tag2417.xml" ContentType="application/vnd.openxmlformats-officedocument.presentationml.tags+xml"/>
  <Override PartName="/ppt/tags/tag2418.xml" ContentType="application/vnd.openxmlformats-officedocument.presentationml.tags+xml"/>
  <Override PartName="/ppt/tags/tag2419.xml" ContentType="application/vnd.openxmlformats-officedocument.presentationml.tags+xml"/>
  <Override PartName="/ppt/tags/tag2420.xml" ContentType="application/vnd.openxmlformats-officedocument.presentationml.tags+xml"/>
  <Override PartName="/ppt/tags/tag2421.xml" ContentType="application/vnd.openxmlformats-officedocument.presentationml.tags+xml"/>
  <Override PartName="/ppt/tags/tag2422.xml" ContentType="application/vnd.openxmlformats-officedocument.presentationml.tags+xml"/>
  <Override PartName="/ppt/tags/tag2423.xml" ContentType="application/vnd.openxmlformats-officedocument.presentationml.tags+xml"/>
  <Override PartName="/ppt/tags/tag2424.xml" ContentType="application/vnd.openxmlformats-officedocument.presentationml.tags+xml"/>
  <Override PartName="/ppt/tags/tag2425.xml" ContentType="application/vnd.openxmlformats-officedocument.presentationml.tags+xml"/>
  <Override PartName="/ppt/tags/tag2426.xml" ContentType="application/vnd.openxmlformats-officedocument.presentationml.tags+xml"/>
  <Override PartName="/ppt/notesSlides/notesSlide119.xml" ContentType="application/vnd.openxmlformats-officedocument.presentationml.notesSlide+xml"/>
  <Override PartName="/ppt/comments/modernComment_1D7_8237BB4A.xml" ContentType="application/vnd.ms-powerpoint.comments+xml"/>
  <Override PartName="/ppt/tags/tag2427.xml" ContentType="application/vnd.openxmlformats-officedocument.presentationml.tags+xml"/>
  <Override PartName="/ppt/tags/tag2428.xml" ContentType="application/vnd.openxmlformats-officedocument.presentationml.tags+xml"/>
  <Override PartName="/ppt/tags/tag2429.xml" ContentType="application/vnd.openxmlformats-officedocument.presentationml.tags+xml"/>
  <Override PartName="/ppt/tags/tag2430.xml" ContentType="application/vnd.openxmlformats-officedocument.presentationml.tags+xml"/>
  <Override PartName="/ppt/tags/tag2431.xml" ContentType="application/vnd.openxmlformats-officedocument.presentationml.tags+xml"/>
  <Override PartName="/ppt/tags/tag2432.xml" ContentType="application/vnd.openxmlformats-officedocument.presentationml.tags+xml"/>
  <Override PartName="/ppt/tags/tag2433.xml" ContentType="application/vnd.openxmlformats-officedocument.presentationml.tags+xml"/>
  <Override PartName="/ppt/tags/tag2434.xml" ContentType="application/vnd.openxmlformats-officedocument.presentationml.tags+xml"/>
  <Override PartName="/ppt/tags/tag2435.xml" ContentType="application/vnd.openxmlformats-officedocument.presentationml.tags+xml"/>
  <Override PartName="/ppt/tags/tag2436.xml" ContentType="application/vnd.openxmlformats-officedocument.presentationml.tags+xml"/>
  <Override PartName="/ppt/tags/tag2437.xml" ContentType="application/vnd.openxmlformats-officedocument.presentationml.tags+xml"/>
  <Override PartName="/ppt/tags/tag2438.xml" ContentType="application/vnd.openxmlformats-officedocument.presentationml.tags+xml"/>
  <Override PartName="/ppt/tags/tag2439.xml" ContentType="application/vnd.openxmlformats-officedocument.presentationml.tags+xml"/>
  <Override PartName="/ppt/tags/tag2440.xml" ContentType="application/vnd.openxmlformats-officedocument.presentationml.tags+xml"/>
  <Override PartName="/ppt/tags/tag2441.xml" ContentType="application/vnd.openxmlformats-officedocument.presentationml.tags+xml"/>
  <Override PartName="/ppt/tags/tag2442.xml" ContentType="application/vnd.openxmlformats-officedocument.presentationml.tags+xml"/>
  <Override PartName="/ppt/tags/tag2443.xml" ContentType="application/vnd.openxmlformats-officedocument.presentationml.tags+xml"/>
  <Override PartName="/ppt/tags/tag2444.xml" ContentType="application/vnd.openxmlformats-officedocument.presentationml.tags+xml"/>
  <Override PartName="/ppt/tags/tag2445.xml" ContentType="application/vnd.openxmlformats-officedocument.presentationml.tags+xml"/>
  <Override PartName="/ppt/tags/tag2446.xml" ContentType="application/vnd.openxmlformats-officedocument.presentationml.tags+xml"/>
  <Override PartName="/ppt/tags/tag2447.xml" ContentType="application/vnd.openxmlformats-officedocument.presentationml.tags+xml"/>
  <Override PartName="/ppt/tags/tag2448.xml" ContentType="application/vnd.openxmlformats-officedocument.presentationml.tags+xml"/>
  <Override PartName="/ppt/tags/tag2449.xml" ContentType="application/vnd.openxmlformats-officedocument.presentationml.tags+xml"/>
  <Override PartName="/ppt/tags/tag2450.xml" ContentType="application/vnd.openxmlformats-officedocument.presentationml.tags+xml"/>
  <Override PartName="/ppt/tags/tag2451.xml" ContentType="application/vnd.openxmlformats-officedocument.presentationml.tags+xml"/>
  <Override PartName="/ppt/tags/tag2452.xml" ContentType="application/vnd.openxmlformats-officedocument.presentationml.tags+xml"/>
  <Override PartName="/ppt/notesSlides/notesSlide120.xml" ContentType="application/vnd.openxmlformats-officedocument.presentationml.notesSlide+xml"/>
  <Override PartName="/ppt/comments/modernComment_1D8_61C49F47.xml" ContentType="application/vnd.ms-powerpoint.comments+xml"/>
  <Override PartName="/ppt/tags/tag2453.xml" ContentType="application/vnd.openxmlformats-officedocument.presentationml.tags+xml"/>
  <Override PartName="/ppt/tags/tag2454.xml" ContentType="application/vnd.openxmlformats-officedocument.presentationml.tags+xml"/>
  <Override PartName="/ppt/tags/tag2455.xml" ContentType="application/vnd.openxmlformats-officedocument.presentationml.tags+xml"/>
  <Override PartName="/ppt/tags/tag2456.xml" ContentType="application/vnd.openxmlformats-officedocument.presentationml.tags+xml"/>
  <Override PartName="/ppt/tags/tag2457.xml" ContentType="application/vnd.openxmlformats-officedocument.presentationml.tags+xml"/>
  <Override PartName="/ppt/tags/tag2458.xml" ContentType="application/vnd.openxmlformats-officedocument.presentationml.tags+xml"/>
  <Override PartName="/ppt/tags/tag2459.xml" ContentType="application/vnd.openxmlformats-officedocument.presentationml.tags+xml"/>
  <Override PartName="/ppt/tags/tag2460.xml" ContentType="application/vnd.openxmlformats-officedocument.presentationml.tags+xml"/>
  <Override PartName="/ppt/tags/tag2461.xml" ContentType="application/vnd.openxmlformats-officedocument.presentationml.tags+xml"/>
  <Override PartName="/ppt/tags/tag2462.xml" ContentType="application/vnd.openxmlformats-officedocument.presentationml.tags+xml"/>
  <Override PartName="/ppt/tags/tag2463.xml" ContentType="application/vnd.openxmlformats-officedocument.presentationml.tags+xml"/>
  <Override PartName="/ppt/tags/tag2464.xml" ContentType="application/vnd.openxmlformats-officedocument.presentationml.tags+xml"/>
  <Override PartName="/ppt/tags/tag2465.xml" ContentType="application/vnd.openxmlformats-officedocument.presentationml.tags+xml"/>
  <Override PartName="/ppt/tags/tag2466.xml" ContentType="application/vnd.openxmlformats-officedocument.presentationml.tags+xml"/>
  <Override PartName="/ppt/tags/tag2467.xml" ContentType="application/vnd.openxmlformats-officedocument.presentationml.tags+xml"/>
  <Override PartName="/ppt/tags/tag2468.xml" ContentType="application/vnd.openxmlformats-officedocument.presentationml.tags+xml"/>
  <Override PartName="/ppt/tags/tag2469.xml" ContentType="application/vnd.openxmlformats-officedocument.presentationml.tags+xml"/>
  <Override PartName="/ppt/tags/tag2470.xml" ContentType="application/vnd.openxmlformats-officedocument.presentationml.tags+xml"/>
  <Override PartName="/ppt/tags/tag2471.xml" ContentType="application/vnd.openxmlformats-officedocument.presentationml.tags+xml"/>
  <Override PartName="/ppt/tags/tag2472.xml" ContentType="application/vnd.openxmlformats-officedocument.presentationml.tags+xml"/>
  <Override PartName="/ppt/tags/tag2473.xml" ContentType="application/vnd.openxmlformats-officedocument.presentationml.tags+xml"/>
  <Override PartName="/ppt/tags/tag2474.xml" ContentType="application/vnd.openxmlformats-officedocument.presentationml.tags+xml"/>
  <Override PartName="/ppt/tags/tag2475.xml" ContentType="application/vnd.openxmlformats-officedocument.presentationml.tags+xml"/>
  <Override PartName="/ppt/tags/tag2476.xml" ContentType="application/vnd.openxmlformats-officedocument.presentationml.tags+xml"/>
  <Override PartName="/ppt/tags/tag2477.xml" ContentType="application/vnd.openxmlformats-officedocument.presentationml.tags+xml"/>
  <Override PartName="/ppt/tags/tag2478.xml" ContentType="application/vnd.openxmlformats-officedocument.presentationml.tags+xml"/>
  <Override PartName="/ppt/notesSlides/notesSlide121.xml" ContentType="application/vnd.openxmlformats-officedocument.presentationml.notesSlide+xml"/>
  <Override PartName="/ppt/comments/modernComment_1D9_B964A53C.xml" ContentType="application/vnd.ms-powerpoint.comments+xml"/>
  <Override PartName="/ppt/tags/tag2479.xml" ContentType="application/vnd.openxmlformats-officedocument.presentationml.tags+xml"/>
  <Override PartName="/ppt/tags/tag2480.xml" ContentType="application/vnd.openxmlformats-officedocument.presentationml.tags+xml"/>
  <Override PartName="/ppt/tags/tag2481.xml" ContentType="application/vnd.openxmlformats-officedocument.presentationml.tags+xml"/>
  <Override PartName="/ppt/tags/tag2482.xml" ContentType="application/vnd.openxmlformats-officedocument.presentationml.tags+xml"/>
  <Override PartName="/ppt/tags/tag2483.xml" ContentType="application/vnd.openxmlformats-officedocument.presentationml.tags+xml"/>
  <Override PartName="/ppt/tags/tag2484.xml" ContentType="application/vnd.openxmlformats-officedocument.presentationml.tags+xml"/>
  <Override PartName="/ppt/tags/tag2485.xml" ContentType="application/vnd.openxmlformats-officedocument.presentationml.tags+xml"/>
  <Override PartName="/ppt/tags/tag2486.xml" ContentType="application/vnd.openxmlformats-officedocument.presentationml.tags+xml"/>
  <Override PartName="/ppt/tags/tag2487.xml" ContentType="application/vnd.openxmlformats-officedocument.presentationml.tags+xml"/>
  <Override PartName="/ppt/tags/tag2488.xml" ContentType="application/vnd.openxmlformats-officedocument.presentationml.tags+xml"/>
  <Override PartName="/ppt/tags/tag2489.xml" ContentType="application/vnd.openxmlformats-officedocument.presentationml.tags+xml"/>
  <Override PartName="/ppt/tags/tag2490.xml" ContentType="application/vnd.openxmlformats-officedocument.presentationml.tags+xml"/>
  <Override PartName="/ppt/tags/tag2491.xml" ContentType="application/vnd.openxmlformats-officedocument.presentationml.tags+xml"/>
  <Override PartName="/ppt/tags/tag2492.xml" ContentType="application/vnd.openxmlformats-officedocument.presentationml.tags+xml"/>
  <Override PartName="/ppt/tags/tag2493.xml" ContentType="application/vnd.openxmlformats-officedocument.presentationml.tags+xml"/>
  <Override PartName="/ppt/tags/tag2494.xml" ContentType="application/vnd.openxmlformats-officedocument.presentationml.tags+xml"/>
  <Override PartName="/ppt/tags/tag2495.xml" ContentType="application/vnd.openxmlformats-officedocument.presentationml.tags+xml"/>
  <Override PartName="/ppt/tags/tag2496.xml" ContentType="application/vnd.openxmlformats-officedocument.presentationml.tags+xml"/>
  <Override PartName="/ppt/tags/tag2497.xml" ContentType="application/vnd.openxmlformats-officedocument.presentationml.tags+xml"/>
  <Override PartName="/ppt/tags/tag2498.xml" ContentType="application/vnd.openxmlformats-officedocument.presentationml.tags+xml"/>
  <Override PartName="/ppt/tags/tag2499.xml" ContentType="application/vnd.openxmlformats-officedocument.presentationml.tags+xml"/>
  <Override PartName="/ppt/tags/tag2500.xml" ContentType="application/vnd.openxmlformats-officedocument.presentationml.tags+xml"/>
  <Override PartName="/ppt/tags/tag2501.xml" ContentType="application/vnd.openxmlformats-officedocument.presentationml.tags+xml"/>
  <Override PartName="/ppt/tags/tag2502.xml" ContentType="application/vnd.openxmlformats-officedocument.presentationml.tags+xml"/>
  <Override PartName="/ppt/tags/tag2503.xml" ContentType="application/vnd.openxmlformats-officedocument.presentationml.tags+xml"/>
  <Override PartName="/ppt/tags/tag2504.xml" ContentType="application/vnd.openxmlformats-officedocument.presentationml.tags+xml"/>
  <Override PartName="/ppt/notesSlides/notesSlide122.xml" ContentType="application/vnd.openxmlformats-officedocument.presentationml.notesSlide+xml"/>
  <Override PartName="/ppt/comments/modernComment_1DA_E807D070.xml" ContentType="application/vnd.ms-powerpoint.comments+xml"/>
  <Override PartName="/ppt/tags/tag2505.xml" ContentType="application/vnd.openxmlformats-officedocument.presentationml.tags+xml"/>
  <Override PartName="/ppt/tags/tag2506.xml" ContentType="application/vnd.openxmlformats-officedocument.presentationml.tags+xml"/>
  <Override PartName="/ppt/tags/tag2507.xml" ContentType="application/vnd.openxmlformats-officedocument.presentationml.tags+xml"/>
  <Override PartName="/ppt/tags/tag2508.xml" ContentType="application/vnd.openxmlformats-officedocument.presentationml.tags+xml"/>
  <Override PartName="/ppt/tags/tag2509.xml" ContentType="application/vnd.openxmlformats-officedocument.presentationml.tags+xml"/>
  <Override PartName="/ppt/tags/tag2510.xml" ContentType="application/vnd.openxmlformats-officedocument.presentationml.tags+xml"/>
  <Override PartName="/ppt/tags/tag2511.xml" ContentType="application/vnd.openxmlformats-officedocument.presentationml.tags+xml"/>
  <Override PartName="/ppt/tags/tag2512.xml" ContentType="application/vnd.openxmlformats-officedocument.presentationml.tags+xml"/>
  <Override PartName="/ppt/tags/tag2513.xml" ContentType="application/vnd.openxmlformats-officedocument.presentationml.tags+xml"/>
  <Override PartName="/ppt/tags/tag2514.xml" ContentType="application/vnd.openxmlformats-officedocument.presentationml.tags+xml"/>
  <Override PartName="/ppt/tags/tag2515.xml" ContentType="application/vnd.openxmlformats-officedocument.presentationml.tags+xml"/>
  <Override PartName="/ppt/tags/tag2516.xml" ContentType="application/vnd.openxmlformats-officedocument.presentationml.tags+xml"/>
  <Override PartName="/ppt/tags/tag2517.xml" ContentType="application/vnd.openxmlformats-officedocument.presentationml.tags+xml"/>
  <Override PartName="/ppt/tags/tag2518.xml" ContentType="application/vnd.openxmlformats-officedocument.presentationml.tags+xml"/>
  <Override PartName="/ppt/tags/tag2519.xml" ContentType="application/vnd.openxmlformats-officedocument.presentationml.tags+xml"/>
  <Override PartName="/ppt/tags/tag2520.xml" ContentType="application/vnd.openxmlformats-officedocument.presentationml.tags+xml"/>
  <Override PartName="/ppt/tags/tag2521.xml" ContentType="application/vnd.openxmlformats-officedocument.presentationml.tags+xml"/>
  <Override PartName="/ppt/tags/tag2522.xml" ContentType="application/vnd.openxmlformats-officedocument.presentationml.tags+xml"/>
  <Override PartName="/ppt/tags/tag2523.xml" ContentType="application/vnd.openxmlformats-officedocument.presentationml.tags+xml"/>
  <Override PartName="/ppt/tags/tag2524.xml" ContentType="application/vnd.openxmlformats-officedocument.presentationml.tags+xml"/>
  <Override PartName="/ppt/tags/tag2525.xml" ContentType="application/vnd.openxmlformats-officedocument.presentationml.tags+xml"/>
  <Override PartName="/ppt/tags/tag2526.xml" ContentType="application/vnd.openxmlformats-officedocument.presentationml.tags+xml"/>
  <Override PartName="/ppt/tags/tag2527.xml" ContentType="application/vnd.openxmlformats-officedocument.presentationml.tags+xml"/>
  <Override PartName="/ppt/tags/tag2528.xml" ContentType="application/vnd.openxmlformats-officedocument.presentationml.tags+xml"/>
  <Override PartName="/ppt/tags/tag2529.xml" ContentType="application/vnd.openxmlformats-officedocument.presentationml.tags+xml"/>
  <Override PartName="/ppt/tags/tag2530.xml" ContentType="application/vnd.openxmlformats-officedocument.presentationml.tags+xml"/>
  <Override PartName="/ppt/tags/tag2531.xml" ContentType="application/vnd.openxmlformats-officedocument.presentationml.tags+xml"/>
  <Override PartName="/ppt/notesSlides/notesSlide123.xml" ContentType="application/vnd.openxmlformats-officedocument.presentationml.notesSlide+xml"/>
  <Override PartName="/ppt/comments/modernComment_1DB_90289B9A.xml" ContentType="application/vnd.ms-powerpoint.comments+xml"/>
  <Override PartName="/ppt/tags/tag2532.xml" ContentType="application/vnd.openxmlformats-officedocument.presentationml.tags+xml"/>
  <Override PartName="/ppt/tags/tag2533.xml" ContentType="application/vnd.openxmlformats-officedocument.presentationml.tags+xml"/>
  <Override PartName="/ppt/tags/tag2534.xml" ContentType="application/vnd.openxmlformats-officedocument.presentationml.tags+xml"/>
  <Override PartName="/ppt/tags/tag2535.xml" ContentType="application/vnd.openxmlformats-officedocument.presentationml.tags+xml"/>
  <Override PartName="/ppt/tags/tag2536.xml" ContentType="application/vnd.openxmlformats-officedocument.presentationml.tags+xml"/>
  <Override PartName="/ppt/tags/tag2537.xml" ContentType="application/vnd.openxmlformats-officedocument.presentationml.tags+xml"/>
  <Override PartName="/ppt/tags/tag2538.xml" ContentType="application/vnd.openxmlformats-officedocument.presentationml.tags+xml"/>
  <Override PartName="/ppt/tags/tag2539.xml" ContentType="application/vnd.openxmlformats-officedocument.presentationml.tags+xml"/>
  <Override PartName="/ppt/tags/tag2540.xml" ContentType="application/vnd.openxmlformats-officedocument.presentationml.tags+xml"/>
  <Override PartName="/ppt/tags/tag2541.xml" ContentType="application/vnd.openxmlformats-officedocument.presentationml.tags+xml"/>
  <Override PartName="/ppt/tags/tag2542.xml" ContentType="application/vnd.openxmlformats-officedocument.presentationml.tags+xml"/>
  <Override PartName="/ppt/tags/tag2543.xml" ContentType="application/vnd.openxmlformats-officedocument.presentationml.tags+xml"/>
  <Override PartName="/ppt/tags/tag2544.xml" ContentType="application/vnd.openxmlformats-officedocument.presentationml.tags+xml"/>
  <Override PartName="/ppt/tags/tag2545.xml" ContentType="application/vnd.openxmlformats-officedocument.presentationml.tags+xml"/>
  <Override PartName="/ppt/tags/tag2546.xml" ContentType="application/vnd.openxmlformats-officedocument.presentationml.tags+xml"/>
  <Override PartName="/ppt/tags/tag2547.xml" ContentType="application/vnd.openxmlformats-officedocument.presentationml.tags+xml"/>
  <Override PartName="/ppt/tags/tag2548.xml" ContentType="application/vnd.openxmlformats-officedocument.presentationml.tags+xml"/>
  <Override PartName="/ppt/tags/tag2549.xml" ContentType="application/vnd.openxmlformats-officedocument.presentationml.tags+xml"/>
  <Override PartName="/ppt/tags/tag2550.xml" ContentType="application/vnd.openxmlformats-officedocument.presentationml.tags+xml"/>
  <Override PartName="/ppt/tags/tag2551.xml" ContentType="application/vnd.openxmlformats-officedocument.presentationml.tags+xml"/>
  <Override PartName="/ppt/tags/tag2552.xml" ContentType="application/vnd.openxmlformats-officedocument.presentationml.tags+xml"/>
  <Override PartName="/ppt/tags/tag2553.xml" ContentType="application/vnd.openxmlformats-officedocument.presentationml.tags+xml"/>
  <Override PartName="/ppt/tags/tag2554.xml" ContentType="application/vnd.openxmlformats-officedocument.presentationml.tags+xml"/>
  <Override PartName="/ppt/tags/tag2555.xml" ContentType="application/vnd.openxmlformats-officedocument.presentationml.tags+xml"/>
  <Override PartName="/ppt/tags/tag2556.xml" ContentType="application/vnd.openxmlformats-officedocument.presentationml.tags+xml"/>
  <Override PartName="/ppt/tags/tag2557.xml" ContentType="application/vnd.openxmlformats-officedocument.presentationml.tags+xml"/>
  <Override PartName="/ppt/tags/tag2558.xml" ContentType="application/vnd.openxmlformats-officedocument.presentationml.tags+xml"/>
  <Override PartName="/ppt/notesSlides/notesSlide124.xml" ContentType="application/vnd.openxmlformats-officedocument.presentationml.notesSlide+xml"/>
  <Override PartName="/ppt/comments/modernComment_1DC_1BDF6E90.xml" ContentType="application/vnd.ms-powerpoint.comments+xml"/>
  <Override PartName="/ppt/tags/tag2559.xml" ContentType="application/vnd.openxmlformats-officedocument.presentationml.tags+xml"/>
  <Override PartName="/ppt/tags/tag2560.xml" ContentType="application/vnd.openxmlformats-officedocument.presentationml.tags+xml"/>
  <Override PartName="/ppt/tags/tag2561.xml" ContentType="application/vnd.openxmlformats-officedocument.presentationml.tags+xml"/>
  <Override PartName="/ppt/tags/tag2562.xml" ContentType="application/vnd.openxmlformats-officedocument.presentationml.tags+xml"/>
  <Override PartName="/ppt/tags/tag2563.xml" ContentType="application/vnd.openxmlformats-officedocument.presentationml.tags+xml"/>
  <Override PartName="/ppt/tags/tag2564.xml" ContentType="application/vnd.openxmlformats-officedocument.presentationml.tags+xml"/>
  <Override PartName="/ppt/tags/tag2565.xml" ContentType="application/vnd.openxmlformats-officedocument.presentationml.tags+xml"/>
  <Override PartName="/ppt/tags/tag2566.xml" ContentType="application/vnd.openxmlformats-officedocument.presentationml.tags+xml"/>
  <Override PartName="/ppt/tags/tag2567.xml" ContentType="application/vnd.openxmlformats-officedocument.presentationml.tags+xml"/>
  <Override PartName="/ppt/tags/tag2568.xml" ContentType="application/vnd.openxmlformats-officedocument.presentationml.tags+xml"/>
  <Override PartName="/ppt/tags/tag2569.xml" ContentType="application/vnd.openxmlformats-officedocument.presentationml.tags+xml"/>
  <Override PartName="/ppt/tags/tag2570.xml" ContentType="application/vnd.openxmlformats-officedocument.presentationml.tags+xml"/>
  <Override PartName="/ppt/tags/tag2571.xml" ContentType="application/vnd.openxmlformats-officedocument.presentationml.tags+xml"/>
  <Override PartName="/ppt/tags/tag2572.xml" ContentType="application/vnd.openxmlformats-officedocument.presentationml.tags+xml"/>
  <Override PartName="/ppt/tags/tag2573.xml" ContentType="application/vnd.openxmlformats-officedocument.presentationml.tags+xml"/>
  <Override PartName="/ppt/tags/tag2574.xml" ContentType="application/vnd.openxmlformats-officedocument.presentationml.tags+xml"/>
  <Override PartName="/ppt/tags/tag2575.xml" ContentType="application/vnd.openxmlformats-officedocument.presentationml.tags+xml"/>
  <Override PartName="/ppt/tags/tag2576.xml" ContentType="application/vnd.openxmlformats-officedocument.presentationml.tags+xml"/>
  <Override PartName="/ppt/tags/tag2577.xml" ContentType="application/vnd.openxmlformats-officedocument.presentationml.tags+xml"/>
  <Override PartName="/ppt/tags/tag2578.xml" ContentType="application/vnd.openxmlformats-officedocument.presentationml.tags+xml"/>
  <Override PartName="/ppt/tags/tag2579.xml" ContentType="application/vnd.openxmlformats-officedocument.presentationml.tags+xml"/>
  <Override PartName="/ppt/tags/tag2580.xml" ContentType="application/vnd.openxmlformats-officedocument.presentationml.tags+xml"/>
  <Override PartName="/ppt/tags/tag2581.xml" ContentType="application/vnd.openxmlformats-officedocument.presentationml.tags+xml"/>
  <Override PartName="/ppt/tags/tag2582.xml" ContentType="application/vnd.openxmlformats-officedocument.presentationml.tags+xml"/>
  <Override PartName="/ppt/tags/tag2583.xml" ContentType="application/vnd.openxmlformats-officedocument.presentationml.tags+xml"/>
  <Override PartName="/ppt/tags/tag2584.xml" ContentType="application/vnd.openxmlformats-officedocument.presentationml.tags+xml"/>
  <Override PartName="/ppt/tags/tag2585.xml" ContentType="application/vnd.openxmlformats-officedocument.presentationml.tags+xml"/>
  <Override PartName="/ppt/notesSlides/notesSlide125.xml" ContentType="application/vnd.openxmlformats-officedocument.presentationml.notesSlide+xml"/>
  <Override PartName="/ppt/comments/modernComment_1DD_D7B589AD.xml" ContentType="application/vnd.ms-powerpoint.comments+xml"/>
  <Override PartName="/ppt/tags/tag2586.xml" ContentType="application/vnd.openxmlformats-officedocument.presentationml.tags+xml"/>
  <Override PartName="/ppt/tags/tag2587.xml" ContentType="application/vnd.openxmlformats-officedocument.presentationml.tags+xml"/>
  <Override PartName="/ppt/tags/tag2588.xml" ContentType="application/vnd.openxmlformats-officedocument.presentationml.tags+xml"/>
  <Override PartName="/ppt/tags/tag2589.xml" ContentType="application/vnd.openxmlformats-officedocument.presentationml.tags+xml"/>
  <Override PartName="/ppt/tags/tag2590.xml" ContentType="application/vnd.openxmlformats-officedocument.presentationml.tags+xml"/>
  <Override PartName="/ppt/tags/tag2591.xml" ContentType="application/vnd.openxmlformats-officedocument.presentationml.tags+xml"/>
  <Override PartName="/ppt/tags/tag2592.xml" ContentType="application/vnd.openxmlformats-officedocument.presentationml.tags+xml"/>
  <Override PartName="/ppt/tags/tag2593.xml" ContentType="application/vnd.openxmlformats-officedocument.presentationml.tags+xml"/>
  <Override PartName="/ppt/tags/tag2594.xml" ContentType="application/vnd.openxmlformats-officedocument.presentationml.tags+xml"/>
  <Override PartName="/ppt/tags/tag2595.xml" ContentType="application/vnd.openxmlformats-officedocument.presentationml.tags+xml"/>
  <Override PartName="/ppt/tags/tag2596.xml" ContentType="application/vnd.openxmlformats-officedocument.presentationml.tags+xml"/>
  <Override PartName="/ppt/tags/tag2597.xml" ContentType="application/vnd.openxmlformats-officedocument.presentationml.tags+xml"/>
  <Override PartName="/ppt/tags/tag2598.xml" ContentType="application/vnd.openxmlformats-officedocument.presentationml.tags+xml"/>
  <Override PartName="/ppt/tags/tag2599.xml" ContentType="application/vnd.openxmlformats-officedocument.presentationml.tags+xml"/>
  <Override PartName="/ppt/tags/tag2600.xml" ContentType="application/vnd.openxmlformats-officedocument.presentationml.tags+xml"/>
  <Override PartName="/ppt/tags/tag2601.xml" ContentType="application/vnd.openxmlformats-officedocument.presentationml.tags+xml"/>
  <Override PartName="/ppt/tags/tag2602.xml" ContentType="application/vnd.openxmlformats-officedocument.presentationml.tags+xml"/>
  <Override PartName="/ppt/tags/tag2603.xml" ContentType="application/vnd.openxmlformats-officedocument.presentationml.tags+xml"/>
  <Override PartName="/ppt/tags/tag2604.xml" ContentType="application/vnd.openxmlformats-officedocument.presentationml.tags+xml"/>
  <Override PartName="/ppt/tags/tag2605.xml" ContentType="application/vnd.openxmlformats-officedocument.presentationml.tags+xml"/>
  <Override PartName="/ppt/tags/tag2606.xml" ContentType="application/vnd.openxmlformats-officedocument.presentationml.tags+xml"/>
  <Override PartName="/ppt/tags/tag2607.xml" ContentType="application/vnd.openxmlformats-officedocument.presentationml.tags+xml"/>
  <Override PartName="/ppt/tags/tag2608.xml" ContentType="application/vnd.openxmlformats-officedocument.presentationml.tags+xml"/>
  <Override PartName="/ppt/tags/tag2609.xml" ContentType="application/vnd.openxmlformats-officedocument.presentationml.tags+xml"/>
  <Override PartName="/ppt/tags/tag2610.xml" ContentType="application/vnd.openxmlformats-officedocument.presentationml.tags+xml"/>
  <Override PartName="/ppt/tags/tag2611.xml" ContentType="application/vnd.openxmlformats-officedocument.presentationml.tags+xml"/>
  <Override PartName="/ppt/tags/tag2612.xml" ContentType="application/vnd.openxmlformats-officedocument.presentationml.tags+xml"/>
  <Override PartName="/ppt/tags/tag2613.xml" ContentType="application/vnd.openxmlformats-officedocument.presentationml.tags+xml"/>
  <Override PartName="/ppt/notesSlides/notesSlide126.xml" ContentType="application/vnd.openxmlformats-officedocument.presentationml.notesSlide+xml"/>
  <Override PartName="/ppt/comments/modernComment_1DE_6A3A1D06.xml" ContentType="application/vnd.ms-powerpoint.comments+xml"/>
  <Override PartName="/ppt/tags/tag2614.xml" ContentType="application/vnd.openxmlformats-officedocument.presentationml.tags+xml"/>
  <Override PartName="/ppt/tags/tag2615.xml" ContentType="application/vnd.openxmlformats-officedocument.presentationml.tags+xml"/>
  <Override PartName="/ppt/tags/tag2616.xml" ContentType="application/vnd.openxmlformats-officedocument.presentationml.tags+xml"/>
  <Override PartName="/ppt/tags/tag2617.xml" ContentType="application/vnd.openxmlformats-officedocument.presentationml.tags+xml"/>
  <Override PartName="/ppt/tags/tag2618.xml" ContentType="application/vnd.openxmlformats-officedocument.presentationml.tags+xml"/>
  <Override PartName="/ppt/tags/tag2619.xml" ContentType="application/vnd.openxmlformats-officedocument.presentationml.tags+xml"/>
  <Override PartName="/ppt/tags/tag2620.xml" ContentType="application/vnd.openxmlformats-officedocument.presentationml.tags+xml"/>
  <Override PartName="/ppt/tags/tag2621.xml" ContentType="application/vnd.openxmlformats-officedocument.presentationml.tags+xml"/>
  <Override PartName="/ppt/tags/tag2622.xml" ContentType="application/vnd.openxmlformats-officedocument.presentationml.tags+xml"/>
  <Override PartName="/ppt/tags/tag2623.xml" ContentType="application/vnd.openxmlformats-officedocument.presentationml.tags+xml"/>
  <Override PartName="/ppt/tags/tag2624.xml" ContentType="application/vnd.openxmlformats-officedocument.presentationml.tags+xml"/>
  <Override PartName="/ppt/tags/tag2625.xml" ContentType="application/vnd.openxmlformats-officedocument.presentationml.tags+xml"/>
  <Override PartName="/ppt/tags/tag2626.xml" ContentType="application/vnd.openxmlformats-officedocument.presentationml.tags+xml"/>
  <Override PartName="/ppt/tags/tag2627.xml" ContentType="application/vnd.openxmlformats-officedocument.presentationml.tags+xml"/>
  <Override PartName="/ppt/tags/tag2628.xml" ContentType="application/vnd.openxmlformats-officedocument.presentationml.tags+xml"/>
  <Override PartName="/ppt/tags/tag2629.xml" ContentType="application/vnd.openxmlformats-officedocument.presentationml.tags+xml"/>
  <Override PartName="/ppt/tags/tag2630.xml" ContentType="application/vnd.openxmlformats-officedocument.presentationml.tags+xml"/>
  <Override PartName="/ppt/tags/tag2631.xml" ContentType="application/vnd.openxmlformats-officedocument.presentationml.tags+xml"/>
  <Override PartName="/ppt/tags/tag2632.xml" ContentType="application/vnd.openxmlformats-officedocument.presentationml.tags+xml"/>
  <Override PartName="/ppt/tags/tag2633.xml" ContentType="application/vnd.openxmlformats-officedocument.presentationml.tags+xml"/>
  <Override PartName="/ppt/tags/tag2634.xml" ContentType="application/vnd.openxmlformats-officedocument.presentationml.tags+xml"/>
  <Override PartName="/ppt/tags/tag2635.xml" ContentType="application/vnd.openxmlformats-officedocument.presentationml.tags+xml"/>
  <Override PartName="/ppt/tags/tag2636.xml" ContentType="application/vnd.openxmlformats-officedocument.presentationml.tags+xml"/>
  <Override PartName="/ppt/tags/tag2637.xml" ContentType="application/vnd.openxmlformats-officedocument.presentationml.tags+xml"/>
  <Override PartName="/ppt/tags/tag2638.xml" ContentType="application/vnd.openxmlformats-officedocument.presentationml.tags+xml"/>
  <Override PartName="/ppt/tags/tag2639.xml" ContentType="application/vnd.openxmlformats-officedocument.presentationml.tags+xml"/>
  <Override PartName="/ppt/tags/tag2640.xml" ContentType="application/vnd.openxmlformats-officedocument.presentationml.tags+xml"/>
  <Override PartName="/ppt/tags/tag2641.xml" ContentType="application/vnd.openxmlformats-officedocument.presentationml.tags+xml"/>
  <Override PartName="/ppt/notesSlides/notesSlide127.xml" ContentType="application/vnd.openxmlformats-officedocument.presentationml.notesSlide+xml"/>
  <Override PartName="/ppt/comments/modernComment_1DF_47961128.xml" ContentType="application/vnd.ms-powerpoint.comments+xml"/>
  <Override PartName="/ppt/tags/tag2642.xml" ContentType="application/vnd.openxmlformats-officedocument.presentationml.tags+xml"/>
  <Override PartName="/ppt/tags/tag2643.xml" ContentType="application/vnd.openxmlformats-officedocument.presentationml.tags+xml"/>
  <Override PartName="/ppt/tags/tag2644.xml" ContentType="application/vnd.openxmlformats-officedocument.presentationml.tags+xml"/>
  <Override PartName="/ppt/tags/tag2645.xml" ContentType="application/vnd.openxmlformats-officedocument.presentationml.tags+xml"/>
  <Override PartName="/ppt/tags/tag2646.xml" ContentType="application/vnd.openxmlformats-officedocument.presentationml.tags+xml"/>
  <Override PartName="/ppt/tags/tag2647.xml" ContentType="application/vnd.openxmlformats-officedocument.presentationml.tags+xml"/>
  <Override PartName="/ppt/tags/tag2648.xml" ContentType="application/vnd.openxmlformats-officedocument.presentationml.tags+xml"/>
  <Override PartName="/ppt/tags/tag2649.xml" ContentType="application/vnd.openxmlformats-officedocument.presentationml.tags+xml"/>
  <Override PartName="/ppt/tags/tag2650.xml" ContentType="application/vnd.openxmlformats-officedocument.presentationml.tags+xml"/>
  <Override PartName="/ppt/tags/tag2651.xml" ContentType="application/vnd.openxmlformats-officedocument.presentationml.tags+xml"/>
  <Override PartName="/ppt/tags/tag2652.xml" ContentType="application/vnd.openxmlformats-officedocument.presentationml.tags+xml"/>
  <Override PartName="/ppt/tags/tag2653.xml" ContentType="application/vnd.openxmlformats-officedocument.presentationml.tags+xml"/>
  <Override PartName="/ppt/tags/tag2654.xml" ContentType="application/vnd.openxmlformats-officedocument.presentationml.tags+xml"/>
  <Override PartName="/ppt/tags/tag2655.xml" ContentType="application/vnd.openxmlformats-officedocument.presentationml.tags+xml"/>
  <Override PartName="/ppt/tags/tag2656.xml" ContentType="application/vnd.openxmlformats-officedocument.presentationml.tags+xml"/>
  <Override PartName="/ppt/tags/tag2657.xml" ContentType="application/vnd.openxmlformats-officedocument.presentationml.tags+xml"/>
  <Override PartName="/ppt/tags/tag2658.xml" ContentType="application/vnd.openxmlformats-officedocument.presentationml.tags+xml"/>
  <Override PartName="/ppt/tags/tag2659.xml" ContentType="application/vnd.openxmlformats-officedocument.presentationml.tags+xml"/>
  <Override PartName="/ppt/tags/tag2660.xml" ContentType="application/vnd.openxmlformats-officedocument.presentationml.tags+xml"/>
  <Override PartName="/ppt/tags/tag2661.xml" ContentType="application/vnd.openxmlformats-officedocument.presentationml.tags+xml"/>
  <Override PartName="/ppt/tags/tag2662.xml" ContentType="application/vnd.openxmlformats-officedocument.presentationml.tags+xml"/>
  <Override PartName="/ppt/tags/tag2663.xml" ContentType="application/vnd.openxmlformats-officedocument.presentationml.tags+xml"/>
  <Override PartName="/ppt/tags/tag2664.xml" ContentType="application/vnd.openxmlformats-officedocument.presentationml.tags+xml"/>
  <Override PartName="/ppt/tags/tag2665.xml" ContentType="application/vnd.openxmlformats-officedocument.presentationml.tags+xml"/>
  <Override PartName="/ppt/tags/tag2666.xml" ContentType="application/vnd.openxmlformats-officedocument.presentationml.tags+xml"/>
  <Override PartName="/ppt/tags/tag2667.xml" ContentType="application/vnd.openxmlformats-officedocument.presentationml.tags+xml"/>
  <Override PartName="/ppt/tags/tag2668.xml" ContentType="application/vnd.openxmlformats-officedocument.presentationml.tags+xml"/>
  <Override PartName="/ppt/tags/tag2669.xml" ContentType="application/vnd.openxmlformats-officedocument.presentationml.tags+xml"/>
  <Override PartName="/ppt/notesSlides/notesSlide128.xml" ContentType="application/vnd.openxmlformats-officedocument.presentationml.notesSlide+xml"/>
  <Override PartName="/ppt/comments/modernComment_1E0_BDB3477D.xml" ContentType="application/vnd.ms-powerpoint.comments+xml"/>
  <Override PartName="/ppt/tags/tag2670.xml" ContentType="application/vnd.openxmlformats-officedocument.presentationml.tags+xml"/>
  <Override PartName="/ppt/tags/tag2671.xml" ContentType="application/vnd.openxmlformats-officedocument.presentationml.tags+xml"/>
  <Override PartName="/ppt/tags/tag2672.xml" ContentType="application/vnd.openxmlformats-officedocument.presentationml.tags+xml"/>
  <Override PartName="/ppt/tags/tag2673.xml" ContentType="application/vnd.openxmlformats-officedocument.presentationml.tags+xml"/>
  <Override PartName="/ppt/tags/tag2674.xml" ContentType="application/vnd.openxmlformats-officedocument.presentationml.tags+xml"/>
  <Override PartName="/ppt/tags/tag2675.xml" ContentType="application/vnd.openxmlformats-officedocument.presentationml.tags+xml"/>
  <Override PartName="/ppt/tags/tag2676.xml" ContentType="application/vnd.openxmlformats-officedocument.presentationml.tags+xml"/>
  <Override PartName="/ppt/tags/tag2677.xml" ContentType="application/vnd.openxmlformats-officedocument.presentationml.tags+xml"/>
  <Override PartName="/ppt/tags/tag2678.xml" ContentType="application/vnd.openxmlformats-officedocument.presentationml.tags+xml"/>
  <Override PartName="/ppt/tags/tag2679.xml" ContentType="application/vnd.openxmlformats-officedocument.presentationml.tags+xml"/>
  <Override PartName="/ppt/tags/tag2680.xml" ContentType="application/vnd.openxmlformats-officedocument.presentationml.tags+xml"/>
  <Override PartName="/ppt/tags/tag2681.xml" ContentType="application/vnd.openxmlformats-officedocument.presentationml.tags+xml"/>
  <Override PartName="/ppt/tags/tag2682.xml" ContentType="application/vnd.openxmlformats-officedocument.presentationml.tags+xml"/>
  <Override PartName="/ppt/tags/tag2683.xml" ContentType="application/vnd.openxmlformats-officedocument.presentationml.tags+xml"/>
  <Override PartName="/ppt/tags/tag2684.xml" ContentType="application/vnd.openxmlformats-officedocument.presentationml.tags+xml"/>
  <Override PartName="/ppt/tags/tag2685.xml" ContentType="application/vnd.openxmlformats-officedocument.presentationml.tags+xml"/>
  <Override PartName="/ppt/tags/tag2686.xml" ContentType="application/vnd.openxmlformats-officedocument.presentationml.tags+xml"/>
  <Override PartName="/ppt/tags/tag2687.xml" ContentType="application/vnd.openxmlformats-officedocument.presentationml.tags+xml"/>
  <Override PartName="/ppt/tags/tag2688.xml" ContentType="application/vnd.openxmlformats-officedocument.presentationml.tags+xml"/>
  <Override PartName="/ppt/tags/tag2689.xml" ContentType="application/vnd.openxmlformats-officedocument.presentationml.tags+xml"/>
  <Override PartName="/ppt/tags/tag2690.xml" ContentType="application/vnd.openxmlformats-officedocument.presentationml.tags+xml"/>
  <Override PartName="/ppt/tags/tag2691.xml" ContentType="application/vnd.openxmlformats-officedocument.presentationml.tags+xml"/>
  <Override PartName="/ppt/tags/tag2692.xml" ContentType="application/vnd.openxmlformats-officedocument.presentationml.tags+xml"/>
  <Override PartName="/ppt/tags/tag2693.xml" ContentType="application/vnd.openxmlformats-officedocument.presentationml.tags+xml"/>
  <Override PartName="/ppt/tags/tag2694.xml" ContentType="application/vnd.openxmlformats-officedocument.presentationml.tags+xml"/>
  <Override PartName="/ppt/tags/tag2695.xml" ContentType="application/vnd.openxmlformats-officedocument.presentationml.tags+xml"/>
  <Override PartName="/ppt/tags/tag2696.xml" ContentType="application/vnd.openxmlformats-officedocument.presentationml.tags+xml"/>
  <Override PartName="/ppt/tags/tag2697.xml" ContentType="application/vnd.openxmlformats-officedocument.presentationml.tags+xml"/>
  <Override PartName="/ppt/tags/tag2698.xml" ContentType="application/vnd.openxmlformats-officedocument.presentationml.tags+xml"/>
  <Override PartName="/ppt/notesSlides/notesSlide129.xml" ContentType="application/vnd.openxmlformats-officedocument.presentationml.notesSlide+xml"/>
  <Override PartName="/ppt/comments/modernComment_1E1_F8B7F3B0.xml" ContentType="application/vnd.ms-powerpoint.comments+xml"/>
  <Override PartName="/ppt/tags/tag2699.xml" ContentType="application/vnd.openxmlformats-officedocument.presentationml.tags+xml"/>
  <Override PartName="/ppt/tags/tag2700.xml" ContentType="application/vnd.openxmlformats-officedocument.presentationml.tags+xml"/>
  <Override PartName="/ppt/tags/tag2701.xml" ContentType="application/vnd.openxmlformats-officedocument.presentationml.tags+xml"/>
  <Override PartName="/ppt/tags/tag2702.xml" ContentType="application/vnd.openxmlformats-officedocument.presentationml.tags+xml"/>
  <Override PartName="/ppt/tags/tag2703.xml" ContentType="application/vnd.openxmlformats-officedocument.presentationml.tags+xml"/>
  <Override PartName="/ppt/tags/tag2704.xml" ContentType="application/vnd.openxmlformats-officedocument.presentationml.tags+xml"/>
  <Override PartName="/ppt/tags/tag2705.xml" ContentType="application/vnd.openxmlformats-officedocument.presentationml.tags+xml"/>
  <Override PartName="/ppt/tags/tag2706.xml" ContentType="application/vnd.openxmlformats-officedocument.presentationml.tags+xml"/>
  <Override PartName="/ppt/tags/tag2707.xml" ContentType="application/vnd.openxmlformats-officedocument.presentationml.tags+xml"/>
  <Override PartName="/ppt/tags/tag2708.xml" ContentType="application/vnd.openxmlformats-officedocument.presentationml.tags+xml"/>
  <Override PartName="/ppt/tags/tag2709.xml" ContentType="application/vnd.openxmlformats-officedocument.presentationml.tags+xml"/>
  <Override PartName="/ppt/tags/tag2710.xml" ContentType="application/vnd.openxmlformats-officedocument.presentationml.tags+xml"/>
  <Override PartName="/ppt/tags/tag2711.xml" ContentType="application/vnd.openxmlformats-officedocument.presentationml.tags+xml"/>
  <Override PartName="/ppt/tags/tag2712.xml" ContentType="application/vnd.openxmlformats-officedocument.presentationml.tags+xml"/>
  <Override PartName="/ppt/tags/tag2713.xml" ContentType="application/vnd.openxmlformats-officedocument.presentationml.tags+xml"/>
  <Override PartName="/ppt/tags/tag2714.xml" ContentType="application/vnd.openxmlformats-officedocument.presentationml.tags+xml"/>
  <Override PartName="/ppt/tags/tag2715.xml" ContentType="application/vnd.openxmlformats-officedocument.presentationml.tags+xml"/>
  <Override PartName="/ppt/tags/tag2716.xml" ContentType="application/vnd.openxmlformats-officedocument.presentationml.tags+xml"/>
  <Override PartName="/ppt/tags/tag2717.xml" ContentType="application/vnd.openxmlformats-officedocument.presentationml.tags+xml"/>
  <Override PartName="/ppt/tags/tag2718.xml" ContentType="application/vnd.openxmlformats-officedocument.presentationml.tags+xml"/>
  <Override PartName="/ppt/tags/tag2719.xml" ContentType="application/vnd.openxmlformats-officedocument.presentationml.tags+xml"/>
  <Override PartName="/ppt/tags/tag2720.xml" ContentType="application/vnd.openxmlformats-officedocument.presentationml.tags+xml"/>
  <Override PartName="/ppt/tags/tag2721.xml" ContentType="application/vnd.openxmlformats-officedocument.presentationml.tags+xml"/>
  <Override PartName="/ppt/tags/tag2722.xml" ContentType="application/vnd.openxmlformats-officedocument.presentationml.tags+xml"/>
  <Override PartName="/ppt/tags/tag2723.xml" ContentType="application/vnd.openxmlformats-officedocument.presentationml.tags+xml"/>
  <Override PartName="/ppt/tags/tag2724.xml" ContentType="application/vnd.openxmlformats-officedocument.presentationml.tags+xml"/>
  <Override PartName="/ppt/tags/tag2725.xml" ContentType="application/vnd.openxmlformats-officedocument.presentationml.tags+xml"/>
  <Override PartName="/ppt/tags/tag2726.xml" ContentType="application/vnd.openxmlformats-officedocument.presentationml.tags+xml"/>
  <Override PartName="/ppt/tags/tag2727.xml" ContentType="application/vnd.openxmlformats-officedocument.presentationml.tags+xml"/>
  <Override PartName="/ppt/tags/tag2728.xml" ContentType="application/vnd.openxmlformats-officedocument.presentationml.tags+xml"/>
  <Override PartName="/ppt/notesSlides/notesSlide130.xml" ContentType="application/vnd.openxmlformats-officedocument.presentationml.notesSlide+xml"/>
  <Override PartName="/ppt/comments/modernComment_1E2_21E87BED.xml" ContentType="application/vnd.ms-powerpoint.comments+xml"/>
  <Override PartName="/ppt/tags/tag2729.xml" ContentType="application/vnd.openxmlformats-officedocument.presentationml.tags+xml"/>
  <Override PartName="/ppt/tags/tag2730.xml" ContentType="application/vnd.openxmlformats-officedocument.presentationml.tags+xml"/>
  <Override PartName="/ppt/tags/tag2731.xml" ContentType="application/vnd.openxmlformats-officedocument.presentationml.tags+xml"/>
  <Override PartName="/ppt/tags/tag2732.xml" ContentType="application/vnd.openxmlformats-officedocument.presentationml.tags+xml"/>
  <Override PartName="/ppt/tags/tag2733.xml" ContentType="application/vnd.openxmlformats-officedocument.presentationml.tags+xml"/>
  <Override PartName="/ppt/tags/tag2734.xml" ContentType="application/vnd.openxmlformats-officedocument.presentationml.tags+xml"/>
  <Override PartName="/ppt/tags/tag2735.xml" ContentType="application/vnd.openxmlformats-officedocument.presentationml.tags+xml"/>
  <Override PartName="/ppt/tags/tag2736.xml" ContentType="application/vnd.openxmlformats-officedocument.presentationml.tags+xml"/>
  <Override PartName="/ppt/tags/tag2737.xml" ContentType="application/vnd.openxmlformats-officedocument.presentationml.tags+xml"/>
  <Override PartName="/ppt/tags/tag2738.xml" ContentType="application/vnd.openxmlformats-officedocument.presentationml.tags+xml"/>
  <Override PartName="/ppt/tags/tag2739.xml" ContentType="application/vnd.openxmlformats-officedocument.presentationml.tags+xml"/>
  <Override PartName="/ppt/tags/tag2740.xml" ContentType="application/vnd.openxmlformats-officedocument.presentationml.tags+xml"/>
  <Override PartName="/ppt/tags/tag2741.xml" ContentType="application/vnd.openxmlformats-officedocument.presentationml.tags+xml"/>
  <Override PartName="/ppt/tags/tag2742.xml" ContentType="application/vnd.openxmlformats-officedocument.presentationml.tags+xml"/>
  <Override PartName="/ppt/tags/tag2743.xml" ContentType="application/vnd.openxmlformats-officedocument.presentationml.tags+xml"/>
  <Override PartName="/ppt/tags/tag2744.xml" ContentType="application/vnd.openxmlformats-officedocument.presentationml.tags+xml"/>
  <Override PartName="/ppt/tags/tag2745.xml" ContentType="application/vnd.openxmlformats-officedocument.presentationml.tags+xml"/>
  <Override PartName="/ppt/tags/tag2746.xml" ContentType="application/vnd.openxmlformats-officedocument.presentationml.tags+xml"/>
  <Override PartName="/ppt/tags/tag2747.xml" ContentType="application/vnd.openxmlformats-officedocument.presentationml.tags+xml"/>
  <Override PartName="/ppt/tags/tag2748.xml" ContentType="application/vnd.openxmlformats-officedocument.presentationml.tags+xml"/>
  <Override PartName="/ppt/tags/tag2749.xml" ContentType="application/vnd.openxmlformats-officedocument.presentationml.tags+xml"/>
  <Override PartName="/ppt/tags/tag2750.xml" ContentType="application/vnd.openxmlformats-officedocument.presentationml.tags+xml"/>
  <Override PartName="/ppt/tags/tag2751.xml" ContentType="application/vnd.openxmlformats-officedocument.presentationml.tags+xml"/>
  <Override PartName="/ppt/tags/tag2752.xml" ContentType="application/vnd.openxmlformats-officedocument.presentationml.tags+xml"/>
  <Override PartName="/ppt/tags/tag2753.xml" ContentType="application/vnd.openxmlformats-officedocument.presentationml.tags+xml"/>
  <Override PartName="/ppt/tags/tag2754.xml" ContentType="application/vnd.openxmlformats-officedocument.presentationml.tags+xml"/>
  <Override PartName="/ppt/tags/tag2755.xml" ContentType="application/vnd.openxmlformats-officedocument.presentationml.tags+xml"/>
  <Override PartName="/ppt/tags/tag2756.xml" ContentType="application/vnd.openxmlformats-officedocument.presentationml.tags+xml"/>
  <Override PartName="/ppt/tags/tag2757.xml" ContentType="application/vnd.openxmlformats-officedocument.presentationml.tags+xml"/>
  <Override PartName="/ppt/tags/tag2758.xml" ContentType="application/vnd.openxmlformats-officedocument.presentationml.tags+xml"/>
  <Override PartName="/ppt/tags/tag2759.xml" ContentType="application/vnd.openxmlformats-officedocument.presentationml.tags+xml"/>
  <Override PartName="/ppt/notesSlides/notesSlide131.xml" ContentType="application/vnd.openxmlformats-officedocument.presentationml.notesSlide+xml"/>
  <Override PartName="/ppt/comments/modernComment_1E3_A474A285.xml" ContentType="application/vnd.ms-powerpoint.comments+xml"/>
  <Override PartName="/ppt/tags/tag2760.xml" ContentType="application/vnd.openxmlformats-officedocument.presentationml.tags+xml"/>
  <Override PartName="/ppt/tags/tag2761.xml" ContentType="application/vnd.openxmlformats-officedocument.presentationml.tags+xml"/>
  <Override PartName="/ppt/tags/tag2762.xml" ContentType="application/vnd.openxmlformats-officedocument.presentationml.tags+xml"/>
  <Override PartName="/ppt/tags/tag2763.xml" ContentType="application/vnd.openxmlformats-officedocument.presentationml.tags+xml"/>
  <Override PartName="/ppt/tags/tag2764.xml" ContentType="application/vnd.openxmlformats-officedocument.presentationml.tags+xml"/>
  <Override PartName="/ppt/tags/tag2765.xml" ContentType="application/vnd.openxmlformats-officedocument.presentationml.tags+xml"/>
  <Override PartName="/ppt/tags/tag2766.xml" ContentType="application/vnd.openxmlformats-officedocument.presentationml.tags+xml"/>
  <Override PartName="/ppt/tags/tag2767.xml" ContentType="application/vnd.openxmlformats-officedocument.presentationml.tags+xml"/>
  <Override PartName="/ppt/tags/tag2768.xml" ContentType="application/vnd.openxmlformats-officedocument.presentationml.tags+xml"/>
  <Override PartName="/ppt/tags/tag2769.xml" ContentType="application/vnd.openxmlformats-officedocument.presentationml.tags+xml"/>
  <Override PartName="/ppt/tags/tag2770.xml" ContentType="application/vnd.openxmlformats-officedocument.presentationml.tags+xml"/>
  <Override PartName="/ppt/tags/tag2771.xml" ContentType="application/vnd.openxmlformats-officedocument.presentationml.tags+xml"/>
  <Override PartName="/ppt/tags/tag2772.xml" ContentType="application/vnd.openxmlformats-officedocument.presentationml.tags+xml"/>
  <Override PartName="/ppt/tags/tag2773.xml" ContentType="application/vnd.openxmlformats-officedocument.presentationml.tags+xml"/>
  <Override PartName="/ppt/tags/tag2774.xml" ContentType="application/vnd.openxmlformats-officedocument.presentationml.tags+xml"/>
  <Override PartName="/ppt/tags/tag2775.xml" ContentType="application/vnd.openxmlformats-officedocument.presentationml.tags+xml"/>
  <Override PartName="/ppt/tags/tag2776.xml" ContentType="application/vnd.openxmlformats-officedocument.presentationml.tags+xml"/>
  <Override PartName="/ppt/tags/tag2777.xml" ContentType="application/vnd.openxmlformats-officedocument.presentationml.tags+xml"/>
  <Override PartName="/ppt/tags/tag2778.xml" ContentType="application/vnd.openxmlformats-officedocument.presentationml.tags+xml"/>
  <Override PartName="/ppt/tags/tag2779.xml" ContentType="application/vnd.openxmlformats-officedocument.presentationml.tags+xml"/>
  <Override PartName="/ppt/tags/tag2780.xml" ContentType="application/vnd.openxmlformats-officedocument.presentationml.tags+xml"/>
  <Override PartName="/ppt/tags/tag2781.xml" ContentType="application/vnd.openxmlformats-officedocument.presentationml.tags+xml"/>
  <Override PartName="/ppt/tags/tag2782.xml" ContentType="application/vnd.openxmlformats-officedocument.presentationml.tags+xml"/>
  <Override PartName="/ppt/tags/tag2783.xml" ContentType="application/vnd.openxmlformats-officedocument.presentationml.tags+xml"/>
  <Override PartName="/ppt/tags/tag2784.xml" ContentType="application/vnd.openxmlformats-officedocument.presentationml.tags+xml"/>
  <Override PartName="/ppt/tags/tag2785.xml" ContentType="application/vnd.openxmlformats-officedocument.presentationml.tags+xml"/>
  <Override PartName="/ppt/tags/tag2786.xml" ContentType="application/vnd.openxmlformats-officedocument.presentationml.tags+xml"/>
  <Override PartName="/ppt/tags/tag2787.xml" ContentType="application/vnd.openxmlformats-officedocument.presentationml.tags+xml"/>
  <Override PartName="/ppt/tags/tag2788.xml" ContentType="application/vnd.openxmlformats-officedocument.presentationml.tags+xml"/>
  <Override PartName="/ppt/tags/tag2789.xml" ContentType="application/vnd.openxmlformats-officedocument.presentationml.tags+xml"/>
  <Override PartName="/ppt/tags/tag2790.xml" ContentType="application/vnd.openxmlformats-officedocument.presentationml.tags+xml"/>
  <Override PartName="/ppt/tags/tag2791.xml" ContentType="application/vnd.openxmlformats-officedocument.presentationml.tags+xml"/>
  <Override PartName="/ppt/notesSlides/notesSlide132.xml" ContentType="application/vnd.openxmlformats-officedocument.presentationml.notesSlide+xml"/>
  <Override PartName="/ppt/comments/modernComment_1E4_DC8ABBA.xml" ContentType="application/vnd.ms-powerpoint.comments+xml"/>
  <Override PartName="/ppt/tags/tag2792.xml" ContentType="application/vnd.openxmlformats-officedocument.presentationml.tags+xml"/>
  <Override PartName="/ppt/notesSlides/notesSlide133.xml" ContentType="application/vnd.openxmlformats-officedocument.presentationml.notesSlide+xml"/>
  <Override PartName="/ppt/comments/modernComment_118_E0B21D5F.xml" ContentType="application/vnd.ms-powerpoint.comments+xml"/>
  <Override PartName="/ppt/tags/tag2793.xml" ContentType="application/vnd.openxmlformats-officedocument.presentationml.tags+xml"/>
  <Override PartName="/ppt/tags/tag2794.xml" ContentType="application/vnd.openxmlformats-officedocument.presentationml.tags+xml"/>
  <Override PartName="/ppt/tags/tag2795.xml" ContentType="application/vnd.openxmlformats-officedocument.presentationml.tags+xml"/>
  <Override PartName="/ppt/tags/tag2796.xml" ContentType="application/vnd.openxmlformats-officedocument.presentationml.tags+xml"/>
  <Override PartName="/ppt/tags/tag2797.xml" ContentType="application/vnd.openxmlformats-officedocument.presentationml.tags+xml"/>
  <Override PartName="/ppt/tags/tag2798.xml" ContentType="application/vnd.openxmlformats-officedocument.presentationml.tags+xml"/>
  <Override PartName="/ppt/tags/tag2799.xml" ContentType="application/vnd.openxmlformats-officedocument.presentationml.tags+xml"/>
  <Override PartName="/ppt/tags/tag2800.xml" ContentType="application/vnd.openxmlformats-officedocument.presentationml.tags+xml"/>
  <Override PartName="/ppt/tags/tag2801.xml" ContentType="application/vnd.openxmlformats-officedocument.presentationml.tags+xml"/>
  <Override PartName="/ppt/tags/tag2802.xml" ContentType="application/vnd.openxmlformats-officedocument.presentationml.tags+xml"/>
  <Override PartName="/ppt/tags/tag2803.xml" ContentType="application/vnd.openxmlformats-officedocument.presentationml.tags+xml"/>
  <Override PartName="/ppt/tags/tag2804.xml" ContentType="application/vnd.openxmlformats-officedocument.presentationml.tags+xml"/>
  <Override PartName="/ppt/tags/tag2805.xml" ContentType="application/vnd.openxmlformats-officedocument.presentationml.tags+xml"/>
  <Override PartName="/ppt/tags/tag2806.xml" ContentType="application/vnd.openxmlformats-officedocument.presentationml.tags+xml"/>
  <Override PartName="/ppt/tags/tag2807.xml" ContentType="application/vnd.openxmlformats-officedocument.presentationml.tags+xml"/>
  <Override PartName="/ppt/tags/tag2808.xml" ContentType="application/vnd.openxmlformats-officedocument.presentationml.tags+xml"/>
  <Override PartName="/ppt/tags/tag2809.xml" ContentType="application/vnd.openxmlformats-officedocument.presentationml.tags+xml"/>
  <Override PartName="/ppt/tags/tag2810.xml" ContentType="application/vnd.openxmlformats-officedocument.presentationml.tags+xml"/>
  <Override PartName="/ppt/tags/tag2811.xml" ContentType="application/vnd.openxmlformats-officedocument.presentationml.tags+xml"/>
  <Override PartName="/ppt/tags/tag2812.xml" ContentType="application/vnd.openxmlformats-officedocument.presentationml.tags+xml"/>
  <Override PartName="/ppt/tags/tag2813.xml" ContentType="application/vnd.openxmlformats-officedocument.presentationml.tags+xml"/>
  <Override PartName="/ppt/tags/tag2814.xml" ContentType="application/vnd.openxmlformats-officedocument.presentationml.tags+xml"/>
  <Override PartName="/ppt/tags/tag2815.xml" ContentType="application/vnd.openxmlformats-officedocument.presentationml.tags+xml"/>
  <Override PartName="/ppt/tags/tag2816.xml" ContentType="application/vnd.openxmlformats-officedocument.presentationml.tags+xml"/>
  <Override PartName="/ppt/tags/tag2817.xml" ContentType="application/vnd.openxmlformats-officedocument.presentationml.tags+xml"/>
  <Override PartName="/ppt/tags/tag2818.xml" ContentType="application/vnd.openxmlformats-officedocument.presentationml.tags+xml"/>
  <Override PartName="/ppt/tags/tag2819.xml" ContentType="application/vnd.openxmlformats-officedocument.presentationml.tags+xml"/>
  <Override PartName="/ppt/tags/tag2820.xml" ContentType="application/vnd.openxmlformats-officedocument.presentationml.tags+xml"/>
  <Override PartName="/ppt/notesSlides/notesSlide134.xml" ContentType="application/vnd.openxmlformats-officedocument.presentationml.notesSlide+xml"/>
  <Override PartName="/ppt/comments/modernComment_1E5_901EFB9F.xml" ContentType="application/vnd.ms-powerpoint.comments+xml"/>
  <Override PartName="/ppt/tags/tag2821.xml" ContentType="application/vnd.openxmlformats-officedocument.presentationml.tags+xml"/>
  <Override PartName="/ppt/tags/tag2822.xml" ContentType="application/vnd.openxmlformats-officedocument.presentationml.tags+xml"/>
  <Override PartName="/ppt/tags/tag2823.xml" ContentType="application/vnd.openxmlformats-officedocument.presentationml.tags+xml"/>
  <Override PartName="/ppt/tags/tag2824.xml" ContentType="application/vnd.openxmlformats-officedocument.presentationml.tags+xml"/>
  <Override PartName="/ppt/tags/tag2825.xml" ContentType="application/vnd.openxmlformats-officedocument.presentationml.tags+xml"/>
  <Override PartName="/ppt/tags/tag2826.xml" ContentType="application/vnd.openxmlformats-officedocument.presentationml.tags+xml"/>
  <Override PartName="/ppt/tags/tag2827.xml" ContentType="application/vnd.openxmlformats-officedocument.presentationml.tags+xml"/>
  <Override PartName="/ppt/tags/tag2828.xml" ContentType="application/vnd.openxmlformats-officedocument.presentationml.tags+xml"/>
  <Override PartName="/ppt/tags/tag2829.xml" ContentType="application/vnd.openxmlformats-officedocument.presentationml.tags+xml"/>
  <Override PartName="/ppt/tags/tag2830.xml" ContentType="application/vnd.openxmlformats-officedocument.presentationml.tags+xml"/>
  <Override PartName="/ppt/tags/tag2831.xml" ContentType="application/vnd.openxmlformats-officedocument.presentationml.tags+xml"/>
  <Override PartName="/ppt/tags/tag2832.xml" ContentType="application/vnd.openxmlformats-officedocument.presentationml.tags+xml"/>
  <Override PartName="/ppt/tags/tag2833.xml" ContentType="application/vnd.openxmlformats-officedocument.presentationml.tags+xml"/>
  <Override PartName="/ppt/tags/tag2834.xml" ContentType="application/vnd.openxmlformats-officedocument.presentationml.tags+xml"/>
  <Override PartName="/ppt/tags/tag2835.xml" ContentType="application/vnd.openxmlformats-officedocument.presentationml.tags+xml"/>
  <Override PartName="/ppt/tags/tag2836.xml" ContentType="application/vnd.openxmlformats-officedocument.presentationml.tags+xml"/>
  <Override PartName="/ppt/tags/tag2837.xml" ContentType="application/vnd.openxmlformats-officedocument.presentationml.tags+xml"/>
  <Override PartName="/ppt/tags/tag2838.xml" ContentType="application/vnd.openxmlformats-officedocument.presentationml.tags+xml"/>
  <Override PartName="/ppt/tags/tag2839.xml" ContentType="application/vnd.openxmlformats-officedocument.presentationml.tags+xml"/>
  <Override PartName="/ppt/tags/tag2840.xml" ContentType="application/vnd.openxmlformats-officedocument.presentationml.tags+xml"/>
  <Override PartName="/ppt/tags/tag2841.xml" ContentType="application/vnd.openxmlformats-officedocument.presentationml.tags+xml"/>
  <Override PartName="/ppt/tags/tag2842.xml" ContentType="application/vnd.openxmlformats-officedocument.presentationml.tags+xml"/>
  <Override PartName="/ppt/tags/tag2843.xml" ContentType="application/vnd.openxmlformats-officedocument.presentationml.tags+xml"/>
  <Override PartName="/ppt/tags/tag2844.xml" ContentType="application/vnd.openxmlformats-officedocument.presentationml.tags+xml"/>
  <Override PartName="/ppt/tags/tag2845.xml" ContentType="application/vnd.openxmlformats-officedocument.presentationml.tags+xml"/>
  <Override PartName="/ppt/tags/tag2846.xml" ContentType="application/vnd.openxmlformats-officedocument.presentationml.tags+xml"/>
  <Override PartName="/ppt/tags/tag2847.xml" ContentType="application/vnd.openxmlformats-officedocument.presentationml.tags+xml"/>
  <Override PartName="/ppt/tags/tag2848.xml" ContentType="application/vnd.openxmlformats-officedocument.presentationml.tags+xml"/>
  <Override PartName="/ppt/tags/tag2849.xml" ContentType="application/vnd.openxmlformats-officedocument.presentationml.tags+xml"/>
  <Override PartName="/ppt/notesSlides/notesSlide135.xml" ContentType="application/vnd.openxmlformats-officedocument.presentationml.notesSlide+xml"/>
  <Override PartName="/ppt/comments/modernComment_1E6_C2CFAE8B.xml" ContentType="application/vnd.ms-powerpoint.comments+xml"/>
  <Override PartName="/ppt/tags/tag2850.xml" ContentType="application/vnd.openxmlformats-officedocument.presentationml.tags+xml"/>
  <Override PartName="/ppt/notesSlides/notesSlide136.xml" ContentType="application/vnd.openxmlformats-officedocument.presentationml.notesSlide+xml"/>
  <Override PartName="/ppt/comments/modernComment_11A_DAFCBB7.xml" ContentType="application/vnd.ms-powerpoint.comments+xml"/>
  <Override PartName="/ppt/tags/tag2851.xml" ContentType="application/vnd.openxmlformats-officedocument.presentationml.tags+xml"/>
  <Override PartName="/ppt/notesSlides/notesSlide137.xml" ContentType="application/vnd.openxmlformats-officedocument.presentationml.notesSlide+xml"/>
  <Override PartName="/ppt/comments/modernComment_11B_1EF4FAEF.xml" ContentType="application/vnd.ms-powerpoint.comments+xml"/>
  <Override PartName="/ppt/tags/tag2852.xml" ContentType="application/vnd.openxmlformats-officedocument.presentationml.tags+xml"/>
  <Override PartName="/ppt/tags/tag2853.xml" ContentType="application/vnd.openxmlformats-officedocument.presentationml.tags+xml"/>
  <Override PartName="/ppt/tags/tag2854.xml" ContentType="application/vnd.openxmlformats-officedocument.presentationml.tags+xml"/>
  <Override PartName="/ppt/tags/tag2855.xml" ContentType="application/vnd.openxmlformats-officedocument.presentationml.tags+xml"/>
  <Override PartName="/ppt/tags/tag2856.xml" ContentType="application/vnd.openxmlformats-officedocument.presentationml.tags+xml"/>
  <Override PartName="/ppt/tags/tag2857.xml" ContentType="application/vnd.openxmlformats-officedocument.presentationml.tags+xml"/>
  <Override PartName="/ppt/tags/tag2858.xml" ContentType="application/vnd.openxmlformats-officedocument.presentationml.tags+xml"/>
  <Override PartName="/ppt/tags/tag2859.xml" ContentType="application/vnd.openxmlformats-officedocument.presentationml.tags+xml"/>
  <Override PartName="/ppt/tags/tag2860.xml" ContentType="application/vnd.openxmlformats-officedocument.presentationml.tags+xml"/>
  <Override PartName="/ppt/tags/tag2861.xml" ContentType="application/vnd.openxmlformats-officedocument.presentationml.tags+xml"/>
  <Override PartName="/ppt/tags/tag2862.xml" ContentType="application/vnd.openxmlformats-officedocument.presentationml.tags+xml"/>
  <Override PartName="/ppt/tags/tag2863.xml" ContentType="application/vnd.openxmlformats-officedocument.presentationml.tags+xml"/>
  <Override PartName="/ppt/tags/tag2864.xml" ContentType="application/vnd.openxmlformats-officedocument.presentationml.tags+xml"/>
  <Override PartName="/ppt/tags/tag2865.xml" ContentType="application/vnd.openxmlformats-officedocument.presentationml.tags+xml"/>
  <Override PartName="/ppt/tags/tag2866.xml" ContentType="application/vnd.openxmlformats-officedocument.presentationml.tags+xml"/>
  <Override PartName="/ppt/tags/tag2867.xml" ContentType="application/vnd.openxmlformats-officedocument.presentationml.tags+xml"/>
  <Override PartName="/ppt/tags/tag2868.xml" ContentType="application/vnd.openxmlformats-officedocument.presentationml.tags+xml"/>
  <Override PartName="/ppt/tags/tag2869.xml" ContentType="application/vnd.openxmlformats-officedocument.presentationml.tags+xml"/>
  <Override PartName="/ppt/tags/tag2870.xml" ContentType="application/vnd.openxmlformats-officedocument.presentationml.tags+xml"/>
  <Override PartName="/ppt/tags/tag2871.xml" ContentType="application/vnd.openxmlformats-officedocument.presentationml.tags+xml"/>
  <Override PartName="/ppt/tags/tag2872.xml" ContentType="application/vnd.openxmlformats-officedocument.presentationml.tags+xml"/>
  <Override PartName="/ppt/tags/tag2873.xml" ContentType="application/vnd.openxmlformats-officedocument.presentationml.tags+xml"/>
  <Override PartName="/ppt/tags/tag2874.xml" ContentType="application/vnd.openxmlformats-officedocument.presentationml.tags+xml"/>
  <Override PartName="/ppt/tags/tag2875.xml" ContentType="application/vnd.openxmlformats-officedocument.presentationml.tags+xml"/>
  <Override PartName="/ppt/tags/tag2876.xml" ContentType="application/vnd.openxmlformats-officedocument.presentationml.tags+xml"/>
  <Override PartName="/ppt/tags/tag2877.xml" ContentType="application/vnd.openxmlformats-officedocument.presentationml.tags+xml"/>
  <Override PartName="/ppt/tags/tag2878.xml" ContentType="application/vnd.openxmlformats-officedocument.presentationml.tags+xml"/>
  <Override PartName="/ppt/tags/tag2879.xml" ContentType="application/vnd.openxmlformats-officedocument.presentationml.tags+xml"/>
  <Override PartName="/ppt/tags/tag2880.xml" ContentType="application/vnd.openxmlformats-officedocument.presentationml.tags+xml"/>
  <Override PartName="/ppt/tags/tag2881.xml" ContentType="application/vnd.openxmlformats-officedocument.presentationml.tags+xml"/>
  <Override PartName="/ppt/tags/tag2882.xml" ContentType="application/vnd.openxmlformats-officedocument.presentationml.tags+xml"/>
  <Override PartName="/ppt/tags/tag2883.xml" ContentType="application/vnd.openxmlformats-officedocument.presentationml.tags+xml"/>
  <Override PartName="/ppt/tags/tag2884.xml" ContentType="application/vnd.openxmlformats-officedocument.presentationml.tags+xml"/>
  <Override PartName="/ppt/tags/tag2885.xml" ContentType="application/vnd.openxmlformats-officedocument.presentationml.tags+xml"/>
  <Override PartName="/ppt/tags/tag2886.xml" ContentType="application/vnd.openxmlformats-officedocument.presentationml.tags+xml"/>
  <Override PartName="/ppt/tags/tag2887.xml" ContentType="application/vnd.openxmlformats-officedocument.presentationml.tags+xml"/>
  <Override PartName="/ppt/tags/tag2888.xml" ContentType="application/vnd.openxmlformats-officedocument.presentationml.tags+xml"/>
  <Override PartName="/ppt/tags/tag2889.xml" ContentType="application/vnd.openxmlformats-officedocument.presentationml.tags+xml"/>
  <Override PartName="/ppt/notesSlides/notesSlide138.xml" ContentType="application/vnd.openxmlformats-officedocument.presentationml.notesSlide+xml"/>
  <Override PartName="/ppt/comments/modernComment_1E7_1EF826CF.xml" ContentType="application/vnd.ms-powerpoint.comments+xml"/>
  <Override PartName="/ppt/tags/tag2890.xml" ContentType="application/vnd.openxmlformats-officedocument.presentationml.tags+xml"/>
  <Override PartName="/ppt/tags/tag2891.xml" ContentType="application/vnd.openxmlformats-officedocument.presentationml.tags+xml"/>
  <Override PartName="/ppt/tags/tag2892.xml" ContentType="application/vnd.openxmlformats-officedocument.presentationml.tags+xml"/>
  <Override PartName="/ppt/tags/tag2893.xml" ContentType="application/vnd.openxmlformats-officedocument.presentationml.tags+xml"/>
  <Override PartName="/ppt/tags/tag2894.xml" ContentType="application/vnd.openxmlformats-officedocument.presentationml.tags+xml"/>
  <Override PartName="/ppt/tags/tag2895.xml" ContentType="application/vnd.openxmlformats-officedocument.presentationml.tags+xml"/>
  <Override PartName="/ppt/tags/tag2896.xml" ContentType="application/vnd.openxmlformats-officedocument.presentationml.tags+xml"/>
  <Override PartName="/ppt/tags/tag2897.xml" ContentType="application/vnd.openxmlformats-officedocument.presentationml.tags+xml"/>
  <Override PartName="/ppt/tags/tag2898.xml" ContentType="application/vnd.openxmlformats-officedocument.presentationml.tags+xml"/>
  <Override PartName="/ppt/tags/tag2899.xml" ContentType="application/vnd.openxmlformats-officedocument.presentationml.tags+xml"/>
  <Override PartName="/ppt/tags/tag2900.xml" ContentType="application/vnd.openxmlformats-officedocument.presentationml.tags+xml"/>
  <Override PartName="/ppt/tags/tag2901.xml" ContentType="application/vnd.openxmlformats-officedocument.presentationml.tags+xml"/>
  <Override PartName="/ppt/tags/tag2902.xml" ContentType="application/vnd.openxmlformats-officedocument.presentationml.tags+xml"/>
  <Override PartName="/ppt/tags/tag2903.xml" ContentType="application/vnd.openxmlformats-officedocument.presentationml.tags+xml"/>
  <Override PartName="/ppt/tags/tag2904.xml" ContentType="application/vnd.openxmlformats-officedocument.presentationml.tags+xml"/>
  <Override PartName="/ppt/tags/tag2905.xml" ContentType="application/vnd.openxmlformats-officedocument.presentationml.tags+xml"/>
  <Override PartName="/ppt/tags/tag2906.xml" ContentType="application/vnd.openxmlformats-officedocument.presentationml.tags+xml"/>
  <Override PartName="/ppt/tags/tag2907.xml" ContentType="application/vnd.openxmlformats-officedocument.presentationml.tags+xml"/>
  <Override PartName="/ppt/tags/tag2908.xml" ContentType="application/vnd.openxmlformats-officedocument.presentationml.tags+xml"/>
  <Override PartName="/ppt/tags/tag2909.xml" ContentType="application/vnd.openxmlformats-officedocument.presentationml.tags+xml"/>
  <Override PartName="/ppt/tags/tag2910.xml" ContentType="application/vnd.openxmlformats-officedocument.presentationml.tags+xml"/>
  <Override PartName="/ppt/tags/tag2911.xml" ContentType="application/vnd.openxmlformats-officedocument.presentationml.tags+xml"/>
  <Override PartName="/ppt/tags/tag2912.xml" ContentType="application/vnd.openxmlformats-officedocument.presentationml.tags+xml"/>
  <Override PartName="/ppt/tags/tag2913.xml" ContentType="application/vnd.openxmlformats-officedocument.presentationml.tags+xml"/>
  <Override PartName="/ppt/tags/tag2914.xml" ContentType="application/vnd.openxmlformats-officedocument.presentationml.tags+xml"/>
  <Override PartName="/ppt/tags/tag2915.xml" ContentType="application/vnd.openxmlformats-officedocument.presentationml.tags+xml"/>
  <Override PartName="/ppt/tags/tag2916.xml" ContentType="application/vnd.openxmlformats-officedocument.presentationml.tags+xml"/>
  <Override PartName="/ppt/tags/tag2917.xml" ContentType="application/vnd.openxmlformats-officedocument.presentationml.tags+xml"/>
  <Override PartName="/ppt/tags/tag2918.xml" ContentType="application/vnd.openxmlformats-officedocument.presentationml.tags+xml"/>
  <Override PartName="/ppt/tags/tag2919.xml" ContentType="application/vnd.openxmlformats-officedocument.presentationml.tags+xml"/>
  <Override PartName="/ppt/tags/tag2920.xml" ContentType="application/vnd.openxmlformats-officedocument.presentationml.tags+xml"/>
  <Override PartName="/ppt/tags/tag2921.xml" ContentType="application/vnd.openxmlformats-officedocument.presentationml.tags+xml"/>
  <Override PartName="/ppt/tags/tag2922.xml" ContentType="application/vnd.openxmlformats-officedocument.presentationml.tags+xml"/>
  <Override PartName="/ppt/tags/tag2923.xml" ContentType="application/vnd.openxmlformats-officedocument.presentationml.tags+xml"/>
  <Override PartName="/ppt/tags/tag2924.xml" ContentType="application/vnd.openxmlformats-officedocument.presentationml.tags+xml"/>
  <Override PartName="/ppt/tags/tag2925.xml" ContentType="application/vnd.openxmlformats-officedocument.presentationml.tags+xml"/>
  <Override PartName="/ppt/tags/tag2926.xml" ContentType="application/vnd.openxmlformats-officedocument.presentationml.tags+xml"/>
  <Override PartName="/ppt/tags/tag2927.xml" ContentType="application/vnd.openxmlformats-officedocument.presentationml.tags+xml"/>
  <Override PartName="/ppt/tags/tag2928.xml" ContentType="application/vnd.openxmlformats-officedocument.presentationml.tags+xml"/>
  <Override PartName="/ppt/notesSlides/notesSlide139.xml" ContentType="application/vnd.openxmlformats-officedocument.presentationml.notesSlide+xml"/>
  <Override PartName="/ppt/comments/modernComment_1E8_7712873E.xml" ContentType="application/vnd.ms-powerpoint.comments+xml"/>
  <Override PartName="/ppt/tags/tag2929.xml" ContentType="application/vnd.openxmlformats-officedocument.presentationml.tags+xml"/>
  <Override PartName="/ppt/tags/tag2930.xml" ContentType="application/vnd.openxmlformats-officedocument.presentationml.tags+xml"/>
  <Override PartName="/ppt/tags/tag2931.xml" ContentType="application/vnd.openxmlformats-officedocument.presentationml.tags+xml"/>
  <Override PartName="/ppt/tags/tag2932.xml" ContentType="application/vnd.openxmlformats-officedocument.presentationml.tags+xml"/>
  <Override PartName="/ppt/tags/tag2933.xml" ContentType="application/vnd.openxmlformats-officedocument.presentationml.tags+xml"/>
  <Override PartName="/ppt/tags/tag2934.xml" ContentType="application/vnd.openxmlformats-officedocument.presentationml.tags+xml"/>
  <Override PartName="/ppt/tags/tag2935.xml" ContentType="application/vnd.openxmlformats-officedocument.presentationml.tags+xml"/>
  <Override PartName="/ppt/tags/tag2936.xml" ContentType="application/vnd.openxmlformats-officedocument.presentationml.tags+xml"/>
  <Override PartName="/ppt/tags/tag2937.xml" ContentType="application/vnd.openxmlformats-officedocument.presentationml.tags+xml"/>
  <Override PartName="/ppt/tags/tag2938.xml" ContentType="application/vnd.openxmlformats-officedocument.presentationml.tags+xml"/>
  <Override PartName="/ppt/tags/tag2939.xml" ContentType="application/vnd.openxmlformats-officedocument.presentationml.tags+xml"/>
  <Override PartName="/ppt/tags/tag2940.xml" ContentType="application/vnd.openxmlformats-officedocument.presentationml.tags+xml"/>
  <Override PartName="/ppt/tags/tag2941.xml" ContentType="application/vnd.openxmlformats-officedocument.presentationml.tags+xml"/>
  <Override PartName="/ppt/tags/tag2942.xml" ContentType="application/vnd.openxmlformats-officedocument.presentationml.tags+xml"/>
  <Override PartName="/ppt/tags/tag2943.xml" ContentType="application/vnd.openxmlformats-officedocument.presentationml.tags+xml"/>
  <Override PartName="/ppt/tags/tag2944.xml" ContentType="application/vnd.openxmlformats-officedocument.presentationml.tags+xml"/>
  <Override PartName="/ppt/tags/tag2945.xml" ContentType="application/vnd.openxmlformats-officedocument.presentationml.tags+xml"/>
  <Override PartName="/ppt/tags/tag2946.xml" ContentType="application/vnd.openxmlformats-officedocument.presentationml.tags+xml"/>
  <Override PartName="/ppt/tags/tag2947.xml" ContentType="application/vnd.openxmlformats-officedocument.presentationml.tags+xml"/>
  <Override PartName="/ppt/notesSlides/notesSlide140.xml" ContentType="application/vnd.openxmlformats-officedocument.presentationml.notesSlide+xml"/>
  <Override PartName="/ppt/comments/modernComment_1E9_6170FFEF.xml" ContentType="application/vnd.ms-powerpoint.comments+xml"/>
  <Override PartName="/ppt/tags/tag2948.xml" ContentType="application/vnd.openxmlformats-officedocument.presentationml.tags+xml"/>
  <Override PartName="/ppt/tags/tag2949.xml" ContentType="application/vnd.openxmlformats-officedocument.presentationml.tags+xml"/>
  <Override PartName="/ppt/tags/tag2950.xml" ContentType="application/vnd.openxmlformats-officedocument.presentationml.tags+xml"/>
  <Override PartName="/ppt/tags/tag2951.xml" ContentType="application/vnd.openxmlformats-officedocument.presentationml.tags+xml"/>
  <Override PartName="/ppt/tags/tag2952.xml" ContentType="application/vnd.openxmlformats-officedocument.presentationml.tags+xml"/>
  <Override PartName="/ppt/tags/tag2953.xml" ContentType="application/vnd.openxmlformats-officedocument.presentationml.tags+xml"/>
  <Override PartName="/ppt/tags/tag2954.xml" ContentType="application/vnd.openxmlformats-officedocument.presentationml.tags+xml"/>
  <Override PartName="/ppt/tags/tag2955.xml" ContentType="application/vnd.openxmlformats-officedocument.presentationml.tags+xml"/>
  <Override PartName="/ppt/tags/tag2956.xml" ContentType="application/vnd.openxmlformats-officedocument.presentationml.tags+xml"/>
  <Override PartName="/ppt/tags/tag2957.xml" ContentType="application/vnd.openxmlformats-officedocument.presentationml.tags+xml"/>
  <Override PartName="/ppt/tags/tag2958.xml" ContentType="application/vnd.openxmlformats-officedocument.presentationml.tags+xml"/>
  <Override PartName="/ppt/tags/tag2959.xml" ContentType="application/vnd.openxmlformats-officedocument.presentationml.tags+xml"/>
  <Override PartName="/ppt/tags/tag2960.xml" ContentType="application/vnd.openxmlformats-officedocument.presentationml.tags+xml"/>
  <Override PartName="/ppt/tags/tag2961.xml" ContentType="application/vnd.openxmlformats-officedocument.presentationml.tags+xml"/>
  <Override PartName="/ppt/tags/tag2962.xml" ContentType="application/vnd.openxmlformats-officedocument.presentationml.tags+xml"/>
  <Override PartName="/ppt/tags/tag2963.xml" ContentType="application/vnd.openxmlformats-officedocument.presentationml.tags+xml"/>
  <Override PartName="/ppt/tags/tag2964.xml" ContentType="application/vnd.openxmlformats-officedocument.presentationml.tags+xml"/>
  <Override PartName="/ppt/tags/tag2965.xml" ContentType="application/vnd.openxmlformats-officedocument.presentationml.tags+xml"/>
  <Override PartName="/ppt/tags/tag2966.xml" ContentType="application/vnd.openxmlformats-officedocument.presentationml.tags+xml"/>
  <Override PartName="/ppt/tags/tag2967.xml" ContentType="application/vnd.openxmlformats-officedocument.presentationml.tags+xml"/>
  <Override PartName="/ppt/notesSlides/notesSlide141.xml" ContentType="application/vnd.openxmlformats-officedocument.presentationml.notesSlide+xml"/>
  <Override PartName="/ppt/comments/modernComment_1EA_C4C44D30.xml" ContentType="application/vnd.ms-powerpoint.comments+xml"/>
  <Override PartName="/ppt/tags/tag2968.xml" ContentType="application/vnd.openxmlformats-officedocument.presentationml.tags+xml"/>
  <Override PartName="/ppt/tags/tag2969.xml" ContentType="application/vnd.openxmlformats-officedocument.presentationml.tags+xml"/>
  <Override PartName="/ppt/tags/tag2970.xml" ContentType="application/vnd.openxmlformats-officedocument.presentationml.tags+xml"/>
  <Override PartName="/ppt/tags/tag2971.xml" ContentType="application/vnd.openxmlformats-officedocument.presentationml.tags+xml"/>
  <Override PartName="/ppt/tags/tag2972.xml" ContentType="application/vnd.openxmlformats-officedocument.presentationml.tags+xml"/>
  <Override PartName="/ppt/tags/tag2973.xml" ContentType="application/vnd.openxmlformats-officedocument.presentationml.tags+xml"/>
  <Override PartName="/ppt/tags/tag2974.xml" ContentType="application/vnd.openxmlformats-officedocument.presentationml.tags+xml"/>
  <Override PartName="/ppt/tags/tag2975.xml" ContentType="application/vnd.openxmlformats-officedocument.presentationml.tags+xml"/>
  <Override PartName="/ppt/tags/tag2976.xml" ContentType="application/vnd.openxmlformats-officedocument.presentationml.tags+xml"/>
  <Override PartName="/ppt/tags/tag2977.xml" ContentType="application/vnd.openxmlformats-officedocument.presentationml.tags+xml"/>
  <Override PartName="/ppt/tags/tag2978.xml" ContentType="application/vnd.openxmlformats-officedocument.presentationml.tags+xml"/>
  <Override PartName="/ppt/tags/tag2979.xml" ContentType="application/vnd.openxmlformats-officedocument.presentationml.tags+xml"/>
  <Override PartName="/ppt/tags/tag2980.xml" ContentType="application/vnd.openxmlformats-officedocument.presentationml.tags+xml"/>
  <Override PartName="/ppt/tags/tag2981.xml" ContentType="application/vnd.openxmlformats-officedocument.presentationml.tags+xml"/>
  <Override PartName="/ppt/tags/tag2982.xml" ContentType="application/vnd.openxmlformats-officedocument.presentationml.tags+xml"/>
  <Override PartName="/ppt/tags/tag2983.xml" ContentType="application/vnd.openxmlformats-officedocument.presentationml.tags+xml"/>
  <Override PartName="/ppt/tags/tag2984.xml" ContentType="application/vnd.openxmlformats-officedocument.presentationml.tags+xml"/>
  <Override PartName="/ppt/tags/tag2985.xml" ContentType="application/vnd.openxmlformats-officedocument.presentationml.tags+xml"/>
  <Override PartName="/ppt/tags/tag2986.xml" ContentType="application/vnd.openxmlformats-officedocument.presentationml.tags+xml"/>
  <Override PartName="/ppt/tags/tag2987.xml" ContentType="application/vnd.openxmlformats-officedocument.presentationml.tags+xml"/>
  <Override PartName="/ppt/tags/tag2988.xml" ContentType="application/vnd.openxmlformats-officedocument.presentationml.tags+xml"/>
  <Override PartName="/ppt/notesSlides/notesSlide142.xml" ContentType="application/vnd.openxmlformats-officedocument.presentationml.notesSlide+xml"/>
  <Override PartName="/ppt/comments/modernComment_1EB_4E2B8185.xml" ContentType="application/vnd.ms-powerpoint.comments+xml"/>
  <Override PartName="/ppt/tags/tag2989.xml" ContentType="application/vnd.openxmlformats-officedocument.presentationml.tags+xml"/>
  <Override PartName="/ppt/tags/tag2990.xml" ContentType="application/vnd.openxmlformats-officedocument.presentationml.tags+xml"/>
  <Override PartName="/ppt/tags/tag2991.xml" ContentType="application/vnd.openxmlformats-officedocument.presentationml.tags+xml"/>
  <Override PartName="/ppt/tags/tag2992.xml" ContentType="application/vnd.openxmlformats-officedocument.presentationml.tags+xml"/>
  <Override PartName="/ppt/tags/tag2993.xml" ContentType="application/vnd.openxmlformats-officedocument.presentationml.tags+xml"/>
  <Override PartName="/ppt/tags/tag2994.xml" ContentType="application/vnd.openxmlformats-officedocument.presentationml.tags+xml"/>
  <Override PartName="/ppt/tags/tag2995.xml" ContentType="application/vnd.openxmlformats-officedocument.presentationml.tags+xml"/>
  <Override PartName="/ppt/tags/tag2996.xml" ContentType="application/vnd.openxmlformats-officedocument.presentationml.tags+xml"/>
  <Override PartName="/ppt/tags/tag2997.xml" ContentType="application/vnd.openxmlformats-officedocument.presentationml.tags+xml"/>
  <Override PartName="/ppt/tags/tag2998.xml" ContentType="application/vnd.openxmlformats-officedocument.presentationml.tags+xml"/>
  <Override PartName="/ppt/tags/tag2999.xml" ContentType="application/vnd.openxmlformats-officedocument.presentationml.tags+xml"/>
  <Override PartName="/ppt/tags/tag3000.xml" ContentType="application/vnd.openxmlformats-officedocument.presentationml.tags+xml"/>
  <Override PartName="/ppt/tags/tag3001.xml" ContentType="application/vnd.openxmlformats-officedocument.presentationml.tags+xml"/>
  <Override PartName="/ppt/tags/tag3002.xml" ContentType="application/vnd.openxmlformats-officedocument.presentationml.tags+xml"/>
  <Override PartName="/ppt/tags/tag3003.xml" ContentType="application/vnd.openxmlformats-officedocument.presentationml.tags+xml"/>
  <Override PartName="/ppt/tags/tag3004.xml" ContentType="application/vnd.openxmlformats-officedocument.presentationml.tags+xml"/>
  <Override PartName="/ppt/tags/tag3005.xml" ContentType="application/vnd.openxmlformats-officedocument.presentationml.tags+xml"/>
  <Override PartName="/ppt/tags/tag3006.xml" ContentType="application/vnd.openxmlformats-officedocument.presentationml.tags+xml"/>
  <Override PartName="/ppt/tags/tag3007.xml" ContentType="application/vnd.openxmlformats-officedocument.presentationml.tags+xml"/>
  <Override PartName="/ppt/tags/tag3008.xml" ContentType="application/vnd.openxmlformats-officedocument.presentationml.tags+xml"/>
  <Override PartName="/ppt/tags/tag3009.xml" ContentType="application/vnd.openxmlformats-officedocument.presentationml.tags+xml"/>
  <Override PartName="/ppt/notesSlides/notesSlide143.xml" ContentType="application/vnd.openxmlformats-officedocument.presentationml.notesSlide+xml"/>
  <Override PartName="/ppt/comments/modernComment_1EC_62C62C63.xml" ContentType="application/vnd.ms-powerpoint.comments+xml"/>
  <Override PartName="/ppt/tags/tag3010.xml" ContentType="application/vnd.openxmlformats-officedocument.presentationml.tags+xml"/>
  <Override PartName="/ppt/tags/tag3011.xml" ContentType="application/vnd.openxmlformats-officedocument.presentationml.tags+xml"/>
  <Override PartName="/ppt/tags/tag3012.xml" ContentType="application/vnd.openxmlformats-officedocument.presentationml.tags+xml"/>
  <Override PartName="/ppt/tags/tag3013.xml" ContentType="application/vnd.openxmlformats-officedocument.presentationml.tags+xml"/>
  <Override PartName="/ppt/tags/tag3014.xml" ContentType="application/vnd.openxmlformats-officedocument.presentationml.tags+xml"/>
  <Override PartName="/ppt/tags/tag3015.xml" ContentType="application/vnd.openxmlformats-officedocument.presentationml.tags+xml"/>
  <Override PartName="/ppt/tags/tag3016.xml" ContentType="application/vnd.openxmlformats-officedocument.presentationml.tags+xml"/>
  <Override PartName="/ppt/tags/tag3017.xml" ContentType="application/vnd.openxmlformats-officedocument.presentationml.tags+xml"/>
  <Override PartName="/ppt/tags/tag3018.xml" ContentType="application/vnd.openxmlformats-officedocument.presentationml.tags+xml"/>
  <Override PartName="/ppt/tags/tag3019.xml" ContentType="application/vnd.openxmlformats-officedocument.presentationml.tags+xml"/>
  <Override PartName="/ppt/tags/tag3020.xml" ContentType="application/vnd.openxmlformats-officedocument.presentationml.tags+xml"/>
  <Override PartName="/ppt/tags/tag3021.xml" ContentType="application/vnd.openxmlformats-officedocument.presentationml.tags+xml"/>
  <Override PartName="/ppt/tags/tag3022.xml" ContentType="application/vnd.openxmlformats-officedocument.presentationml.tags+xml"/>
  <Override PartName="/ppt/tags/tag3023.xml" ContentType="application/vnd.openxmlformats-officedocument.presentationml.tags+xml"/>
  <Override PartName="/ppt/tags/tag3024.xml" ContentType="application/vnd.openxmlformats-officedocument.presentationml.tags+xml"/>
  <Override PartName="/ppt/tags/tag3025.xml" ContentType="application/vnd.openxmlformats-officedocument.presentationml.tags+xml"/>
  <Override PartName="/ppt/tags/tag3026.xml" ContentType="application/vnd.openxmlformats-officedocument.presentationml.tags+xml"/>
  <Override PartName="/ppt/tags/tag3027.xml" ContentType="application/vnd.openxmlformats-officedocument.presentationml.tags+xml"/>
  <Override PartName="/ppt/tags/tag3028.xml" ContentType="application/vnd.openxmlformats-officedocument.presentationml.tags+xml"/>
  <Override PartName="/ppt/tags/tag3029.xml" ContentType="application/vnd.openxmlformats-officedocument.presentationml.tags+xml"/>
  <Override PartName="/ppt/tags/tag3030.xml" ContentType="application/vnd.openxmlformats-officedocument.presentationml.tags+xml"/>
  <Override PartName="/ppt/notesSlides/notesSlide144.xml" ContentType="application/vnd.openxmlformats-officedocument.presentationml.notesSlide+xml"/>
  <Override PartName="/ppt/comments/modernComment_1ED_3480EFA7.xml" ContentType="application/vnd.ms-powerpoint.comments+xml"/>
  <Override PartName="/ppt/tags/tag3031.xml" ContentType="application/vnd.openxmlformats-officedocument.presentationml.tags+xml"/>
  <Override PartName="/ppt/tags/tag3032.xml" ContentType="application/vnd.openxmlformats-officedocument.presentationml.tags+xml"/>
  <Override PartName="/ppt/tags/tag3033.xml" ContentType="application/vnd.openxmlformats-officedocument.presentationml.tags+xml"/>
  <Override PartName="/ppt/tags/tag3034.xml" ContentType="application/vnd.openxmlformats-officedocument.presentationml.tags+xml"/>
  <Override PartName="/ppt/tags/tag3035.xml" ContentType="application/vnd.openxmlformats-officedocument.presentationml.tags+xml"/>
  <Override PartName="/ppt/tags/tag3036.xml" ContentType="application/vnd.openxmlformats-officedocument.presentationml.tags+xml"/>
  <Override PartName="/ppt/tags/tag3037.xml" ContentType="application/vnd.openxmlformats-officedocument.presentationml.tags+xml"/>
  <Override PartName="/ppt/tags/tag3038.xml" ContentType="application/vnd.openxmlformats-officedocument.presentationml.tags+xml"/>
  <Override PartName="/ppt/tags/tag3039.xml" ContentType="application/vnd.openxmlformats-officedocument.presentationml.tags+xml"/>
  <Override PartName="/ppt/tags/tag3040.xml" ContentType="application/vnd.openxmlformats-officedocument.presentationml.tags+xml"/>
  <Override PartName="/ppt/tags/tag3041.xml" ContentType="application/vnd.openxmlformats-officedocument.presentationml.tags+xml"/>
  <Override PartName="/ppt/tags/tag3042.xml" ContentType="application/vnd.openxmlformats-officedocument.presentationml.tags+xml"/>
  <Override PartName="/ppt/tags/tag3043.xml" ContentType="application/vnd.openxmlformats-officedocument.presentationml.tags+xml"/>
  <Override PartName="/ppt/tags/tag3044.xml" ContentType="application/vnd.openxmlformats-officedocument.presentationml.tags+xml"/>
  <Override PartName="/ppt/tags/tag3045.xml" ContentType="application/vnd.openxmlformats-officedocument.presentationml.tags+xml"/>
  <Override PartName="/ppt/tags/tag3046.xml" ContentType="application/vnd.openxmlformats-officedocument.presentationml.tags+xml"/>
  <Override PartName="/ppt/tags/tag3047.xml" ContentType="application/vnd.openxmlformats-officedocument.presentationml.tags+xml"/>
  <Override PartName="/ppt/tags/tag3048.xml" ContentType="application/vnd.openxmlformats-officedocument.presentationml.tags+xml"/>
  <Override PartName="/ppt/tags/tag3049.xml" ContentType="application/vnd.openxmlformats-officedocument.presentationml.tags+xml"/>
  <Override PartName="/ppt/tags/tag3050.xml" ContentType="application/vnd.openxmlformats-officedocument.presentationml.tags+xml"/>
  <Override PartName="/ppt/tags/tag3051.xml" ContentType="application/vnd.openxmlformats-officedocument.presentationml.tags+xml"/>
  <Override PartName="/ppt/notesSlides/notesSlide145.xml" ContentType="application/vnd.openxmlformats-officedocument.presentationml.notesSlide+xml"/>
  <Override PartName="/ppt/comments/modernComment_1EE_5C8E02B7.xml" ContentType="application/vnd.ms-powerpoint.comments+xml"/>
  <Override PartName="/ppt/tags/tag3052.xml" ContentType="application/vnd.openxmlformats-officedocument.presentationml.tags+xml"/>
  <Override PartName="/ppt/tags/tag3053.xml" ContentType="application/vnd.openxmlformats-officedocument.presentationml.tags+xml"/>
  <Override PartName="/ppt/tags/tag3054.xml" ContentType="application/vnd.openxmlformats-officedocument.presentationml.tags+xml"/>
  <Override PartName="/ppt/tags/tag3055.xml" ContentType="application/vnd.openxmlformats-officedocument.presentationml.tags+xml"/>
  <Override PartName="/ppt/tags/tag3056.xml" ContentType="application/vnd.openxmlformats-officedocument.presentationml.tags+xml"/>
  <Override PartName="/ppt/tags/tag3057.xml" ContentType="application/vnd.openxmlformats-officedocument.presentationml.tags+xml"/>
  <Override PartName="/ppt/tags/tag3058.xml" ContentType="application/vnd.openxmlformats-officedocument.presentationml.tags+xml"/>
  <Override PartName="/ppt/tags/tag3059.xml" ContentType="application/vnd.openxmlformats-officedocument.presentationml.tags+xml"/>
  <Override PartName="/ppt/tags/tag3060.xml" ContentType="application/vnd.openxmlformats-officedocument.presentationml.tags+xml"/>
  <Override PartName="/ppt/tags/tag3061.xml" ContentType="application/vnd.openxmlformats-officedocument.presentationml.tags+xml"/>
  <Override PartName="/ppt/tags/tag3062.xml" ContentType="application/vnd.openxmlformats-officedocument.presentationml.tags+xml"/>
  <Override PartName="/ppt/tags/tag3063.xml" ContentType="application/vnd.openxmlformats-officedocument.presentationml.tags+xml"/>
  <Override PartName="/ppt/tags/tag3064.xml" ContentType="application/vnd.openxmlformats-officedocument.presentationml.tags+xml"/>
  <Override PartName="/ppt/tags/tag3065.xml" ContentType="application/vnd.openxmlformats-officedocument.presentationml.tags+xml"/>
  <Override PartName="/ppt/tags/tag3066.xml" ContentType="application/vnd.openxmlformats-officedocument.presentationml.tags+xml"/>
  <Override PartName="/ppt/tags/tag3067.xml" ContentType="application/vnd.openxmlformats-officedocument.presentationml.tags+xml"/>
  <Override PartName="/ppt/tags/tag3068.xml" ContentType="application/vnd.openxmlformats-officedocument.presentationml.tags+xml"/>
  <Override PartName="/ppt/tags/tag3069.xml" ContentType="application/vnd.openxmlformats-officedocument.presentationml.tags+xml"/>
  <Override PartName="/ppt/tags/tag3070.xml" ContentType="application/vnd.openxmlformats-officedocument.presentationml.tags+xml"/>
  <Override PartName="/ppt/tags/tag3071.xml" ContentType="application/vnd.openxmlformats-officedocument.presentationml.tags+xml"/>
  <Override PartName="/ppt/tags/tag3072.xml" ContentType="application/vnd.openxmlformats-officedocument.presentationml.tags+xml"/>
  <Override PartName="/ppt/notesSlides/notesSlide146.xml" ContentType="application/vnd.openxmlformats-officedocument.presentationml.notesSlide+xml"/>
  <Override PartName="/ppt/comments/modernComment_1EF_B5AC2D1C.xml" ContentType="application/vnd.ms-powerpoint.comments+xml"/>
  <Override PartName="/ppt/tags/tag3073.xml" ContentType="application/vnd.openxmlformats-officedocument.presentationml.tags+xml"/>
  <Override PartName="/ppt/tags/tag3074.xml" ContentType="application/vnd.openxmlformats-officedocument.presentationml.tags+xml"/>
  <Override PartName="/ppt/tags/tag3075.xml" ContentType="application/vnd.openxmlformats-officedocument.presentationml.tags+xml"/>
  <Override PartName="/ppt/tags/tag3076.xml" ContentType="application/vnd.openxmlformats-officedocument.presentationml.tags+xml"/>
  <Override PartName="/ppt/tags/tag3077.xml" ContentType="application/vnd.openxmlformats-officedocument.presentationml.tags+xml"/>
  <Override PartName="/ppt/tags/tag3078.xml" ContentType="application/vnd.openxmlformats-officedocument.presentationml.tags+xml"/>
  <Override PartName="/ppt/tags/tag3079.xml" ContentType="application/vnd.openxmlformats-officedocument.presentationml.tags+xml"/>
  <Override PartName="/ppt/tags/tag3080.xml" ContentType="application/vnd.openxmlformats-officedocument.presentationml.tags+xml"/>
  <Override PartName="/ppt/tags/tag3081.xml" ContentType="application/vnd.openxmlformats-officedocument.presentationml.tags+xml"/>
  <Override PartName="/ppt/tags/tag3082.xml" ContentType="application/vnd.openxmlformats-officedocument.presentationml.tags+xml"/>
  <Override PartName="/ppt/tags/tag3083.xml" ContentType="application/vnd.openxmlformats-officedocument.presentationml.tags+xml"/>
  <Override PartName="/ppt/tags/tag3084.xml" ContentType="application/vnd.openxmlformats-officedocument.presentationml.tags+xml"/>
  <Override PartName="/ppt/tags/tag3085.xml" ContentType="application/vnd.openxmlformats-officedocument.presentationml.tags+xml"/>
  <Override PartName="/ppt/tags/tag3086.xml" ContentType="application/vnd.openxmlformats-officedocument.presentationml.tags+xml"/>
  <Override PartName="/ppt/tags/tag3087.xml" ContentType="application/vnd.openxmlformats-officedocument.presentationml.tags+xml"/>
  <Override PartName="/ppt/tags/tag3088.xml" ContentType="application/vnd.openxmlformats-officedocument.presentationml.tags+xml"/>
  <Override PartName="/ppt/tags/tag3089.xml" ContentType="application/vnd.openxmlformats-officedocument.presentationml.tags+xml"/>
  <Override PartName="/ppt/tags/tag3090.xml" ContentType="application/vnd.openxmlformats-officedocument.presentationml.tags+xml"/>
  <Override PartName="/ppt/tags/tag3091.xml" ContentType="application/vnd.openxmlformats-officedocument.presentationml.tags+xml"/>
  <Override PartName="/ppt/tags/tag3092.xml" ContentType="application/vnd.openxmlformats-officedocument.presentationml.tags+xml"/>
  <Override PartName="/ppt/tags/tag3093.xml" ContentType="application/vnd.openxmlformats-officedocument.presentationml.tags+xml"/>
  <Override PartName="/ppt/notesSlides/notesSlide147.xml" ContentType="application/vnd.openxmlformats-officedocument.presentationml.notesSlide+xml"/>
  <Override PartName="/ppt/comments/modernComment_1F0_9DB5E34E.xml" ContentType="application/vnd.ms-powerpoint.comments+xml"/>
  <Override PartName="/ppt/tags/tag3094.xml" ContentType="application/vnd.openxmlformats-officedocument.presentationml.tags+xml"/>
  <Override PartName="/ppt/tags/tag3095.xml" ContentType="application/vnd.openxmlformats-officedocument.presentationml.tags+xml"/>
  <Override PartName="/ppt/tags/tag3096.xml" ContentType="application/vnd.openxmlformats-officedocument.presentationml.tags+xml"/>
  <Override PartName="/ppt/tags/tag3097.xml" ContentType="application/vnd.openxmlformats-officedocument.presentationml.tags+xml"/>
  <Override PartName="/ppt/tags/tag3098.xml" ContentType="application/vnd.openxmlformats-officedocument.presentationml.tags+xml"/>
  <Override PartName="/ppt/tags/tag3099.xml" ContentType="application/vnd.openxmlformats-officedocument.presentationml.tags+xml"/>
  <Override PartName="/ppt/tags/tag3100.xml" ContentType="application/vnd.openxmlformats-officedocument.presentationml.tags+xml"/>
  <Override PartName="/ppt/tags/tag3101.xml" ContentType="application/vnd.openxmlformats-officedocument.presentationml.tags+xml"/>
  <Override PartName="/ppt/tags/tag3102.xml" ContentType="application/vnd.openxmlformats-officedocument.presentationml.tags+xml"/>
  <Override PartName="/ppt/tags/tag3103.xml" ContentType="application/vnd.openxmlformats-officedocument.presentationml.tags+xml"/>
  <Override PartName="/ppt/tags/tag3104.xml" ContentType="application/vnd.openxmlformats-officedocument.presentationml.tags+xml"/>
  <Override PartName="/ppt/tags/tag3105.xml" ContentType="application/vnd.openxmlformats-officedocument.presentationml.tags+xml"/>
  <Override PartName="/ppt/tags/tag3106.xml" ContentType="application/vnd.openxmlformats-officedocument.presentationml.tags+xml"/>
  <Override PartName="/ppt/tags/tag3107.xml" ContentType="application/vnd.openxmlformats-officedocument.presentationml.tags+xml"/>
  <Override PartName="/ppt/tags/tag3108.xml" ContentType="application/vnd.openxmlformats-officedocument.presentationml.tags+xml"/>
  <Override PartName="/ppt/tags/tag3109.xml" ContentType="application/vnd.openxmlformats-officedocument.presentationml.tags+xml"/>
  <Override PartName="/ppt/tags/tag3110.xml" ContentType="application/vnd.openxmlformats-officedocument.presentationml.tags+xml"/>
  <Override PartName="/ppt/tags/tag3111.xml" ContentType="application/vnd.openxmlformats-officedocument.presentationml.tags+xml"/>
  <Override PartName="/ppt/tags/tag3112.xml" ContentType="application/vnd.openxmlformats-officedocument.presentationml.tags+xml"/>
  <Override PartName="/ppt/tags/tag3113.xml" ContentType="application/vnd.openxmlformats-officedocument.presentationml.tags+xml"/>
  <Override PartName="/ppt/tags/tag3114.xml" ContentType="application/vnd.openxmlformats-officedocument.presentationml.tags+xml"/>
  <Override PartName="/ppt/tags/tag3115.xml" ContentType="application/vnd.openxmlformats-officedocument.presentationml.tags+xml"/>
  <Override PartName="/ppt/notesSlides/notesSlide148.xml" ContentType="application/vnd.openxmlformats-officedocument.presentationml.notesSlide+xml"/>
  <Override PartName="/ppt/comments/modernComment_1F1_484A50D.xml" ContentType="application/vnd.ms-powerpoint.comments+xml"/>
  <Override PartName="/ppt/tags/tag3116.xml" ContentType="application/vnd.openxmlformats-officedocument.presentationml.tags+xml"/>
  <Override PartName="/ppt/tags/tag3117.xml" ContentType="application/vnd.openxmlformats-officedocument.presentationml.tags+xml"/>
  <Override PartName="/ppt/tags/tag3118.xml" ContentType="application/vnd.openxmlformats-officedocument.presentationml.tags+xml"/>
  <Override PartName="/ppt/tags/tag3119.xml" ContentType="application/vnd.openxmlformats-officedocument.presentationml.tags+xml"/>
  <Override PartName="/ppt/tags/tag3120.xml" ContentType="application/vnd.openxmlformats-officedocument.presentationml.tags+xml"/>
  <Override PartName="/ppt/tags/tag3121.xml" ContentType="application/vnd.openxmlformats-officedocument.presentationml.tags+xml"/>
  <Override PartName="/ppt/tags/tag3122.xml" ContentType="application/vnd.openxmlformats-officedocument.presentationml.tags+xml"/>
  <Override PartName="/ppt/tags/tag3123.xml" ContentType="application/vnd.openxmlformats-officedocument.presentationml.tags+xml"/>
  <Override PartName="/ppt/tags/tag3124.xml" ContentType="application/vnd.openxmlformats-officedocument.presentationml.tags+xml"/>
  <Override PartName="/ppt/tags/tag3125.xml" ContentType="application/vnd.openxmlformats-officedocument.presentationml.tags+xml"/>
  <Override PartName="/ppt/tags/tag3126.xml" ContentType="application/vnd.openxmlformats-officedocument.presentationml.tags+xml"/>
  <Override PartName="/ppt/tags/tag3127.xml" ContentType="application/vnd.openxmlformats-officedocument.presentationml.tags+xml"/>
  <Override PartName="/ppt/tags/tag3128.xml" ContentType="application/vnd.openxmlformats-officedocument.presentationml.tags+xml"/>
  <Override PartName="/ppt/tags/tag3129.xml" ContentType="application/vnd.openxmlformats-officedocument.presentationml.tags+xml"/>
  <Override PartName="/ppt/tags/tag3130.xml" ContentType="application/vnd.openxmlformats-officedocument.presentationml.tags+xml"/>
  <Override PartName="/ppt/tags/tag3131.xml" ContentType="application/vnd.openxmlformats-officedocument.presentationml.tags+xml"/>
  <Override PartName="/ppt/tags/tag3132.xml" ContentType="application/vnd.openxmlformats-officedocument.presentationml.tags+xml"/>
  <Override PartName="/ppt/tags/tag3133.xml" ContentType="application/vnd.openxmlformats-officedocument.presentationml.tags+xml"/>
  <Override PartName="/ppt/tags/tag3134.xml" ContentType="application/vnd.openxmlformats-officedocument.presentationml.tags+xml"/>
  <Override PartName="/ppt/tags/tag3135.xml" ContentType="application/vnd.openxmlformats-officedocument.presentationml.tags+xml"/>
  <Override PartName="/ppt/tags/tag3136.xml" ContentType="application/vnd.openxmlformats-officedocument.presentationml.tags+xml"/>
  <Override PartName="/ppt/tags/tag3137.xml" ContentType="application/vnd.openxmlformats-officedocument.presentationml.tags+xml"/>
  <Override PartName="/ppt/tags/tag3138.xml" ContentType="application/vnd.openxmlformats-officedocument.presentationml.tags+xml"/>
  <Override PartName="/ppt/notesSlides/notesSlide149.xml" ContentType="application/vnd.openxmlformats-officedocument.presentationml.notesSlide+xml"/>
  <Override PartName="/ppt/comments/modernComment_1F2_FA5A9229.xml" ContentType="application/vnd.ms-powerpoint.comments+xml"/>
  <Override PartName="/ppt/tags/tag3139.xml" ContentType="application/vnd.openxmlformats-officedocument.presentationml.tags+xml"/>
  <Override PartName="/ppt/notesSlides/notesSlide150.xml" ContentType="application/vnd.openxmlformats-officedocument.presentationml.notesSlide+xml"/>
  <Override PartName="/ppt/comments/modernComment_11E_8DA20B8.xml" ContentType="application/vnd.ms-powerpoint.comments+xml"/>
  <Override PartName="/ppt/tags/tag3140.xml" ContentType="application/vnd.openxmlformats-officedocument.presentationml.tags+xml"/>
  <Override PartName="/ppt/notesSlides/notesSlide151.xml" ContentType="application/vnd.openxmlformats-officedocument.presentationml.notesSlide+xml"/>
  <Override PartName="/ppt/comments/modernComment_121_A5B4DE54.xml" ContentType="application/vnd.ms-powerpoint.comments+xml"/>
  <Override PartName="/ppt/tags/tag3141.xml" ContentType="application/vnd.openxmlformats-officedocument.presentationml.tags+xml"/>
  <Override PartName="/ppt/tags/tag3142.xml" ContentType="application/vnd.openxmlformats-officedocument.presentationml.tags+xml"/>
  <Override PartName="/ppt/tags/tag3143.xml" ContentType="application/vnd.openxmlformats-officedocument.presentationml.tags+xml"/>
  <Override PartName="/ppt/tags/tag3144.xml" ContentType="application/vnd.openxmlformats-officedocument.presentationml.tags+xml"/>
  <Override PartName="/ppt/tags/tag3145.xml" ContentType="application/vnd.openxmlformats-officedocument.presentationml.tags+xml"/>
  <Override PartName="/ppt/tags/tag3146.xml" ContentType="application/vnd.openxmlformats-officedocument.presentationml.tags+xml"/>
  <Override PartName="/ppt/tags/tag3147.xml" ContentType="application/vnd.openxmlformats-officedocument.presentationml.tags+xml"/>
  <Override PartName="/ppt/tags/tag3148.xml" ContentType="application/vnd.openxmlformats-officedocument.presentationml.tags+xml"/>
  <Override PartName="/ppt/tags/tag3149.xml" ContentType="application/vnd.openxmlformats-officedocument.presentationml.tags+xml"/>
  <Override PartName="/ppt/tags/tag3150.xml" ContentType="application/vnd.openxmlformats-officedocument.presentationml.tags+xml"/>
  <Override PartName="/ppt/tags/tag3151.xml" ContentType="application/vnd.openxmlformats-officedocument.presentationml.tags+xml"/>
  <Override PartName="/ppt/tags/tag3152.xml" ContentType="application/vnd.openxmlformats-officedocument.presentationml.tags+xml"/>
  <Override PartName="/ppt/tags/tag3153.xml" ContentType="application/vnd.openxmlformats-officedocument.presentationml.tags+xml"/>
  <Override PartName="/ppt/tags/tag3154.xml" ContentType="application/vnd.openxmlformats-officedocument.presentationml.tags+xml"/>
  <Override PartName="/ppt/tags/tag3155.xml" ContentType="application/vnd.openxmlformats-officedocument.presentationml.tags+xml"/>
  <Override PartName="/ppt/tags/tag3156.xml" ContentType="application/vnd.openxmlformats-officedocument.presentationml.tags+xml"/>
  <Override PartName="/ppt/tags/tag3157.xml" ContentType="application/vnd.openxmlformats-officedocument.presentationml.tags+xml"/>
  <Override PartName="/ppt/notesSlides/notesSlide152.xml" ContentType="application/vnd.openxmlformats-officedocument.presentationml.notesSlide+xml"/>
  <Override PartName="/ppt/comments/modernComment_1F3_6C83C0AE.xml" ContentType="application/vnd.ms-powerpoint.comments+xml"/>
  <Override PartName="/ppt/tags/tag3158.xml" ContentType="application/vnd.openxmlformats-officedocument.presentationml.tags+xml"/>
  <Override PartName="/ppt/tags/tag3159.xml" ContentType="application/vnd.openxmlformats-officedocument.presentationml.tags+xml"/>
  <Override PartName="/ppt/tags/tag3160.xml" ContentType="application/vnd.openxmlformats-officedocument.presentationml.tags+xml"/>
  <Override PartName="/ppt/tags/tag3161.xml" ContentType="application/vnd.openxmlformats-officedocument.presentationml.tags+xml"/>
  <Override PartName="/ppt/tags/tag3162.xml" ContentType="application/vnd.openxmlformats-officedocument.presentationml.tags+xml"/>
  <Override PartName="/ppt/tags/tag3163.xml" ContentType="application/vnd.openxmlformats-officedocument.presentationml.tags+xml"/>
  <Override PartName="/ppt/tags/tag3164.xml" ContentType="application/vnd.openxmlformats-officedocument.presentationml.tags+xml"/>
  <Override PartName="/ppt/tags/tag3165.xml" ContentType="application/vnd.openxmlformats-officedocument.presentationml.tags+xml"/>
  <Override PartName="/ppt/tags/tag3166.xml" ContentType="application/vnd.openxmlformats-officedocument.presentationml.tags+xml"/>
  <Override PartName="/ppt/tags/tag3167.xml" ContentType="application/vnd.openxmlformats-officedocument.presentationml.tags+xml"/>
  <Override PartName="/ppt/tags/tag3168.xml" ContentType="application/vnd.openxmlformats-officedocument.presentationml.tags+xml"/>
  <Override PartName="/ppt/tags/tag3169.xml" ContentType="application/vnd.openxmlformats-officedocument.presentationml.tags+xml"/>
  <Override PartName="/ppt/tags/tag3170.xml" ContentType="application/vnd.openxmlformats-officedocument.presentationml.tags+xml"/>
  <Override PartName="/ppt/tags/tag3171.xml" ContentType="application/vnd.openxmlformats-officedocument.presentationml.tags+xml"/>
  <Override PartName="/ppt/tags/tag3172.xml" ContentType="application/vnd.openxmlformats-officedocument.presentationml.tags+xml"/>
  <Override PartName="/ppt/tags/tag3173.xml" ContentType="application/vnd.openxmlformats-officedocument.presentationml.tags+xml"/>
  <Override PartName="/ppt/tags/tag3174.xml" ContentType="application/vnd.openxmlformats-officedocument.presentationml.tags+xml"/>
  <Override PartName="/ppt/notesSlides/notesSlide153.xml" ContentType="application/vnd.openxmlformats-officedocument.presentationml.notesSlide+xml"/>
  <Override PartName="/ppt/comments/modernComment_1F4_2D9DE8C7.xml" ContentType="application/vnd.ms-powerpoint.comments+xml"/>
  <Override PartName="/ppt/tags/tag3175.xml" ContentType="application/vnd.openxmlformats-officedocument.presentationml.tags+xml"/>
  <Override PartName="/ppt/tags/tag3176.xml" ContentType="application/vnd.openxmlformats-officedocument.presentationml.tags+xml"/>
  <Override PartName="/ppt/tags/tag3177.xml" ContentType="application/vnd.openxmlformats-officedocument.presentationml.tags+xml"/>
  <Override PartName="/ppt/tags/tag3178.xml" ContentType="application/vnd.openxmlformats-officedocument.presentationml.tags+xml"/>
  <Override PartName="/ppt/tags/tag3179.xml" ContentType="application/vnd.openxmlformats-officedocument.presentationml.tags+xml"/>
  <Override PartName="/ppt/tags/tag3180.xml" ContentType="application/vnd.openxmlformats-officedocument.presentationml.tags+xml"/>
  <Override PartName="/ppt/tags/tag3181.xml" ContentType="application/vnd.openxmlformats-officedocument.presentationml.tags+xml"/>
  <Override PartName="/ppt/tags/tag3182.xml" ContentType="application/vnd.openxmlformats-officedocument.presentationml.tags+xml"/>
  <Override PartName="/ppt/tags/tag3183.xml" ContentType="application/vnd.openxmlformats-officedocument.presentationml.tags+xml"/>
  <Override PartName="/ppt/tags/tag3184.xml" ContentType="application/vnd.openxmlformats-officedocument.presentationml.tags+xml"/>
  <Override PartName="/ppt/tags/tag3185.xml" ContentType="application/vnd.openxmlformats-officedocument.presentationml.tags+xml"/>
  <Override PartName="/ppt/tags/tag3186.xml" ContentType="application/vnd.openxmlformats-officedocument.presentationml.tags+xml"/>
  <Override PartName="/ppt/tags/tag3187.xml" ContentType="application/vnd.openxmlformats-officedocument.presentationml.tags+xml"/>
  <Override PartName="/ppt/tags/tag3188.xml" ContentType="application/vnd.openxmlformats-officedocument.presentationml.tags+xml"/>
  <Override PartName="/ppt/tags/tag3189.xml" ContentType="application/vnd.openxmlformats-officedocument.presentationml.tags+xml"/>
  <Override PartName="/ppt/tags/tag3190.xml" ContentType="application/vnd.openxmlformats-officedocument.presentationml.tags+xml"/>
  <Override PartName="/ppt/tags/tag3191.xml" ContentType="application/vnd.openxmlformats-officedocument.presentationml.tags+xml"/>
  <Override PartName="/ppt/notesSlides/notesSlide154.xml" ContentType="application/vnd.openxmlformats-officedocument.presentationml.notesSlide+xml"/>
  <Override PartName="/ppt/comments/modernComment_1F5_165C9132.xml" ContentType="application/vnd.ms-powerpoint.comments+xml"/>
  <Override PartName="/ppt/tags/tag3192.xml" ContentType="application/vnd.openxmlformats-officedocument.presentationml.tags+xml"/>
  <Override PartName="/ppt/tags/tag3193.xml" ContentType="application/vnd.openxmlformats-officedocument.presentationml.tags+xml"/>
  <Override PartName="/ppt/tags/tag3194.xml" ContentType="application/vnd.openxmlformats-officedocument.presentationml.tags+xml"/>
  <Override PartName="/ppt/tags/tag3195.xml" ContentType="application/vnd.openxmlformats-officedocument.presentationml.tags+xml"/>
  <Override PartName="/ppt/tags/tag3196.xml" ContentType="application/vnd.openxmlformats-officedocument.presentationml.tags+xml"/>
  <Override PartName="/ppt/tags/tag3197.xml" ContentType="application/vnd.openxmlformats-officedocument.presentationml.tags+xml"/>
  <Override PartName="/ppt/tags/tag3198.xml" ContentType="application/vnd.openxmlformats-officedocument.presentationml.tags+xml"/>
  <Override PartName="/ppt/tags/tag3199.xml" ContentType="application/vnd.openxmlformats-officedocument.presentationml.tags+xml"/>
  <Override PartName="/ppt/tags/tag3200.xml" ContentType="application/vnd.openxmlformats-officedocument.presentationml.tags+xml"/>
  <Override PartName="/ppt/tags/tag3201.xml" ContentType="application/vnd.openxmlformats-officedocument.presentationml.tags+xml"/>
  <Override PartName="/ppt/tags/tag3202.xml" ContentType="application/vnd.openxmlformats-officedocument.presentationml.tags+xml"/>
  <Override PartName="/ppt/tags/tag3203.xml" ContentType="application/vnd.openxmlformats-officedocument.presentationml.tags+xml"/>
  <Override PartName="/ppt/tags/tag3204.xml" ContentType="application/vnd.openxmlformats-officedocument.presentationml.tags+xml"/>
  <Override PartName="/ppt/tags/tag3205.xml" ContentType="application/vnd.openxmlformats-officedocument.presentationml.tags+xml"/>
  <Override PartName="/ppt/tags/tag3206.xml" ContentType="application/vnd.openxmlformats-officedocument.presentationml.tags+xml"/>
  <Override PartName="/ppt/tags/tag3207.xml" ContentType="application/vnd.openxmlformats-officedocument.presentationml.tags+xml"/>
  <Override PartName="/ppt/tags/tag3208.xml" ContentType="application/vnd.openxmlformats-officedocument.presentationml.tags+xml"/>
  <Override PartName="/ppt/tags/tag3209.xml" ContentType="application/vnd.openxmlformats-officedocument.presentationml.tags+xml"/>
  <Override PartName="/ppt/notesSlides/notesSlide155.xml" ContentType="application/vnd.openxmlformats-officedocument.presentationml.notesSlide+xml"/>
  <Override PartName="/ppt/comments/modernComment_1F6_C0A2AC98.xml" ContentType="application/vnd.ms-powerpoint.comments+xml"/>
  <Override PartName="/ppt/tags/tag3210.xml" ContentType="application/vnd.openxmlformats-officedocument.presentationml.tags+xml"/>
  <Override PartName="/ppt/tags/tag3211.xml" ContentType="application/vnd.openxmlformats-officedocument.presentationml.tags+xml"/>
  <Override PartName="/ppt/tags/tag3212.xml" ContentType="application/vnd.openxmlformats-officedocument.presentationml.tags+xml"/>
  <Override PartName="/ppt/tags/tag3213.xml" ContentType="application/vnd.openxmlformats-officedocument.presentationml.tags+xml"/>
  <Override PartName="/ppt/tags/tag3214.xml" ContentType="application/vnd.openxmlformats-officedocument.presentationml.tags+xml"/>
  <Override PartName="/ppt/tags/tag3215.xml" ContentType="application/vnd.openxmlformats-officedocument.presentationml.tags+xml"/>
  <Override PartName="/ppt/tags/tag3216.xml" ContentType="application/vnd.openxmlformats-officedocument.presentationml.tags+xml"/>
  <Override PartName="/ppt/tags/tag3217.xml" ContentType="application/vnd.openxmlformats-officedocument.presentationml.tags+xml"/>
  <Override PartName="/ppt/tags/tag3218.xml" ContentType="application/vnd.openxmlformats-officedocument.presentationml.tags+xml"/>
  <Override PartName="/ppt/tags/tag3219.xml" ContentType="application/vnd.openxmlformats-officedocument.presentationml.tags+xml"/>
  <Override PartName="/ppt/tags/tag3220.xml" ContentType="application/vnd.openxmlformats-officedocument.presentationml.tags+xml"/>
  <Override PartName="/ppt/tags/tag3221.xml" ContentType="application/vnd.openxmlformats-officedocument.presentationml.tags+xml"/>
  <Override PartName="/ppt/tags/tag3222.xml" ContentType="application/vnd.openxmlformats-officedocument.presentationml.tags+xml"/>
  <Override PartName="/ppt/tags/tag3223.xml" ContentType="application/vnd.openxmlformats-officedocument.presentationml.tags+xml"/>
  <Override PartName="/ppt/tags/tag3224.xml" ContentType="application/vnd.openxmlformats-officedocument.presentationml.tags+xml"/>
  <Override PartName="/ppt/tags/tag3225.xml" ContentType="application/vnd.openxmlformats-officedocument.presentationml.tags+xml"/>
  <Override PartName="/ppt/tags/tag3226.xml" ContentType="application/vnd.openxmlformats-officedocument.presentationml.tags+xml"/>
  <Override PartName="/ppt/tags/tag3227.xml" ContentType="application/vnd.openxmlformats-officedocument.presentationml.tags+xml"/>
  <Override PartName="/ppt/notesSlides/notesSlide156.xml" ContentType="application/vnd.openxmlformats-officedocument.presentationml.notesSlide+xml"/>
  <Override PartName="/ppt/comments/modernComment_1F7_4688961C.xml" ContentType="application/vnd.ms-powerpoint.comments+xml"/>
  <Override PartName="/ppt/tags/tag3228.xml" ContentType="application/vnd.openxmlformats-officedocument.presentationml.tags+xml"/>
  <Override PartName="/ppt/tags/tag3229.xml" ContentType="application/vnd.openxmlformats-officedocument.presentationml.tags+xml"/>
  <Override PartName="/ppt/tags/tag3230.xml" ContentType="application/vnd.openxmlformats-officedocument.presentationml.tags+xml"/>
  <Override PartName="/ppt/tags/tag3231.xml" ContentType="application/vnd.openxmlformats-officedocument.presentationml.tags+xml"/>
  <Override PartName="/ppt/tags/tag3232.xml" ContentType="application/vnd.openxmlformats-officedocument.presentationml.tags+xml"/>
  <Override PartName="/ppt/tags/tag3233.xml" ContentType="application/vnd.openxmlformats-officedocument.presentationml.tags+xml"/>
  <Override PartName="/ppt/tags/tag3234.xml" ContentType="application/vnd.openxmlformats-officedocument.presentationml.tags+xml"/>
  <Override PartName="/ppt/tags/tag3235.xml" ContentType="application/vnd.openxmlformats-officedocument.presentationml.tags+xml"/>
  <Override PartName="/ppt/tags/tag3236.xml" ContentType="application/vnd.openxmlformats-officedocument.presentationml.tags+xml"/>
  <Override PartName="/ppt/tags/tag3237.xml" ContentType="application/vnd.openxmlformats-officedocument.presentationml.tags+xml"/>
  <Override PartName="/ppt/tags/tag3238.xml" ContentType="application/vnd.openxmlformats-officedocument.presentationml.tags+xml"/>
  <Override PartName="/ppt/tags/tag3239.xml" ContentType="application/vnd.openxmlformats-officedocument.presentationml.tags+xml"/>
  <Override PartName="/ppt/tags/tag3240.xml" ContentType="application/vnd.openxmlformats-officedocument.presentationml.tags+xml"/>
  <Override PartName="/ppt/tags/tag3241.xml" ContentType="application/vnd.openxmlformats-officedocument.presentationml.tags+xml"/>
  <Override PartName="/ppt/tags/tag3242.xml" ContentType="application/vnd.openxmlformats-officedocument.presentationml.tags+xml"/>
  <Override PartName="/ppt/tags/tag3243.xml" ContentType="application/vnd.openxmlformats-officedocument.presentationml.tags+xml"/>
  <Override PartName="/ppt/tags/tag3244.xml" ContentType="application/vnd.openxmlformats-officedocument.presentationml.tags+xml"/>
  <Override PartName="/ppt/tags/tag3245.xml" ContentType="application/vnd.openxmlformats-officedocument.presentationml.tags+xml"/>
  <Override PartName="/ppt/notesSlides/notesSlide157.xml" ContentType="application/vnd.openxmlformats-officedocument.presentationml.notesSlide+xml"/>
  <Override PartName="/ppt/comments/modernComment_1F8_1E320101.xml" ContentType="application/vnd.ms-powerpoint.comments+xml"/>
  <Override PartName="/ppt/tags/tag3246.xml" ContentType="application/vnd.openxmlformats-officedocument.presentationml.tags+xml"/>
  <Override PartName="/ppt/tags/tag3247.xml" ContentType="application/vnd.openxmlformats-officedocument.presentationml.tags+xml"/>
  <Override PartName="/ppt/tags/tag3248.xml" ContentType="application/vnd.openxmlformats-officedocument.presentationml.tags+xml"/>
  <Override PartName="/ppt/tags/tag3249.xml" ContentType="application/vnd.openxmlformats-officedocument.presentationml.tags+xml"/>
  <Override PartName="/ppt/tags/tag3250.xml" ContentType="application/vnd.openxmlformats-officedocument.presentationml.tags+xml"/>
  <Override PartName="/ppt/tags/tag3251.xml" ContentType="application/vnd.openxmlformats-officedocument.presentationml.tags+xml"/>
  <Override PartName="/ppt/tags/tag3252.xml" ContentType="application/vnd.openxmlformats-officedocument.presentationml.tags+xml"/>
  <Override PartName="/ppt/tags/tag3253.xml" ContentType="application/vnd.openxmlformats-officedocument.presentationml.tags+xml"/>
  <Override PartName="/ppt/tags/tag3254.xml" ContentType="application/vnd.openxmlformats-officedocument.presentationml.tags+xml"/>
  <Override PartName="/ppt/tags/tag3255.xml" ContentType="application/vnd.openxmlformats-officedocument.presentationml.tags+xml"/>
  <Override PartName="/ppt/tags/tag3256.xml" ContentType="application/vnd.openxmlformats-officedocument.presentationml.tags+xml"/>
  <Override PartName="/ppt/tags/tag3257.xml" ContentType="application/vnd.openxmlformats-officedocument.presentationml.tags+xml"/>
  <Override PartName="/ppt/tags/tag3258.xml" ContentType="application/vnd.openxmlformats-officedocument.presentationml.tags+xml"/>
  <Override PartName="/ppt/tags/tag3259.xml" ContentType="application/vnd.openxmlformats-officedocument.presentationml.tags+xml"/>
  <Override PartName="/ppt/tags/tag3260.xml" ContentType="application/vnd.openxmlformats-officedocument.presentationml.tags+xml"/>
  <Override PartName="/ppt/tags/tag3261.xml" ContentType="application/vnd.openxmlformats-officedocument.presentationml.tags+xml"/>
  <Override PartName="/ppt/tags/tag3262.xml" ContentType="application/vnd.openxmlformats-officedocument.presentationml.tags+xml"/>
  <Override PartName="/ppt/tags/tag3263.xml" ContentType="application/vnd.openxmlformats-officedocument.presentationml.tags+xml"/>
  <Override PartName="/ppt/tags/tag3264.xml" ContentType="application/vnd.openxmlformats-officedocument.presentationml.tags+xml"/>
  <Override PartName="/ppt/notesSlides/notesSlide158.xml" ContentType="application/vnd.openxmlformats-officedocument.presentationml.notesSlide+xml"/>
  <Override PartName="/ppt/comments/modernComment_1F9_A30D7176.xml" ContentType="application/vnd.ms-powerpoint.comments+xml"/>
  <Override PartName="/ppt/tags/tag3265.xml" ContentType="application/vnd.openxmlformats-officedocument.presentationml.tags+xml"/>
  <Override PartName="/ppt/tags/tag3266.xml" ContentType="application/vnd.openxmlformats-officedocument.presentationml.tags+xml"/>
  <Override PartName="/ppt/tags/tag3267.xml" ContentType="application/vnd.openxmlformats-officedocument.presentationml.tags+xml"/>
  <Override PartName="/ppt/tags/tag3268.xml" ContentType="application/vnd.openxmlformats-officedocument.presentationml.tags+xml"/>
  <Override PartName="/ppt/tags/tag3269.xml" ContentType="application/vnd.openxmlformats-officedocument.presentationml.tags+xml"/>
  <Override PartName="/ppt/tags/tag3270.xml" ContentType="application/vnd.openxmlformats-officedocument.presentationml.tags+xml"/>
  <Override PartName="/ppt/tags/tag3271.xml" ContentType="application/vnd.openxmlformats-officedocument.presentationml.tags+xml"/>
  <Override PartName="/ppt/tags/tag3272.xml" ContentType="application/vnd.openxmlformats-officedocument.presentationml.tags+xml"/>
  <Override PartName="/ppt/tags/tag3273.xml" ContentType="application/vnd.openxmlformats-officedocument.presentationml.tags+xml"/>
  <Override PartName="/ppt/tags/tag3274.xml" ContentType="application/vnd.openxmlformats-officedocument.presentationml.tags+xml"/>
  <Override PartName="/ppt/tags/tag3275.xml" ContentType="application/vnd.openxmlformats-officedocument.presentationml.tags+xml"/>
  <Override PartName="/ppt/tags/tag3276.xml" ContentType="application/vnd.openxmlformats-officedocument.presentationml.tags+xml"/>
  <Override PartName="/ppt/tags/tag3277.xml" ContentType="application/vnd.openxmlformats-officedocument.presentationml.tags+xml"/>
  <Override PartName="/ppt/tags/tag3278.xml" ContentType="application/vnd.openxmlformats-officedocument.presentationml.tags+xml"/>
  <Override PartName="/ppt/tags/tag3279.xml" ContentType="application/vnd.openxmlformats-officedocument.presentationml.tags+xml"/>
  <Override PartName="/ppt/tags/tag3280.xml" ContentType="application/vnd.openxmlformats-officedocument.presentationml.tags+xml"/>
  <Override PartName="/ppt/tags/tag3281.xml" ContentType="application/vnd.openxmlformats-officedocument.presentationml.tags+xml"/>
  <Override PartName="/ppt/tags/tag3282.xml" ContentType="application/vnd.openxmlformats-officedocument.presentationml.tags+xml"/>
  <Override PartName="/ppt/tags/tag3283.xml" ContentType="application/vnd.openxmlformats-officedocument.presentationml.tags+xml"/>
  <Override PartName="/ppt/tags/tag3284.xml" ContentType="application/vnd.openxmlformats-officedocument.presentationml.tags+xml"/>
  <Override PartName="/ppt/notesSlides/notesSlide159.xml" ContentType="application/vnd.openxmlformats-officedocument.presentationml.notesSlide+xml"/>
  <Override PartName="/ppt/comments/modernComment_1FA_457EC5D5.xml" ContentType="application/vnd.ms-powerpoint.comments+xml"/>
  <Override PartName="/ppt/tags/tag3285.xml" ContentType="application/vnd.openxmlformats-officedocument.presentationml.tags+xml"/>
  <Override PartName="/ppt/tags/tag3286.xml" ContentType="application/vnd.openxmlformats-officedocument.presentationml.tags+xml"/>
  <Override PartName="/ppt/tags/tag3287.xml" ContentType="application/vnd.openxmlformats-officedocument.presentationml.tags+xml"/>
  <Override PartName="/ppt/tags/tag3288.xml" ContentType="application/vnd.openxmlformats-officedocument.presentationml.tags+xml"/>
  <Override PartName="/ppt/tags/tag3289.xml" ContentType="application/vnd.openxmlformats-officedocument.presentationml.tags+xml"/>
  <Override PartName="/ppt/tags/tag3290.xml" ContentType="application/vnd.openxmlformats-officedocument.presentationml.tags+xml"/>
  <Override PartName="/ppt/tags/tag3291.xml" ContentType="application/vnd.openxmlformats-officedocument.presentationml.tags+xml"/>
  <Override PartName="/ppt/tags/tag3292.xml" ContentType="application/vnd.openxmlformats-officedocument.presentationml.tags+xml"/>
  <Override PartName="/ppt/tags/tag3293.xml" ContentType="application/vnd.openxmlformats-officedocument.presentationml.tags+xml"/>
  <Override PartName="/ppt/tags/tag3294.xml" ContentType="application/vnd.openxmlformats-officedocument.presentationml.tags+xml"/>
  <Override PartName="/ppt/tags/tag3295.xml" ContentType="application/vnd.openxmlformats-officedocument.presentationml.tags+xml"/>
  <Override PartName="/ppt/tags/tag3296.xml" ContentType="application/vnd.openxmlformats-officedocument.presentationml.tags+xml"/>
  <Override PartName="/ppt/tags/tag3297.xml" ContentType="application/vnd.openxmlformats-officedocument.presentationml.tags+xml"/>
  <Override PartName="/ppt/tags/tag3298.xml" ContentType="application/vnd.openxmlformats-officedocument.presentationml.tags+xml"/>
  <Override PartName="/ppt/tags/tag3299.xml" ContentType="application/vnd.openxmlformats-officedocument.presentationml.tags+xml"/>
  <Override PartName="/ppt/tags/tag3300.xml" ContentType="application/vnd.openxmlformats-officedocument.presentationml.tags+xml"/>
  <Override PartName="/ppt/tags/tag3301.xml" ContentType="application/vnd.openxmlformats-officedocument.presentationml.tags+xml"/>
  <Override PartName="/ppt/tags/tag3302.xml" ContentType="application/vnd.openxmlformats-officedocument.presentationml.tags+xml"/>
  <Override PartName="/ppt/tags/tag3303.xml" ContentType="application/vnd.openxmlformats-officedocument.presentationml.tags+xml"/>
  <Override PartName="/ppt/tags/tag3304.xml" ContentType="application/vnd.openxmlformats-officedocument.presentationml.tags+xml"/>
  <Override PartName="/ppt/notesSlides/notesSlide160.xml" ContentType="application/vnd.openxmlformats-officedocument.presentationml.notesSlide+xml"/>
  <Override PartName="/ppt/comments/modernComment_1FB_C3C9EB1D.xml" ContentType="application/vnd.ms-powerpoint.comments+xml"/>
  <Override PartName="/ppt/tags/tag3305.xml" ContentType="application/vnd.openxmlformats-officedocument.presentationml.tags+xml"/>
  <Override PartName="/ppt/tags/tag3306.xml" ContentType="application/vnd.openxmlformats-officedocument.presentationml.tags+xml"/>
  <Override PartName="/ppt/tags/tag3307.xml" ContentType="application/vnd.openxmlformats-officedocument.presentationml.tags+xml"/>
  <Override PartName="/ppt/tags/tag3308.xml" ContentType="application/vnd.openxmlformats-officedocument.presentationml.tags+xml"/>
  <Override PartName="/ppt/tags/tag3309.xml" ContentType="application/vnd.openxmlformats-officedocument.presentationml.tags+xml"/>
  <Override PartName="/ppt/tags/tag3310.xml" ContentType="application/vnd.openxmlformats-officedocument.presentationml.tags+xml"/>
  <Override PartName="/ppt/tags/tag3311.xml" ContentType="application/vnd.openxmlformats-officedocument.presentationml.tags+xml"/>
  <Override PartName="/ppt/tags/tag3312.xml" ContentType="application/vnd.openxmlformats-officedocument.presentationml.tags+xml"/>
  <Override PartName="/ppt/tags/tag3313.xml" ContentType="application/vnd.openxmlformats-officedocument.presentationml.tags+xml"/>
  <Override PartName="/ppt/tags/tag3314.xml" ContentType="application/vnd.openxmlformats-officedocument.presentationml.tags+xml"/>
  <Override PartName="/ppt/tags/tag3315.xml" ContentType="application/vnd.openxmlformats-officedocument.presentationml.tags+xml"/>
  <Override PartName="/ppt/tags/tag3316.xml" ContentType="application/vnd.openxmlformats-officedocument.presentationml.tags+xml"/>
  <Override PartName="/ppt/tags/tag3317.xml" ContentType="application/vnd.openxmlformats-officedocument.presentationml.tags+xml"/>
  <Override PartName="/ppt/tags/tag3318.xml" ContentType="application/vnd.openxmlformats-officedocument.presentationml.tags+xml"/>
  <Override PartName="/ppt/tags/tag3319.xml" ContentType="application/vnd.openxmlformats-officedocument.presentationml.tags+xml"/>
  <Override PartName="/ppt/tags/tag3320.xml" ContentType="application/vnd.openxmlformats-officedocument.presentationml.tags+xml"/>
  <Override PartName="/ppt/tags/tag3321.xml" ContentType="application/vnd.openxmlformats-officedocument.presentationml.tags+xml"/>
  <Override PartName="/ppt/tags/tag3322.xml" ContentType="application/vnd.openxmlformats-officedocument.presentationml.tags+xml"/>
  <Override PartName="/ppt/tags/tag3323.xml" ContentType="application/vnd.openxmlformats-officedocument.presentationml.tags+xml"/>
  <Override PartName="/ppt/tags/tag3324.xml" ContentType="application/vnd.openxmlformats-officedocument.presentationml.tags+xml"/>
  <Override PartName="/ppt/tags/tag3325.xml" ContentType="application/vnd.openxmlformats-officedocument.presentationml.tags+xml"/>
  <Override PartName="/ppt/notesSlides/notesSlide161.xml" ContentType="application/vnd.openxmlformats-officedocument.presentationml.notesSlide+xml"/>
  <Override PartName="/ppt/comments/modernComment_1FC_5D16034C.xml" ContentType="application/vnd.ms-powerpoint.comments+xml"/>
  <Override PartName="/ppt/tags/tag3326.xml" ContentType="application/vnd.openxmlformats-officedocument.presentationml.tags+xml"/>
  <Override PartName="/ppt/tags/tag3327.xml" ContentType="application/vnd.openxmlformats-officedocument.presentationml.tags+xml"/>
  <Override PartName="/ppt/tags/tag3328.xml" ContentType="application/vnd.openxmlformats-officedocument.presentationml.tags+xml"/>
  <Override PartName="/ppt/tags/tag3329.xml" ContentType="application/vnd.openxmlformats-officedocument.presentationml.tags+xml"/>
  <Override PartName="/ppt/tags/tag3330.xml" ContentType="application/vnd.openxmlformats-officedocument.presentationml.tags+xml"/>
  <Override PartName="/ppt/tags/tag3331.xml" ContentType="application/vnd.openxmlformats-officedocument.presentationml.tags+xml"/>
  <Override PartName="/ppt/tags/tag3332.xml" ContentType="application/vnd.openxmlformats-officedocument.presentationml.tags+xml"/>
  <Override PartName="/ppt/tags/tag3333.xml" ContentType="application/vnd.openxmlformats-officedocument.presentationml.tags+xml"/>
  <Override PartName="/ppt/tags/tag3334.xml" ContentType="application/vnd.openxmlformats-officedocument.presentationml.tags+xml"/>
  <Override PartName="/ppt/tags/tag3335.xml" ContentType="application/vnd.openxmlformats-officedocument.presentationml.tags+xml"/>
  <Override PartName="/ppt/tags/tag3336.xml" ContentType="application/vnd.openxmlformats-officedocument.presentationml.tags+xml"/>
  <Override PartName="/ppt/tags/tag3337.xml" ContentType="application/vnd.openxmlformats-officedocument.presentationml.tags+xml"/>
  <Override PartName="/ppt/tags/tag3338.xml" ContentType="application/vnd.openxmlformats-officedocument.presentationml.tags+xml"/>
  <Override PartName="/ppt/tags/tag3339.xml" ContentType="application/vnd.openxmlformats-officedocument.presentationml.tags+xml"/>
  <Override PartName="/ppt/tags/tag3340.xml" ContentType="application/vnd.openxmlformats-officedocument.presentationml.tags+xml"/>
  <Override PartName="/ppt/tags/tag3341.xml" ContentType="application/vnd.openxmlformats-officedocument.presentationml.tags+xml"/>
  <Override PartName="/ppt/tags/tag3342.xml" ContentType="application/vnd.openxmlformats-officedocument.presentationml.tags+xml"/>
  <Override PartName="/ppt/tags/tag3343.xml" ContentType="application/vnd.openxmlformats-officedocument.presentationml.tags+xml"/>
  <Override PartName="/ppt/tags/tag3344.xml" ContentType="application/vnd.openxmlformats-officedocument.presentationml.tags+xml"/>
  <Override PartName="/ppt/tags/tag3345.xml" ContentType="application/vnd.openxmlformats-officedocument.presentationml.tags+xml"/>
  <Override PartName="/ppt/tags/tag3346.xml" ContentType="application/vnd.openxmlformats-officedocument.presentationml.tags+xml"/>
  <Override PartName="/ppt/tags/tag3347.xml" ContentType="application/vnd.openxmlformats-officedocument.presentationml.tags+xml"/>
  <Override PartName="/ppt/notesSlides/notesSlide162.xml" ContentType="application/vnd.openxmlformats-officedocument.presentationml.notesSlide+xml"/>
  <Override PartName="/ppt/comments/modernComment_1FD_C21D6802.xml" ContentType="application/vnd.ms-powerpoint.comments+xml"/>
  <Override PartName="/ppt/tags/tag3348.xml" ContentType="application/vnd.openxmlformats-officedocument.presentationml.tags+xml"/>
  <Override PartName="/ppt/tags/tag3349.xml" ContentType="application/vnd.openxmlformats-officedocument.presentationml.tags+xml"/>
  <Override PartName="/ppt/tags/tag3350.xml" ContentType="application/vnd.openxmlformats-officedocument.presentationml.tags+xml"/>
  <Override PartName="/ppt/tags/tag3351.xml" ContentType="application/vnd.openxmlformats-officedocument.presentationml.tags+xml"/>
  <Override PartName="/ppt/tags/tag3352.xml" ContentType="application/vnd.openxmlformats-officedocument.presentationml.tags+xml"/>
  <Override PartName="/ppt/tags/tag3353.xml" ContentType="application/vnd.openxmlformats-officedocument.presentationml.tags+xml"/>
  <Override PartName="/ppt/tags/tag3354.xml" ContentType="application/vnd.openxmlformats-officedocument.presentationml.tags+xml"/>
  <Override PartName="/ppt/tags/tag3355.xml" ContentType="application/vnd.openxmlformats-officedocument.presentationml.tags+xml"/>
  <Override PartName="/ppt/tags/tag3356.xml" ContentType="application/vnd.openxmlformats-officedocument.presentationml.tags+xml"/>
  <Override PartName="/ppt/tags/tag3357.xml" ContentType="application/vnd.openxmlformats-officedocument.presentationml.tags+xml"/>
  <Override PartName="/ppt/tags/tag3358.xml" ContentType="application/vnd.openxmlformats-officedocument.presentationml.tags+xml"/>
  <Override PartName="/ppt/tags/tag3359.xml" ContentType="application/vnd.openxmlformats-officedocument.presentationml.tags+xml"/>
  <Override PartName="/ppt/tags/tag3360.xml" ContentType="application/vnd.openxmlformats-officedocument.presentationml.tags+xml"/>
  <Override PartName="/ppt/tags/tag3361.xml" ContentType="application/vnd.openxmlformats-officedocument.presentationml.tags+xml"/>
  <Override PartName="/ppt/tags/tag3362.xml" ContentType="application/vnd.openxmlformats-officedocument.presentationml.tags+xml"/>
  <Override PartName="/ppt/tags/tag3363.xml" ContentType="application/vnd.openxmlformats-officedocument.presentationml.tags+xml"/>
  <Override PartName="/ppt/tags/tag3364.xml" ContentType="application/vnd.openxmlformats-officedocument.presentationml.tags+xml"/>
  <Override PartName="/ppt/tags/tag3365.xml" ContentType="application/vnd.openxmlformats-officedocument.presentationml.tags+xml"/>
  <Override PartName="/ppt/tags/tag3366.xml" ContentType="application/vnd.openxmlformats-officedocument.presentationml.tags+xml"/>
  <Override PartName="/ppt/tags/tag3367.xml" ContentType="application/vnd.openxmlformats-officedocument.presentationml.tags+xml"/>
  <Override PartName="/ppt/tags/tag3368.xml" ContentType="application/vnd.openxmlformats-officedocument.presentationml.tags+xml"/>
  <Override PartName="/ppt/tags/tag3369.xml" ContentType="application/vnd.openxmlformats-officedocument.presentationml.tags+xml"/>
  <Override PartName="/ppt/tags/tag3370.xml" ContentType="application/vnd.openxmlformats-officedocument.presentationml.tags+xml"/>
  <Override PartName="/ppt/notesSlides/notesSlide163.xml" ContentType="application/vnd.openxmlformats-officedocument.presentationml.notesSlide+xml"/>
  <Override PartName="/ppt/comments/modernComment_1FE_39302DF0.xml" ContentType="application/vnd.ms-powerpoint.comments+xml"/>
  <Override PartName="/ppt/tags/tag3371.xml" ContentType="application/vnd.openxmlformats-officedocument.presentationml.tags+xml"/>
  <Override PartName="/ppt/tags/tag3372.xml" ContentType="application/vnd.openxmlformats-officedocument.presentationml.tags+xml"/>
  <Override PartName="/ppt/tags/tag3373.xml" ContentType="application/vnd.openxmlformats-officedocument.presentationml.tags+xml"/>
  <Override PartName="/ppt/tags/tag3374.xml" ContentType="application/vnd.openxmlformats-officedocument.presentationml.tags+xml"/>
  <Override PartName="/ppt/tags/tag3375.xml" ContentType="application/vnd.openxmlformats-officedocument.presentationml.tags+xml"/>
  <Override PartName="/ppt/tags/tag3376.xml" ContentType="application/vnd.openxmlformats-officedocument.presentationml.tags+xml"/>
  <Override PartName="/ppt/tags/tag3377.xml" ContentType="application/vnd.openxmlformats-officedocument.presentationml.tags+xml"/>
  <Override PartName="/ppt/tags/tag3378.xml" ContentType="application/vnd.openxmlformats-officedocument.presentationml.tags+xml"/>
  <Override PartName="/ppt/tags/tag3379.xml" ContentType="application/vnd.openxmlformats-officedocument.presentationml.tags+xml"/>
  <Override PartName="/ppt/tags/tag3380.xml" ContentType="application/vnd.openxmlformats-officedocument.presentationml.tags+xml"/>
  <Override PartName="/ppt/tags/tag3381.xml" ContentType="application/vnd.openxmlformats-officedocument.presentationml.tags+xml"/>
  <Override PartName="/ppt/tags/tag3382.xml" ContentType="application/vnd.openxmlformats-officedocument.presentationml.tags+xml"/>
  <Override PartName="/ppt/tags/tag3383.xml" ContentType="application/vnd.openxmlformats-officedocument.presentationml.tags+xml"/>
  <Override PartName="/ppt/tags/tag3384.xml" ContentType="application/vnd.openxmlformats-officedocument.presentationml.tags+xml"/>
  <Override PartName="/ppt/tags/tag3385.xml" ContentType="application/vnd.openxmlformats-officedocument.presentationml.tags+xml"/>
  <Override PartName="/ppt/tags/tag3386.xml" ContentType="application/vnd.openxmlformats-officedocument.presentationml.tags+xml"/>
  <Override PartName="/ppt/tags/tag3387.xml" ContentType="application/vnd.openxmlformats-officedocument.presentationml.tags+xml"/>
  <Override PartName="/ppt/tags/tag3388.xml" ContentType="application/vnd.openxmlformats-officedocument.presentationml.tags+xml"/>
  <Override PartName="/ppt/tags/tag3389.xml" ContentType="application/vnd.openxmlformats-officedocument.presentationml.tags+xml"/>
  <Override PartName="/ppt/tags/tag3390.xml" ContentType="application/vnd.openxmlformats-officedocument.presentationml.tags+xml"/>
  <Override PartName="/ppt/tags/tag3391.xml" ContentType="application/vnd.openxmlformats-officedocument.presentationml.tags+xml"/>
  <Override PartName="/ppt/tags/tag3392.xml" ContentType="application/vnd.openxmlformats-officedocument.presentationml.tags+xml"/>
  <Override PartName="/ppt/tags/tag3393.xml" ContentType="application/vnd.openxmlformats-officedocument.presentationml.tags+xml"/>
  <Override PartName="/ppt/tags/tag3394.xml" ContentType="application/vnd.openxmlformats-officedocument.presentationml.tags+xml"/>
  <Override PartName="/ppt/notesSlides/notesSlide164.xml" ContentType="application/vnd.openxmlformats-officedocument.presentationml.notesSlide+xml"/>
  <Override PartName="/ppt/comments/modernComment_1FF_E44ACE1B.xml" ContentType="application/vnd.ms-powerpoint.comments+xml"/>
  <Override PartName="/ppt/tags/tag3395.xml" ContentType="application/vnd.openxmlformats-officedocument.presentationml.tags+xml"/>
  <Override PartName="/ppt/tags/tag3396.xml" ContentType="application/vnd.openxmlformats-officedocument.presentationml.tags+xml"/>
  <Override PartName="/ppt/tags/tag3397.xml" ContentType="application/vnd.openxmlformats-officedocument.presentationml.tags+xml"/>
  <Override PartName="/ppt/tags/tag3398.xml" ContentType="application/vnd.openxmlformats-officedocument.presentationml.tags+xml"/>
  <Override PartName="/ppt/tags/tag3399.xml" ContentType="application/vnd.openxmlformats-officedocument.presentationml.tags+xml"/>
  <Override PartName="/ppt/tags/tag3400.xml" ContentType="application/vnd.openxmlformats-officedocument.presentationml.tags+xml"/>
  <Override PartName="/ppt/tags/tag3401.xml" ContentType="application/vnd.openxmlformats-officedocument.presentationml.tags+xml"/>
  <Override PartName="/ppt/tags/tag3402.xml" ContentType="application/vnd.openxmlformats-officedocument.presentationml.tags+xml"/>
  <Override PartName="/ppt/tags/tag3403.xml" ContentType="application/vnd.openxmlformats-officedocument.presentationml.tags+xml"/>
  <Override PartName="/ppt/tags/tag3404.xml" ContentType="application/vnd.openxmlformats-officedocument.presentationml.tags+xml"/>
  <Override PartName="/ppt/tags/tag3405.xml" ContentType="application/vnd.openxmlformats-officedocument.presentationml.tags+xml"/>
  <Override PartName="/ppt/tags/tag3406.xml" ContentType="application/vnd.openxmlformats-officedocument.presentationml.tags+xml"/>
  <Override PartName="/ppt/tags/tag3407.xml" ContentType="application/vnd.openxmlformats-officedocument.presentationml.tags+xml"/>
  <Override PartName="/ppt/tags/tag3408.xml" ContentType="application/vnd.openxmlformats-officedocument.presentationml.tags+xml"/>
  <Override PartName="/ppt/tags/tag3409.xml" ContentType="application/vnd.openxmlformats-officedocument.presentationml.tags+xml"/>
  <Override PartName="/ppt/tags/tag3410.xml" ContentType="application/vnd.openxmlformats-officedocument.presentationml.tags+xml"/>
  <Override PartName="/ppt/tags/tag3411.xml" ContentType="application/vnd.openxmlformats-officedocument.presentationml.tags+xml"/>
  <Override PartName="/ppt/tags/tag3412.xml" ContentType="application/vnd.openxmlformats-officedocument.presentationml.tags+xml"/>
  <Override PartName="/ppt/notesSlides/notesSlide165.xml" ContentType="application/vnd.openxmlformats-officedocument.presentationml.notesSlide+xml"/>
  <Override PartName="/ppt/comments/modernComment_200_AF879DA.xml" ContentType="application/vnd.ms-powerpoint.comments+xml"/>
  <Override PartName="/ppt/tags/tag3413.xml" ContentType="application/vnd.openxmlformats-officedocument.presentationml.tags+xml"/>
  <Override PartName="/ppt/tags/tag3414.xml" ContentType="application/vnd.openxmlformats-officedocument.presentationml.tags+xml"/>
  <Override PartName="/ppt/tags/tag3415.xml" ContentType="application/vnd.openxmlformats-officedocument.presentationml.tags+xml"/>
  <Override PartName="/ppt/tags/tag3416.xml" ContentType="application/vnd.openxmlformats-officedocument.presentationml.tags+xml"/>
  <Override PartName="/ppt/tags/tag3417.xml" ContentType="application/vnd.openxmlformats-officedocument.presentationml.tags+xml"/>
  <Override PartName="/ppt/tags/tag3418.xml" ContentType="application/vnd.openxmlformats-officedocument.presentationml.tags+xml"/>
  <Override PartName="/ppt/tags/tag3419.xml" ContentType="application/vnd.openxmlformats-officedocument.presentationml.tags+xml"/>
  <Override PartName="/ppt/tags/tag3420.xml" ContentType="application/vnd.openxmlformats-officedocument.presentationml.tags+xml"/>
  <Override PartName="/ppt/tags/tag3421.xml" ContentType="application/vnd.openxmlformats-officedocument.presentationml.tags+xml"/>
  <Override PartName="/ppt/tags/tag3422.xml" ContentType="application/vnd.openxmlformats-officedocument.presentationml.tags+xml"/>
  <Override PartName="/ppt/tags/tag3423.xml" ContentType="application/vnd.openxmlformats-officedocument.presentationml.tags+xml"/>
  <Override PartName="/ppt/tags/tag3424.xml" ContentType="application/vnd.openxmlformats-officedocument.presentationml.tags+xml"/>
  <Override PartName="/ppt/tags/tag3425.xml" ContentType="application/vnd.openxmlformats-officedocument.presentationml.tags+xml"/>
  <Override PartName="/ppt/tags/tag3426.xml" ContentType="application/vnd.openxmlformats-officedocument.presentationml.tags+xml"/>
  <Override PartName="/ppt/tags/tag3427.xml" ContentType="application/vnd.openxmlformats-officedocument.presentationml.tags+xml"/>
  <Override PartName="/ppt/tags/tag3428.xml" ContentType="application/vnd.openxmlformats-officedocument.presentationml.tags+xml"/>
  <Override PartName="/ppt/tags/tag3429.xml" ContentType="application/vnd.openxmlformats-officedocument.presentationml.tags+xml"/>
  <Override PartName="/ppt/tags/tag3430.xml" ContentType="application/vnd.openxmlformats-officedocument.presentationml.tags+xml"/>
  <Override PartName="/ppt/notesSlides/notesSlide166.xml" ContentType="application/vnd.openxmlformats-officedocument.presentationml.notesSlide+xml"/>
  <Override PartName="/ppt/comments/modernComment_201_B94BC231.xml" ContentType="application/vnd.ms-powerpoint.comments+xml"/>
  <Override PartName="/ppt/tags/tag3431.xml" ContentType="application/vnd.openxmlformats-officedocument.presentationml.tags+xml"/>
  <Override PartName="/ppt/tags/tag3432.xml" ContentType="application/vnd.openxmlformats-officedocument.presentationml.tags+xml"/>
  <Override PartName="/ppt/tags/tag3433.xml" ContentType="application/vnd.openxmlformats-officedocument.presentationml.tags+xml"/>
  <Override PartName="/ppt/tags/tag3434.xml" ContentType="application/vnd.openxmlformats-officedocument.presentationml.tags+xml"/>
  <Override PartName="/ppt/tags/tag3435.xml" ContentType="application/vnd.openxmlformats-officedocument.presentationml.tags+xml"/>
  <Override PartName="/ppt/tags/tag3436.xml" ContentType="application/vnd.openxmlformats-officedocument.presentationml.tags+xml"/>
  <Override PartName="/ppt/tags/tag3437.xml" ContentType="application/vnd.openxmlformats-officedocument.presentationml.tags+xml"/>
  <Override PartName="/ppt/tags/tag3438.xml" ContentType="application/vnd.openxmlformats-officedocument.presentationml.tags+xml"/>
  <Override PartName="/ppt/tags/tag3439.xml" ContentType="application/vnd.openxmlformats-officedocument.presentationml.tags+xml"/>
  <Override PartName="/ppt/tags/tag3440.xml" ContentType="application/vnd.openxmlformats-officedocument.presentationml.tags+xml"/>
  <Override PartName="/ppt/tags/tag3441.xml" ContentType="application/vnd.openxmlformats-officedocument.presentationml.tags+xml"/>
  <Override PartName="/ppt/tags/tag3442.xml" ContentType="application/vnd.openxmlformats-officedocument.presentationml.tags+xml"/>
  <Override PartName="/ppt/tags/tag3443.xml" ContentType="application/vnd.openxmlformats-officedocument.presentationml.tags+xml"/>
  <Override PartName="/ppt/tags/tag3444.xml" ContentType="application/vnd.openxmlformats-officedocument.presentationml.tags+xml"/>
  <Override PartName="/ppt/tags/tag3445.xml" ContentType="application/vnd.openxmlformats-officedocument.presentationml.tags+xml"/>
  <Override PartName="/ppt/tags/tag3446.xml" ContentType="application/vnd.openxmlformats-officedocument.presentationml.tags+xml"/>
  <Override PartName="/ppt/tags/tag3447.xml" ContentType="application/vnd.openxmlformats-officedocument.presentationml.tags+xml"/>
  <Override PartName="/ppt/tags/tag3448.xml" ContentType="application/vnd.openxmlformats-officedocument.presentationml.tags+xml"/>
  <Override PartName="/ppt/notesSlides/notesSlide167.xml" ContentType="application/vnd.openxmlformats-officedocument.presentationml.notesSlide+xml"/>
  <Override PartName="/ppt/comments/modernComment_202_B04A06B1.xml" ContentType="application/vnd.ms-powerpoint.comments+xml"/>
  <Override PartName="/ppt/tags/tag3449.xml" ContentType="application/vnd.openxmlformats-officedocument.presentationml.tags+xml"/>
  <Override PartName="/ppt/tags/tag3450.xml" ContentType="application/vnd.openxmlformats-officedocument.presentationml.tags+xml"/>
  <Override PartName="/ppt/tags/tag3451.xml" ContentType="application/vnd.openxmlformats-officedocument.presentationml.tags+xml"/>
  <Override PartName="/ppt/tags/tag3452.xml" ContentType="application/vnd.openxmlformats-officedocument.presentationml.tags+xml"/>
  <Override PartName="/ppt/tags/tag3453.xml" ContentType="application/vnd.openxmlformats-officedocument.presentationml.tags+xml"/>
  <Override PartName="/ppt/tags/tag3454.xml" ContentType="application/vnd.openxmlformats-officedocument.presentationml.tags+xml"/>
  <Override PartName="/ppt/tags/tag3455.xml" ContentType="application/vnd.openxmlformats-officedocument.presentationml.tags+xml"/>
  <Override PartName="/ppt/tags/tag3456.xml" ContentType="application/vnd.openxmlformats-officedocument.presentationml.tags+xml"/>
  <Override PartName="/ppt/tags/tag3457.xml" ContentType="application/vnd.openxmlformats-officedocument.presentationml.tags+xml"/>
  <Override PartName="/ppt/tags/tag3458.xml" ContentType="application/vnd.openxmlformats-officedocument.presentationml.tags+xml"/>
  <Override PartName="/ppt/tags/tag3459.xml" ContentType="application/vnd.openxmlformats-officedocument.presentationml.tags+xml"/>
  <Override PartName="/ppt/tags/tag3460.xml" ContentType="application/vnd.openxmlformats-officedocument.presentationml.tags+xml"/>
  <Override PartName="/ppt/tags/tag3461.xml" ContentType="application/vnd.openxmlformats-officedocument.presentationml.tags+xml"/>
  <Override PartName="/ppt/tags/tag3462.xml" ContentType="application/vnd.openxmlformats-officedocument.presentationml.tags+xml"/>
  <Override PartName="/ppt/tags/tag3463.xml" ContentType="application/vnd.openxmlformats-officedocument.presentationml.tags+xml"/>
  <Override PartName="/ppt/tags/tag3464.xml" ContentType="application/vnd.openxmlformats-officedocument.presentationml.tags+xml"/>
  <Override PartName="/ppt/tags/tag3465.xml" ContentType="application/vnd.openxmlformats-officedocument.presentationml.tags+xml"/>
  <Override PartName="/ppt/tags/tag3466.xml" ContentType="application/vnd.openxmlformats-officedocument.presentationml.tags+xml"/>
  <Override PartName="/ppt/tags/tag3467.xml" ContentType="application/vnd.openxmlformats-officedocument.presentationml.tags+xml"/>
  <Override PartName="/ppt/notesSlides/notesSlide168.xml" ContentType="application/vnd.openxmlformats-officedocument.presentationml.notesSlide+xml"/>
  <Override PartName="/ppt/comments/modernComment_203_E2C358CD.xml" ContentType="application/vnd.ms-powerpoint.comments+xml"/>
  <Override PartName="/ppt/tags/tag3468.xml" ContentType="application/vnd.openxmlformats-officedocument.presentationml.tags+xml"/>
  <Override PartName="/ppt/tags/tag3469.xml" ContentType="application/vnd.openxmlformats-officedocument.presentationml.tags+xml"/>
  <Override PartName="/ppt/tags/tag3470.xml" ContentType="application/vnd.openxmlformats-officedocument.presentationml.tags+xml"/>
  <Override PartName="/ppt/tags/tag3471.xml" ContentType="application/vnd.openxmlformats-officedocument.presentationml.tags+xml"/>
  <Override PartName="/ppt/tags/tag3472.xml" ContentType="application/vnd.openxmlformats-officedocument.presentationml.tags+xml"/>
  <Override PartName="/ppt/tags/tag3473.xml" ContentType="application/vnd.openxmlformats-officedocument.presentationml.tags+xml"/>
  <Override PartName="/ppt/tags/tag3474.xml" ContentType="application/vnd.openxmlformats-officedocument.presentationml.tags+xml"/>
  <Override PartName="/ppt/tags/tag3475.xml" ContentType="application/vnd.openxmlformats-officedocument.presentationml.tags+xml"/>
  <Override PartName="/ppt/tags/tag3476.xml" ContentType="application/vnd.openxmlformats-officedocument.presentationml.tags+xml"/>
  <Override PartName="/ppt/tags/tag3477.xml" ContentType="application/vnd.openxmlformats-officedocument.presentationml.tags+xml"/>
  <Override PartName="/ppt/tags/tag3478.xml" ContentType="application/vnd.openxmlformats-officedocument.presentationml.tags+xml"/>
  <Override PartName="/ppt/tags/tag3479.xml" ContentType="application/vnd.openxmlformats-officedocument.presentationml.tags+xml"/>
  <Override PartName="/ppt/tags/tag3480.xml" ContentType="application/vnd.openxmlformats-officedocument.presentationml.tags+xml"/>
  <Override PartName="/ppt/tags/tag3481.xml" ContentType="application/vnd.openxmlformats-officedocument.presentationml.tags+xml"/>
  <Override PartName="/ppt/tags/tag3482.xml" ContentType="application/vnd.openxmlformats-officedocument.presentationml.tags+xml"/>
  <Override PartName="/ppt/tags/tag3483.xml" ContentType="application/vnd.openxmlformats-officedocument.presentationml.tags+xml"/>
  <Override PartName="/ppt/tags/tag3484.xml" ContentType="application/vnd.openxmlformats-officedocument.presentationml.tags+xml"/>
  <Override PartName="/ppt/tags/tag3485.xml" ContentType="application/vnd.openxmlformats-officedocument.presentationml.tags+xml"/>
  <Override PartName="/ppt/tags/tag3486.xml" ContentType="application/vnd.openxmlformats-officedocument.presentationml.tags+xml"/>
  <Override PartName="/ppt/notesSlides/notesSlide169.xml" ContentType="application/vnd.openxmlformats-officedocument.presentationml.notesSlide+xml"/>
  <Override PartName="/ppt/comments/modernComment_204_11375705.xml" ContentType="application/vnd.ms-powerpoint.comments+xml"/>
  <Override PartName="/ppt/tags/tag3487.xml" ContentType="application/vnd.openxmlformats-officedocument.presentationml.tags+xml"/>
  <Override PartName="/ppt/tags/tag3488.xml" ContentType="application/vnd.openxmlformats-officedocument.presentationml.tags+xml"/>
  <Override PartName="/ppt/tags/tag3489.xml" ContentType="application/vnd.openxmlformats-officedocument.presentationml.tags+xml"/>
  <Override PartName="/ppt/tags/tag3490.xml" ContentType="application/vnd.openxmlformats-officedocument.presentationml.tags+xml"/>
  <Override PartName="/ppt/tags/tag3491.xml" ContentType="application/vnd.openxmlformats-officedocument.presentationml.tags+xml"/>
  <Override PartName="/ppt/tags/tag3492.xml" ContentType="application/vnd.openxmlformats-officedocument.presentationml.tags+xml"/>
  <Override PartName="/ppt/tags/tag3493.xml" ContentType="application/vnd.openxmlformats-officedocument.presentationml.tags+xml"/>
  <Override PartName="/ppt/tags/tag3494.xml" ContentType="application/vnd.openxmlformats-officedocument.presentationml.tags+xml"/>
  <Override PartName="/ppt/tags/tag3495.xml" ContentType="application/vnd.openxmlformats-officedocument.presentationml.tags+xml"/>
  <Override PartName="/ppt/tags/tag3496.xml" ContentType="application/vnd.openxmlformats-officedocument.presentationml.tags+xml"/>
  <Override PartName="/ppt/tags/tag3497.xml" ContentType="application/vnd.openxmlformats-officedocument.presentationml.tags+xml"/>
  <Override PartName="/ppt/tags/tag3498.xml" ContentType="application/vnd.openxmlformats-officedocument.presentationml.tags+xml"/>
  <Override PartName="/ppt/tags/tag3499.xml" ContentType="application/vnd.openxmlformats-officedocument.presentationml.tags+xml"/>
  <Override PartName="/ppt/tags/tag3500.xml" ContentType="application/vnd.openxmlformats-officedocument.presentationml.tags+xml"/>
  <Override PartName="/ppt/tags/tag3501.xml" ContentType="application/vnd.openxmlformats-officedocument.presentationml.tags+xml"/>
  <Override PartName="/ppt/tags/tag3502.xml" ContentType="application/vnd.openxmlformats-officedocument.presentationml.tags+xml"/>
  <Override PartName="/ppt/tags/tag3503.xml" ContentType="application/vnd.openxmlformats-officedocument.presentationml.tags+xml"/>
  <Override PartName="/ppt/tags/tag3504.xml" ContentType="application/vnd.openxmlformats-officedocument.presentationml.tags+xml"/>
  <Override PartName="/ppt/tags/tag3505.xml" ContentType="application/vnd.openxmlformats-officedocument.presentationml.tags+xml"/>
  <Override PartName="/ppt/notesSlides/notesSlide170.xml" ContentType="application/vnd.openxmlformats-officedocument.presentationml.notesSlide+xml"/>
  <Override PartName="/ppt/comments/modernComment_205_CC8A2222.xml" ContentType="application/vnd.ms-powerpoint.comments+xml"/>
  <Override PartName="/ppt/tags/tag3506.xml" ContentType="application/vnd.openxmlformats-officedocument.presentationml.tags+xml"/>
  <Override PartName="/ppt/tags/tag3507.xml" ContentType="application/vnd.openxmlformats-officedocument.presentationml.tags+xml"/>
  <Override PartName="/ppt/tags/tag3508.xml" ContentType="application/vnd.openxmlformats-officedocument.presentationml.tags+xml"/>
  <Override PartName="/ppt/tags/tag3509.xml" ContentType="application/vnd.openxmlformats-officedocument.presentationml.tags+xml"/>
  <Override PartName="/ppt/tags/tag3510.xml" ContentType="application/vnd.openxmlformats-officedocument.presentationml.tags+xml"/>
  <Override PartName="/ppt/tags/tag3511.xml" ContentType="application/vnd.openxmlformats-officedocument.presentationml.tags+xml"/>
  <Override PartName="/ppt/tags/tag3512.xml" ContentType="application/vnd.openxmlformats-officedocument.presentationml.tags+xml"/>
  <Override PartName="/ppt/tags/tag3513.xml" ContentType="application/vnd.openxmlformats-officedocument.presentationml.tags+xml"/>
  <Override PartName="/ppt/tags/tag3514.xml" ContentType="application/vnd.openxmlformats-officedocument.presentationml.tags+xml"/>
  <Override PartName="/ppt/tags/tag3515.xml" ContentType="application/vnd.openxmlformats-officedocument.presentationml.tags+xml"/>
  <Override PartName="/ppt/tags/tag3516.xml" ContentType="application/vnd.openxmlformats-officedocument.presentationml.tags+xml"/>
  <Override PartName="/ppt/tags/tag3517.xml" ContentType="application/vnd.openxmlformats-officedocument.presentationml.tags+xml"/>
  <Override PartName="/ppt/tags/tag3518.xml" ContentType="application/vnd.openxmlformats-officedocument.presentationml.tags+xml"/>
  <Override PartName="/ppt/tags/tag3519.xml" ContentType="application/vnd.openxmlformats-officedocument.presentationml.tags+xml"/>
  <Override PartName="/ppt/tags/tag3520.xml" ContentType="application/vnd.openxmlformats-officedocument.presentationml.tags+xml"/>
  <Override PartName="/ppt/tags/tag3521.xml" ContentType="application/vnd.openxmlformats-officedocument.presentationml.tags+xml"/>
  <Override PartName="/ppt/tags/tag3522.xml" ContentType="application/vnd.openxmlformats-officedocument.presentationml.tags+xml"/>
  <Override PartName="/ppt/tags/tag3523.xml" ContentType="application/vnd.openxmlformats-officedocument.presentationml.tags+xml"/>
  <Override PartName="/ppt/tags/tag3524.xml" ContentType="application/vnd.openxmlformats-officedocument.presentationml.tags+xml"/>
  <Override PartName="/ppt/tags/tag3525.xml" ContentType="application/vnd.openxmlformats-officedocument.presentationml.tags+xml"/>
  <Override PartName="/ppt/notesSlides/notesSlide171.xml" ContentType="application/vnd.openxmlformats-officedocument.presentationml.notesSlide+xml"/>
  <Override PartName="/ppt/comments/modernComment_206_635F1905.xml" ContentType="application/vnd.ms-powerpoint.comments+xml"/>
  <Override PartName="/ppt/tags/tag3526.xml" ContentType="application/vnd.openxmlformats-officedocument.presentationml.tags+xml"/>
  <Override PartName="/ppt/tags/tag3527.xml" ContentType="application/vnd.openxmlformats-officedocument.presentationml.tags+xml"/>
  <Override PartName="/ppt/tags/tag3528.xml" ContentType="application/vnd.openxmlformats-officedocument.presentationml.tags+xml"/>
  <Override PartName="/ppt/tags/tag3529.xml" ContentType="application/vnd.openxmlformats-officedocument.presentationml.tags+xml"/>
  <Override PartName="/ppt/tags/tag3530.xml" ContentType="application/vnd.openxmlformats-officedocument.presentationml.tags+xml"/>
  <Override PartName="/ppt/tags/tag3531.xml" ContentType="application/vnd.openxmlformats-officedocument.presentationml.tags+xml"/>
  <Override PartName="/ppt/tags/tag3532.xml" ContentType="application/vnd.openxmlformats-officedocument.presentationml.tags+xml"/>
  <Override PartName="/ppt/tags/tag3533.xml" ContentType="application/vnd.openxmlformats-officedocument.presentationml.tags+xml"/>
  <Override PartName="/ppt/tags/tag3534.xml" ContentType="application/vnd.openxmlformats-officedocument.presentationml.tags+xml"/>
  <Override PartName="/ppt/tags/tag3535.xml" ContentType="application/vnd.openxmlformats-officedocument.presentationml.tags+xml"/>
  <Override PartName="/ppt/tags/tag3536.xml" ContentType="application/vnd.openxmlformats-officedocument.presentationml.tags+xml"/>
  <Override PartName="/ppt/tags/tag3537.xml" ContentType="application/vnd.openxmlformats-officedocument.presentationml.tags+xml"/>
  <Override PartName="/ppt/tags/tag3538.xml" ContentType="application/vnd.openxmlformats-officedocument.presentationml.tags+xml"/>
  <Override PartName="/ppt/tags/tag3539.xml" ContentType="application/vnd.openxmlformats-officedocument.presentationml.tags+xml"/>
  <Override PartName="/ppt/tags/tag3540.xml" ContentType="application/vnd.openxmlformats-officedocument.presentationml.tags+xml"/>
  <Override PartName="/ppt/tags/tag3541.xml" ContentType="application/vnd.openxmlformats-officedocument.presentationml.tags+xml"/>
  <Override PartName="/ppt/tags/tag3542.xml" ContentType="application/vnd.openxmlformats-officedocument.presentationml.tags+xml"/>
  <Override PartName="/ppt/tags/tag3543.xml" ContentType="application/vnd.openxmlformats-officedocument.presentationml.tags+xml"/>
  <Override PartName="/ppt/tags/tag3544.xml" ContentType="application/vnd.openxmlformats-officedocument.presentationml.tags+xml"/>
  <Override PartName="/ppt/tags/tag3545.xml" ContentType="application/vnd.openxmlformats-officedocument.presentationml.tags+xml"/>
  <Override PartName="/ppt/tags/tag3546.xml" ContentType="application/vnd.openxmlformats-officedocument.presentationml.tags+xml"/>
  <Override PartName="/ppt/notesSlides/notesSlide172.xml" ContentType="application/vnd.openxmlformats-officedocument.presentationml.notesSlide+xml"/>
  <Override PartName="/ppt/comments/modernComment_207_81D1E206.xml" ContentType="application/vnd.ms-powerpoint.comments+xml"/>
  <Override PartName="/ppt/tags/tag3547.xml" ContentType="application/vnd.openxmlformats-officedocument.presentationml.tags+xml"/>
  <Override PartName="/ppt/tags/tag3548.xml" ContentType="application/vnd.openxmlformats-officedocument.presentationml.tags+xml"/>
  <Override PartName="/ppt/tags/tag3549.xml" ContentType="application/vnd.openxmlformats-officedocument.presentationml.tags+xml"/>
  <Override PartName="/ppt/tags/tag3550.xml" ContentType="application/vnd.openxmlformats-officedocument.presentationml.tags+xml"/>
  <Override PartName="/ppt/tags/tag3551.xml" ContentType="application/vnd.openxmlformats-officedocument.presentationml.tags+xml"/>
  <Override PartName="/ppt/tags/tag3552.xml" ContentType="application/vnd.openxmlformats-officedocument.presentationml.tags+xml"/>
  <Override PartName="/ppt/tags/tag3553.xml" ContentType="application/vnd.openxmlformats-officedocument.presentationml.tags+xml"/>
  <Override PartName="/ppt/tags/tag3554.xml" ContentType="application/vnd.openxmlformats-officedocument.presentationml.tags+xml"/>
  <Override PartName="/ppt/tags/tag3555.xml" ContentType="application/vnd.openxmlformats-officedocument.presentationml.tags+xml"/>
  <Override PartName="/ppt/tags/tag3556.xml" ContentType="application/vnd.openxmlformats-officedocument.presentationml.tags+xml"/>
  <Override PartName="/ppt/notesSlides/notesSlide173.xml" ContentType="application/vnd.openxmlformats-officedocument.presentationml.notesSlide+xml"/>
  <Override PartName="/ppt/comments/modernComment_208_554F3717.xml" ContentType="application/vnd.ms-powerpoint.comments+xml"/>
  <Override PartName="/ppt/tags/tag3557.xml" ContentType="application/vnd.openxmlformats-officedocument.presentationml.tags+xml"/>
  <Override PartName="/ppt/tags/tag3558.xml" ContentType="application/vnd.openxmlformats-officedocument.presentationml.tags+xml"/>
  <Override PartName="/ppt/tags/tag3559.xml" ContentType="application/vnd.openxmlformats-officedocument.presentationml.tags+xml"/>
  <Override PartName="/ppt/tags/tag3560.xml" ContentType="application/vnd.openxmlformats-officedocument.presentationml.tags+xml"/>
  <Override PartName="/ppt/tags/tag3561.xml" ContentType="application/vnd.openxmlformats-officedocument.presentationml.tags+xml"/>
  <Override PartName="/ppt/tags/tag3562.xml" ContentType="application/vnd.openxmlformats-officedocument.presentationml.tags+xml"/>
  <Override PartName="/ppt/tags/tag3563.xml" ContentType="application/vnd.openxmlformats-officedocument.presentationml.tags+xml"/>
  <Override PartName="/ppt/tags/tag3564.xml" ContentType="application/vnd.openxmlformats-officedocument.presentationml.tags+xml"/>
  <Override PartName="/ppt/tags/tag3565.xml" ContentType="application/vnd.openxmlformats-officedocument.presentationml.tags+xml"/>
  <Override PartName="/ppt/tags/tag3566.xml" ContentType="application/vnd.openxmlformats-officedocument.presentationml.tags+xml"/>
  <Override PartName="/ppt/tags/tag3567.xml" ContentType="application/vnd.openxmlformats-officedocument.presentationml.tags+xml"/>
  <Override PartName="/ppt/notesSlides/notesSlide174.xml" ContentType="application/vnd.openxmlformats-officedocument.presentationml.notesSlide+xml"/>
  <Override PartName="/ppt/comments/modernComment_209_DB168C2C.xml" ContentType="application/vnd.ms-powerpoint.comments+xml"/>
  <Override PartName="/ppt/tags/tag3568.xml" ContentType="application/vnd.openxmlformats-officedocument.presentationml.tags+xml"/>
  <Override PartName="/ppt/tags/tag3569.xml" ContentType="application/vnd.openxmlformats-officedocument.presentationml.tags+xml"/>
  <Override PartName="/ppt/tags/tag3570.xml" ContentType="application/vnd.openxmlformats-officedocument.presentationml.tags+xml"/>
  <Override PartName="/ppt/tags/tag3571.xml" ContentType="application/vnd.openxmlformats-officedocument.presentationml.tags+xml"/>
  <Override PartName="/ppt/tags/tag3572.xml" ContentType="application/vnd.openxmlformats-officedocument.presentationml.tags+xml"/>
  <Override PartName="/ppt/tags/tag3573.xml" ContentType="application/vnd.openxmlformats-officedocument.presentationml.tags+xml"/>
  <Override PartName="/ppt/tags/tag3574.xml" ContentType="application/vnd.openxmlformats-officedocument.presentationml.tags+xml"/>
  <Override PartName="/ppt/tags/tag3575.xml" ContentType="application/vnd.openxmlformats-officedocument.presentationml.tags+xml"/>
  <Override PartName="/ppt/tags/tag3576.xml" ContentType="application/vnd.openxmlformats-officedocument.presentationml.tags+xml"/>
  <Override PartName="/ppt/tags/tag3577.xml" ContentType="application/vnd.openxmlformats-officedocument.presentationml.tags+xml"/>
  <Override PartName="/ppt/tags/tag3578.xml" ContentType="application/vnd.openxmlformats-officedocument.presentationml.tags+xml"/>
  <Override PartName="/ppt/notesSlides/notesSlide175.xml" ContentType="application/vnd.openxmlformats-officedocument.presentationml.notesSlide+xml"/>
  <Override PartName="/ppt/comments/modernComment_20A_1570D0EE.xml" ContentType="application/vnd.ms-powerpoint.comments+xml"/>
  <Override PartName="/ppt/tags/tag3579.xml" ContentType="application/vnd.openxmlformats-officedocument.presentationml.tags+xml"/>
  <Override PartName="/ppt/tags/tag3580.xml" ContentType="application/vnd.openxmlformats-officedocument.presentationml.tags+xml"/>
  <Override PartName="/ppt/tags/tag3581.xml" ContentType="application/vnd.openxmlformats-officedocument.presentationml.tags+xml"/>
  <Override PartName="/ppt/tags/tag3582.xml" ContentType="application/vnd.openxmlformats-officedocument.presentationml.tags+xml"/>
  <Override PartName="/ppt/tags/tag3583.xml" ContentType="application/vnd.openxmlformats-officedocument.presentationml.tags+xml"/>
  <Override PartName="/ppt/tags/tag3584.xml" ContentType="application/vnd.openxmlformats-officedocument.presentationml.tags+xml"/>
  <Override PartName="/ppt/tags/tag3585.xml" ContentType="application/vnd.openxmlformats-officedocument.presentationml.tags+xml"/>
  <Override PartName="/ppt/tags/tag3586.xml" ContentType="application/vnd.openxmlformats-officedocument.presentationml.tags+xml"/>
  <Override PartName="/ppt/tags/tag3587.xml" ContentType="application/vnd.openxmlformats-officedocument.presentationml.tags+xml"/>
  <Override PartName="/ppt/tags/tag3588.xml" ContentType="application/vnd.openxmlformats-officedocument.presentationml.tags+xml"/>
  <Override PartName="/ppt/tags/tag3589.xml" ContentType="application/vnd.openxmlformats-officedocument.presentationml.tags+xml"/>
  <Override PartName="/ppt/tags/tag3590.xml" ContentType="application/vnd.openxmlformats-officedocument.presentationml.tags+xml"/>
  <Override PartName="/ppt/notesSlides/notesSlide176.xml" ContentType="application/vnd.openxmlformats-officedocument.presentationml.notesSlide+xml"/>
  <Override PartName="/ppt/comments/modernComment_20B_2F31B167.xml" ContentType="application/vnd.ms-powerpoint.comments+xml"/>
  <Override PartName="/ppt/tags/tag3591.xml" ContentType="application/vnd.openxmlformats-officedocument.presentationml.tags+xml"/>
  <Override PartName="/ppt/tags/tag3592.xml" ContentType="application/vnd.openxmlformats-officedocument.presentationml.tags+xml"/>
  <Override PartName="/ppt/tags/tag3593.xml" ContentType="application/vnd.openxmlformats-officedocument.presentationml.tags+xml"/>
  <Override PartName="/ppt/tags/tag3594.xml" ContentType="application/vnd.openxmlformats-officedocument.presentationml.tags+xml"/>
  <Override PartName="/ppt/tags/tag3595.xml" ContentType="application/vnd.openxmlformats-officedocument.presentationml.tags+xml"/>
  <Override PartName="/ppt/tags/tag3596.xml" ContentType="application/vnd.openxmlformats-officedocument.presentationml.tags+xml"/>
  <Override PartName="/ppt/tags/tag3597.xml" ContentType="application/vnd.openxmlformats-officedocument.presentationml.tags+xml"/>
  <Override PartName="/ppt/tags/tag3598.xml" ContentType="application/vnd.openxmlformats-officedocument.presentationml.tags+xml"/>
  <Override PartName="/ppt/tags/tag3599.xml" ContentType="application/vnd.openxmlformats-officedocument.presentationml.tags+xml"/>
  <Override PartName="/ppt/tags/tag3600.xml" ContentType="application/vnd.openxmlformats-officedocument.presentationml.tags+xml"/>
  <Override PartName="/ppt/tags/tag3601.xml" ContentType="application/vnd.openxmlformats-officedocument.presentationml.tags+xml"/>
  <Override PartName="/ppt/tags/tag3602.xml" ContentType="application/vnd.openxmlformats-officedocument.presentationml.tags+xml"/>
  <Override PartName="/ppt/notesSlides/notesSlide177.xml" ContentType="application/vnd.openxmlformats-officedocument.presentationml.notesSlide+xml"/>
  <Override PartName="/ppt/comments/modernComment_20C_2FC091D6.xml" ContentType="application/vnd.ms-powerpoint.comments+xml"/>
  <Override PartName="/ppt/tags/tag3603.xml" ContentType="application/vnd.openxmlformats-officedocument.presentationml.tags+xml"/>
  <Override PartName="/ppt/tags/tag3604.xml" ContentType="application/vnd.openxmlformats-officedocument.presentationml.tags+xml"/>
  <Override PartName="/ppt/tags/tag3605.xml" ContentType="application/vnd.openxmlformats-officedocument.presentationml.tags+xml"/>
  <Override PartName="/ppt/tags/tag3606.xml" ContentType="application/vnd.openxmlformats-officedocument.presentationml.tags+xml"/>
  <Override PartName="/ppt/tags/tag3607.xml" ContentType="application/vnd.openxmlformats-officedocument.presentationml.tags+xml"/>
  <Override PartName="/ppt/tags/tag3608.xml" ContentType="application/vnd.openxmlformats-officedocument.presentationml.tags+xml"/>
  <Override PartName="/ppt/tags/tag3609.xml" ContentType="application/vnd.openxmlformats-officedocument.presentationml.tags+xml"/>
  <Override PartName="/ppt/tags/tag3610.xml" ContentType="application/vnd.openxmlformats-officedocument.presentationml.tags+xml"/>
  <Override PartName="/ppt/tags/tag3611.xml" ContentType="application/vnd.openxmlformats-officedocument.presentationml.tags+xml"/>
  <Override PartName="/ppt/tags/tag3612.xml" ContentType="application/vnd.openxmlformats-officedocument.presentationml.tags+xml"/>
  <Override PartName="/ppt/tags/tag3613.xml" ContentType="application/vnd.openxmlformats-officedocument.presentationml.tags+xml"/>
  <Override PartName="/ppt/tags/tag3614.xml" ContentType="application/vnd.openxmlformats-officedocument.presentationml.tags+xml"/>
  <Override PartName="/ppt/tags/tag3615.xml" ContentType="application/vnd.openxmlformats-officedocument.presentationml.tags+xml"/>
  <Override PartName="/ppt/notesSlides/notesSlide178.xml" ContentType="application/vnd.openxmlformats-officedocument.presentationml.notesSlide+xml"/>
  <Override PartName="/ppt/comments/modernComment_20D_27322D9F.xml" ContentType="application/vnd.ms-powerpoint.comments+xml"/>
  <Override PartName="/ppt/tags/tag3616.xml" ContentType="application/vnd.openxmlformats-officedocument.presentationml.tags+xml"/>
  <Override PartName="/ppt/tags/tag3617.xml" ContentType="application/vnd.openxmlformats-officedocument.presentationml.tags+xml"/>
  <Override PartName="/ppt/tags/tag3618.xml" ContentType="application/vnd.openxmlformats-officedocument.presentationml.tags+xml"/>
  <Override PartName="/ppt/tags/tag3619.xml" ContentType="application/vnd.openxmlformats-officedocument.presentationml.tags+xml"/>
  <Override PartName="/ppt/tags/tag3620.xml" ContentType="application/vnd.openxmlformats-officedocument.presentationml.tags+xml"/>
  <Override PartName="/ppt/tags/tag3621.xml" ContentType="application/vnd.openxmlformats-officedocument.presentationml.tags+xml"/>
  <Override PartName="/ppt/tags/tag3622.xml" ContentType="application/vnd.openxmlformats-officedocument.presentationml.tags+xml"/>
  <Override PartName="/ppt/tags/tag3623.xml" ContentType="application/vnd.openxmlformats-officedocument.presentationml.tags+xml"/>
  <Override PartName="/ppt/tags/tag3624.xml" ContentType="application/vnd.openxmlformats-officedocument.presentationml.tags+xml"/>
  <Override PartName="/ppt/tags/tag3625.xml" ContentType="application/vnd.openxmlformats-officedocument.presentationml.tags+xml"/>
  <Override PartName="/ppt/tags/tag3626.xml" ContentType="application/vnd.openxmlformats-officedocument.presentationml.tags+xml"/>
  <Override PartName="/ppt/tags/tag3627.xml" ContentType="application/vnd.openxmlformats-officedocument.presentationml.tags+xml"/>
  <Override PartName="/ppt/tags/tag3628.xml" ContentType="application/vnd.openxmlformats-officedocument.presentationml.tags+xml"/>
  <Override PartName="/ppt/tags/tag3629.xml" ContentType="application/vnd.openxmlformats-officedocument.presentationml.tags+xml"/>
  <Override PartName="/ppt/notesSlides/notesSlide179.xml" ContentType="application/vnd.openxmlformats-officedocument.presentationml.notesSlide+xml"/>
  <Override PartName="/ppt/comments/modernComment_20E_A7D58166.xml" ContentType="application/vnd.ms-powerpoint.comments+xml"/>
  <Override PartName="/ppt/tags/tag3630.xml" ContentType="application/vnd.openxmlformats-officedocument.presentationml.tags+xml"/>
  <Override PartName="/ppt/tags/tag3631.xml" ContentType="application/vnd.openxmlformats-officedocument.presentationml.tags+xml"/>
  <Override PartName="/ppt/tags/tag3632.xml" ContentType="application/vnd.openxmlformats-officedocument.presentationml.tags+xml"/>
  <Override PartName="/ppt/tags/tag3633.xml" ContentType="application/vnd.openxmlformats-officedocument.presentationml.tags+xml"/>
  <Override PartName="/ppt/tags/tag3634.xml" ContentType="application/vnd.openxmlformats-officedocument.presentationml.tags+xml"/>
  <Override PartName="/ppt/tags/tag3635.xml" ContentType="application/vnd.openxmlformats-officedocument.presentationml.tags+xml"/>
  <Override PartName="/ppt/tags/tag3636.xml" ContentType="application/vnd.openxmlformats-officedocument.presentationml.tags+xml"/>
  <Override PartName="/ppt/tags/tag3637.xml" ContentType="application/vnd.openxmlformats-officedocument.presentationml.tags+xml"/>
  <Override PartName="/ppt/tags/tag3638.xml" ContentType="application/vnd.openxmlformats-officedocument.presentationml.tags+xml"/>
  <Override PartName="/ppt/tags/tag3639.xml" ContentType="application/vnd.openxmlformats-officedocument.presentationml.tags+xml"/>
  <Override PartName="/ppt/tags/tag3640.xml" ContentType="application/vnd.openxmlformats-officedocument.presentationml.tags+xml"/>
  <Override PartName="/ppt/tags/tag3641.xml" ContentType="application/vnd.openxmlformats-officedocument.presentationml.tags+xml"/>
  <Override PartName="/ppt/tags/tag3642.xml" ContentType="application/vnd.openxmlformats-officedocument.presentationml.tags+xml"/>
  <Override PartName="/ppt/tags/tag3643.xml" ContentType="application/vnd.openxmlformats-officedocument.presentationml.tags+xml"/>
  <Override PartName="/ppt/notesSlides/notesSlide180.xml" ContentType="application/vnd.openxmlformats-officedocument.presentationml.notesSlide+xml"/>
  <Override PartName="/ppt/comments/modernComment_20F_5D54BE37.xml" ContentType="application/vnd.ms-powerpoint.comments+xml"/>
  <Override PartName="/ppt/tags/tag3644.xml" ContentType="application/vnd.openxmlformats-officedocument.presentationml.tags+xml"/>
  <Override PartName="/ppt/tags/tag3645.xml" ContentType="application/vnd.openxmlformats-officedocument.presentationml.tags+xml"/>
  <Override PartName="/ppt/tags/tag3646.xml" ContentType="application/vnd.openxmlformats-officedocument.presentationml.tags+xml"/>
  <Override PartName="/ppt/tags/tag3647.xml" ContentType="application/vnd.openxmlformats-officedocument.presentationml.tags+xml"/>
  <Override PartName="/ppt/tags/tag3648.xml" ContentType="application/vnd.openxmlformats-officedocument.presentationml.tags+xml"/>
  <Override PartName="/ppt/tags/tag3649.xml" ContentType="application/vnd.openxmlformats-officedocument.presentationml.tags+xml"/>
  <Override PartName="/ppt/tags/tag3650.xml" ContentType="application/vnd.openxmlformats-officedocument.presentationml.tags+xml"/>
  <Override PartName="/ppt/tags/tag3651.xml" ContentType="application/vnd.openxmlformats-officedocument.presentationml.tags+xml"/>
  <Override PartName="/ppt/tags/tag3652.xml" ContentType="application/vnd.openxmlformats-officedocument.presentationml.tags+xml"/>
  <Override PartName="/ppt/tags/tag3653.xml" ContentType="application/vnd.openxmlformats-officedocument.presentationml.tags+xml"/>
  <Override PartName="/ppt/tags/tag3654.xml" ContentType="application/vnd.openxmlformats-officedocument.presentationml.tags+xml"/>
  <Override PartName="/ppt/tags/tag3655.xml" ContentType="application/vnd.openxmlformats-officedocument.presentationml.tags+xml"/>
  <Override PartName="/ppt/tags/tag3656.xml" ContentType="application/vnd.openxmlformats-officedocument.presentationml.tags+xml"/>
  <Override PartName="/ppt/tags/tag3657.xml" ContentType="application/vnd.openxmlformats-officedocument.presentationml.tags+xml"/>
  <Override PartName="/ppt/tags/tag3658.xml" ContentType="application/vnd.openxmlformats-officedocument.presentationml.tags+xml"/>
  <Override PartName="/ppt/notesSlides/notesSlide181.xml" ContentType="application/vnd.openxmlformats-officedocument.presentationml.notesSlide+xml"/>
  <Override PartName="/ppt/comments/modernComment_210_669AE303.xml" ContentType="application/vnd.ms-powerpoint.comments+xml"/>
  <Override PartName="/ppt/tags/tag3659.xml" ContentType="application/vnd.openxmlformats-officedocument.presentationml.tags+xml"/>
  <Override PartName="/ppt/tags/tag3660.xml" ContentType="application/vnd.openxmlformats-officedocument.presentationml.tags+xml"/>
  <Override PartName="/ppt/tags/tag3661.xml" ContentType="application/vnd.openxmlformats-officedocument.presentationml.tags+xml"/>
  <Override PartName="/ppt/tags/tag3662.xml" ContentType="application/vnd.openxmlformats-officedocument.presentationml.tags+xml"/>
  <Override PartName="/ppt/tags/tag3663.xml" ContentType="application/vnd.openxmlformats-officedocument.presentationml.tags+xml"/>
  <Override PartName="/ppt/tags/tag3664.xml" ContentType="application/vnd.openxmlformats-officedocument.presentationml.tags+xml"/>
  <Override PartName="/ppt/tags/tag3665.xml" ContentType="application/vnd.openxmlformats-officedocument.presentationml.tags+xml"/>
  <Override PartName="/ppt/tags/tag3666.xml" ContentType="application/vnd.openxmlformats-officedocument.presentationml.tags+xml"/>
  <Override PartName="/ppt/tags/tag3667.xml" ContentType="application/vnd.openxmlformats-officedocument.presentationml.tags+xml"/>
  <Override PartName="/ppt/tags/tag3668.xml" ContentType="application/vnd.openxmlformats-officedocument.presentationml.tags+xml"/>
  <Override PartName="/ppt/tags/tag3669.xml" ContentType="application/vnd.openxmlformats-officedocument.presentationml.tags+xml"/>
  <Override PartName="/ppt/tags/tag3670.xml" ContentType="application/vnd.openxmlformats-officedocument.presentationml.tags+xml"/>
  <Override PartName="/ppt/tags/tag3671.xml" ContentType="application/vnd.openxmlformats-officedocument.presentationml.tags+xml"/>
  <Override PartName="/ppt/tags/tag3672.xml" ContentType="application/vnd.openxmlformats-officedocument.presentationml.tags+xml"/>
  <Override PartName="/ppt/tags/tag3673.xml" ContentType="application/vnd.openxmlformats-officedocument.presentationml.tags+xml"/>
  <Override PartName="/ppt/notesSlides/notesSlide182.xml" ContentType="application/vnd.openxmlformats-officedocument.presentationml.notesSlide+xml"/>
  <Override PartName="/ppt/comments/modernComment_211_E96E5C3A.xml" ContentType="application/vnd.ms-powerpoint.comments+xml"/>
  <Override PartName="/ppt/tags/tag3674.xml" ContentType="application/vnd.openxmlformats-officedocument.presentationml.tags+xml"/>
  <Override PartName="/ppt/tags/tag3675.xml" ContentType="application/vnd.openxmlformats-officedocument.presentationml.tags+xml"/>
  <Override PartName="/ppt/tags/tag3676.xml" ContentType="application/vnd.openxmlformats-officedocument.presentationml.tags+xml"/>
  <Override PartName="/ppt/tags/tag3677.xml" ContentType="application/vnd.openxmlformats-officedocument.presentationml.tags+xml"/>
  <Override PartName="/ppt/tags/tag3678.xml" ContentType="application/vnd.openxmlformats-officedocument.presentationml.tags+xml"/>
  <Override PartName="/ppt/tags/tag3679.xml" ContentType="application/vnd.openxmlformats-officedocument.presentationml.tags+xml"/>
  <Override PartName="/ppt/tags/tag3680.xml" ContentType="application/vnd.openxmlformats-officedocument.presentationml.tags+xml"/>
  <Override PartName="/ppt/tags/tag3681.xml" ContentType="application/vnd.openxmlformats-officedocument.presentationml.tags+xml"/>
  <Override PartName="/ppt/tags/tag3682.xml" ContentType="application/vnd.openxmlformats-officedocument.presentationml.tags+xml"/>
  <Override PartName="/ppt/tags/tag3683.xml" ContentType="application/vnd.openxmlformats-officedocument.presentationml.tags+xml"/>
  <Override PartName="/ppt/tags/tag3684.xml" ContentType="application/vnd.openxmlformats-officedocument.presentationml.tags+xml"/>
  <Override PartName="/ppt/tags/tag3685.xml" ContentType="application/vnd.openxmlformats-officedocument.presentationml.tags+xml"/>
  <Override PartName="/ppt/tags/tag3686.xml" ContentType="application/vnd.openxmlformats-officedocument.presentationml.tags+xml"/>
  <Override PartName="/ppt/tags/tag3687.xml" ContentType="application/vnd.openxmlformats-officedocument.presentationml.tags+xml"/>
  <Override PartName="/ppt/tags/tag3688.xml" ContentType="application/vnd.openxmlformats-officedocument.presentationml.tags+xml"/>
  <Override PartName="/ppt/tags/tag3689.xml" ContentType="application/vnd.openxmlformats-officedocument.presentationml.tags+xml"/>
  <Override PartName="/ppt/notesSlides/notesSlide183.xml" ContentType="application/vnd.openxmlformats-officedocument.presentationml.notesSlide+xml"/>
  <Override PartName="/ppt/comments/modernComment_212_ADA520D3.xml" ContentType="application/vnd.ms-powerpoint.comments+xml"/>
  <Override PartName="/ppt/tags/tag3690.xml" ContentType="application/vnd.openxmlformats-officedocument.presentationml.tags+xml"/>
  <Override PartName="/ppt/tags/tag3691.xml" ContentType="application/vnd.openxmlformats-officedocument.presentationml.tags+xml"/>
  <Override PartName="/ppt/tags/tag3692.xml" ContentType="application/vnd.openxmlformats-officedocument.presentationml.tags+xml"/>
  <Override PartName="/ppt/tags/tag3693.xml" ContentType="application/vnd.openxmlformats-officedocument.presentationml.tags+xml"/>
  <Override PartName="/ppt/tags/tag3694.xml" ContentType="application/vnd.openxmlformats-officedocument.presentationml.tags+xml"/>
  <Override PartName="/ppt/tags/tag3695.xml" ContentType="application/vnd.openxmlformats-officedocument.presentationml.tags+xml"/>
  <Override PartName="/ppt/tags/tag3696.xml" ContentType="application/vnd.openxmlformats-officedocument.presentationml.tags+xml"/>
  <Override PartName="/ppt/tags/tag3697.xml" ContentType="application/vnd.openxmlformats-officedocument.presentationml.tags+xml"/>
  <Override PartName="/ppt/tags/tag3698.xml" ContentType="application/vnd.openxmlformats-officedocument.presentationml.tags+xml"/>
  <Override PartName="/ppt/tags/tag3699.xml" ContentType="application/vnd.openxmlformats-officedocument.presentationml.tags+xml"/>
  <Override PartName="/ppt/tags/tag3700.xml" ContentType="application/vnd.openxmlformats-officedocument.presentationml.tags+xml"/>
  <Override PartName="/ppt/tags/tag3701.xml" ContentType="application/vnd.openxmlformats-officedocument.presentationml.tags+xml"/>
  <Override PartName="/ppt/tags/tag3702.xml" ContentType="application/vnd.openxmlformats-officedocument.presentationml.tags+xml"/>
  <Override PartName="/ppt/tags/tag3703.xml" ContentType="application/vnd.openxmlformats-officedocument.presentationml.tags+xml"/>
  <Override PartName="/ppt/tags/tag3704.xml" ContentType="application/vnd.openxmlformats-officedocument.presentationml.tags+xml"/>
  <Override PartName="/ppt/tags/tag3705.xml" ContentType="application/vnd.openxmlformats-officedocument.presentationml.tags+xml"/>
  <Override PartName="/ppt/tags/tag3706.xml" ContentType="application/vnd.openxmlformats-officedocument.presentationml.tags+xml"/>
  <Override PartName="/ppt/notesSlides/notesSlide184.xml" ContentType="application/vnd.openxmlformats-officedocument.presentationml.notesSlide+xml"/>
  <Override PartName="/ppt/comments/modernComment_213_8543605.xml" ContentType="application/vnd.ms-powerpoint.comments+xml"/>
  <Override PartName="/ppt/tags/tag3707.xml" ContentType="application/vnd.openxmlformats-officedocument.presentationml.tags+xml"/>
  <Override PartName="/ppt/tags/tag3708.xml" ContentType="application/vnd.openxmlformats-officedocument.presentationml.tags+xml"/>
  <Override PartName="/ppt/tags/tag3709.xml" ContentType="application/vnd.openxmlformats-officedocument.presentationml.tags+xml"/>
  <Override PartName="/ppt/tags/tag3710.xml" ContentType="application/vnd.openxmlformats-officedocument.presentationml.tags+xml"/>
  <Override PartName="/ppt/tags/tag3711.xml" ContentType="application/vnd.openxmlformats-officedocument.presentationml.tags+xml"/>
  <Override PartName="/ppt/tags/tag3712.xml" ContentType="application/vnd.openxmlformats-officedocument.presentationml.tags+xml"/>
  <Override PartName="/ppt/tags/tag3713.xml" ContentType="application/vnd.openxmlformats-officedocument.presentationml.tags+xml"/>
  <Override PartName="/ppt/tags/tag3714.xml" ContentType="application/vnd.openxmlformats-officedocument.presentationml.tags+xml"/>
  <Override PartName="/ppt/tags/tag3715.xml" ContentType="application/vnd.openxmlformats-officedocument.presentationml.tags+xml"/>
  <Override PartName="/ppt/tags/tag3716.xml" ContentType="application/vnd.openxmlformats-officedocument.presentationml.tags+xml"/>
  <Override PartName="/ppt/tags/tag3717.xml" ContentType="application/vnd.openxmlformats-officedocument.presentationml.tags+xml"/>
  <Override PartName="/ppt/tags/tag3718.xml" ContentType="application/vnd.openxmlformats-officedocument.presentationml.tags+xml"/>
  <Override PartName="/ppt/tags/tag3719.xml" ContentType="application/vnd.openxmlformats-officedocument.presentationml.tags+xml"/>
  <Override PartName="/ppt/tags/tag3720.xml" ContentType="application/vnd.openxmlformats-officedocument.presentationml.tags+xml"/>
  <Override PartName="/ppt/tags/tag3721.xml" ContentType="application/vnd.openxmlformats-officedocument.presentationml.tags+xml"/>
  <Override PartName="/ppt/tags/tag3722.xml" ContentType="application/vnd.openxmlformats-officedocument.presentationml.tags+xml"/>
  <Override PartName="/ppt/tags/tag3723.xml" ContentType="application/vnd.openxmlformats-officedocument.presentationml.tags+xml"/>
  <Override PartName="/ppt/notesSlides/notesSlide185.xml" ContentType="application/vnd.openxmlformats-officedocument.presentationml.notesSlide+xml"/>
  <Override PartName="/ppt/comments/modernComment_214_26C3A87A.xml" ContentType="application/vnd.ms-powerpoint.comments+xml"/>
  <Override PartName="/ppt/tags/tag3724.xml" ContentType="application/vnd.openxmlformats-officedocument.presentationml.tags+xml"/>
  <Override PartName="/ppt/tags/tag3725.xml" ContentType="application/vnd.openxmlformats-officedocument.presentationml.tags+xml"/>
  <Override PartName="/ppt/tags/tag3726.xml" ContentType="application/vnd.openxmlformats-officedocument.presentationml.tags+xml"/>
  <Override PartName="/ppt/tags/tag3727.xml" ContentType="application/vnd.openxmlformats-officedocument.presentationml.tags+xml"/>
  <Override PartName="/ppt/tags/tag3728.xml" ContentType="application/vnd.openxmlformats-officedocument.presentationml.tags+xml"/>
  <Override PartName="/ppt/tags/tag3729.xml" ContentType="application/vnd.openxmlformats-officedocument.presentationml.tags+xml"/>
  <Override PartName="/ppt/tags/tag3730.xml" ContentType="application/vnd.openxmlformats-officedocument.presentationml.tags+xml"/>
  <Override PartName="/ppt/tags/tag3731.xml" ContentType="application/vnd.openxmlformats-officedocument.presentationml.tags+xml"/>
  <Override PartName="/ppt/tags/tag3732.xml" ContentType="application/vnd.openxmlformats-officedocument.presentationml.tags+xml"/>
  <Override PartName="/ppt/tags/tag3733.xml" ContentType="application/vnd.openxmlformats-officedocument.presentationml.tags+xml"/>
  <Override PartName="/ppt/tags/tag3734.xml" ContentType="application/vnd.openxmlformats-officedocument.presentationml.tags+xml"/>
  <Override PartName="/ppt/tags/tag3735.xml" ContentType="application/vnd.openxmlformats-officedocument.presentationml.tags+xml"/>
  <Override PartName="/ppt/tags/tag3736.xml" ContentType="application/vnd.openxmlformats-officedocument.presentationml.tags+xml"/>
  <Override PartName="/ppt/tags/tag3737.xml" ContentType="application/vnd.openxmlformats-officedocument.presentationml.tags+xml"/>
  <Override PartName="/ppt/tags/tag3738.xml" ContentType="application/vnd.openxmlformats-officedocument.presentationml.tags+xml"/>
  <Override PartName="/ppt/tags/tag3739.xml" ContentType="application/vnd.openxmlformats-officedocument.presentationml.tags+xml"/>
  <Override PartName="/ppt/tags/tag3740.xml" ContentType="application/vnd.openxmlformats-officedocument.presentationml.tags+xml"/>
  <Override PartName="/ppt/tags/tag3741.xml" ContentType="application/vnd.openxmlformats-officedocument.presentationml.tags+xml"/>
  <Override PartName="/ppt/notesSlides/notesSlide186.xml" ContentType="application/vnd.openxmlformats-officedocument.presentationml.notesSlide+xml"/>
  <Override PartName="/ppt/comments/modernComment_215_58DEFEB8.xml" ContentType="application/vnd.ms-powerpoint.comments+xml"/>
  <Override PartName="/ppt/tags/tag3742.xml" ContentType="application/vnd.openxmlformats-officedocument.presentationml.tags+xml"/>
  <Override PartName="/ppt/tags/tag3743.xml" ContentType="application/vnd.openxmlformats-officedocument.presentationml.tags+xml"/>
  <Override PartName="/ppt/tags/tag3744.xml" ContentType="application/vnd.openxmlformats-officedocument.presentationml.tags+xml"/>
  <Override PartName="/ppt/tags/tag3745.xml" ContentType="application/vnd.openxmlformats-officedocument.presentationml.tags+xml"/>
  <Override PartName="/ppt/tags/tag3746.xml" ContentType="application/vnd.openxmlformats-officedocument.presentationml.tags+xml"/>
  <Override PartName="/ppt/tags/tag3747.xml" ContentType="application/vnd.openxmlformats-officedocument.presentationml.tags+xml"/>
  <Override PartName="/ppt/tags/tag3748.xml" ContentType="application/vnd.openxmlformats-officedocument.presentationml.tags+xml"/>
  <Override PartName="/ppt/tags/tag3749.xml" ContentType="application/vnd.openxmlformats-officedocument.presentationml.tags+xml"/>
  <Override PartName="/ppt/tags/tag3750.xml" ContentType="application/vnd.openxmlformats-officedocument.presentationml.tags+xml"/>
  <Override PartName="/ppt/tags/tag3751.xml" ContentType="application/vnd.openxmlformats-officedocument.presentationml.tags+xml"/>
  <Override PartName="/ppt/tags/tag3752.xml" ContentType="application/vnd.openxmlformats-officedocument.presentationml.tags+xml"/>
  <Override PartName="/ppt/tags/tag3753.xml" ContentType="application/vnd.openxmlformats-officedocument.presentationml.tags+xml"/>
  <Override PartName="/ppt/tags/tag3754.xml" ContentType="application/vnd.openxmlformats-officedocument.presentationml.tags+xml"/>
  <Override PartName="/ppt/tags/tag3755.xml" ContentType="application/vnd.openxmlformats-officedocument.presentationml.tags+xml"/>
  <Override PartName="/ppt/tags/tag3756.xml" ContentType="application/vnd.openxmlformats-officedocument.presentationml.tags+xml"/>
  <Override PartName="/ppt/tags/tag3757.xml" ContentType="application/vnd.openxmlformats-officedocument.presentationml.tags+xml"/>
  <Override PartName="/ppt/tags/tag3758.xml" ContentType="application/vnd.openxmlformats-officedocument.presentationml.tags+xml"/>
  <Override PartName="/ppt/tags/tag3759.xml" ContentType="application/vnd.openxmlformats-officedocument.presentationml.tags+xml"/>
  <Override PartName="/ppt/notesSlides/notesSlide187.xml" ContentType="application/vnd.openxmlformats-officedocument.presentationml.notesSlide+xml"/>
  <Override PartName="/ppt/comments/modernComment_216_EEFE89B7.xml" ContentType="application/vnd.ms-powerpoint.comments+xml"/>
  <Override PartName="/ppt/tags/tag3760.xml" ContentType="application/vnd.openxmlformats-officedocument.presentationml.tags+xml"/>
  <Override PartName="/ppt/tags/tag3761.xml" ContentType="application/vnd.openxmlformats-officedocument.presentationml.tags+xml"/>
  <Override PartName="/ppt/tags/tag3762.xml" ContentType="application/vnd.openxmlformats-officedocument.presentationml.tags+xml"/>
  <Override PartName="/ppt/tags/tag3763.xml" ContentType="application/vnd.openxmlformats-officedocument.presentationml.tags+xml"/>
  <Override PartName="/ppt/tags/tag3764.xml" ContentType="application/vnd.openxmlformats-officedocument.presentationml.tags+xml"/>
  <Override PartName="/ppt/tags/tag3765.xml" ContentType="application/vnd.openxmlformats-officedocument.presentationml.tags+xml"/>
  <Override PartName="/ppt/tags/tag3766.xml" ContentType="application/vnd.openxmlformats-officedocument.presentationml.tags+xml"/>
  <Override PartName="/ppt/tags/tag3767.xml" ContentType="application/vnd.openxmlformats-officedocument.presentationml.tags+xml"/>
  <Override PartName="/ppt/tags/tag3768.xml" ContentType="application/vnd.openxmlformats-officedocument.presentationml.tags+xml"/>
  <Override PartName="/ppt/tags/tag3769.xml" ContentType="application/vnd.openxmlformats-officedocument.presentationml.tags+xml"/>
  <Override PartName="/ppt/tags/tag3770.xml" ContentType="application/vnd.openxmlformats-officedocument.presentationml.tags+xml"/>
  <Override PartName="/ppt/tags/tag3771.xml" ContentType="application/vnd.openxmlformats-officedocument.presentationml.tags+xml"/>
  <Override PartName="/ppt/tags/tag3772.xml" ContentType="application/vnd.openxmlformats-officedocument.presentationml.tags+xml"/>
  <Override PartName="/ppt/tags/tag3773.xml" ContentType="application/vnd.openxmlformats-officedocument.presentationml.tags+xml"/>
  <Override PartName="/ppt/tags/tag3774.xml" ContentType="application/vnd.openxmlformats-officedocument.presentationml.tags+xml"/>
  <Override PartName="/ppt/tags/tag3775.xml" ContentType="application/vnd.openxmlformats-officedocument.presentationml.tags+xml"/>
  <Override PartName="/ppt/tags/tag3776.xml" ContentType="application/vnd.openxmlformats-officedocument.presentationml.tags+xml"/>
  <Override PartName="/ppt/tags/tag3777.xml" ContentType="application/vnd.openxmlformats-officedocument.presentationml.tags+xml"/>
  <Override PartName="/ppt/tags/tag3778.xml" ContentType="application/vnd.openxmlformats-officedocument.presentationml.tags+xml"/>
  <Override PartName="/ppt/notesSlides/notesSlide188.xml" ContentType="application/vnd.openxmlformats-officedocument.presentationml.notesSlide+xml"/>
  <Override PartName="/ppt/comments/modernComment_217_EBFE03F9.xml" ContentType="application/vnd.ms-powerpoint.comments+xml"/>
  <Override PartName="/ppt/tags/tag3779.xml" ContentType="application/vnd.openxmlformats-officedocument.presentationml.tags+xml"/>
  <Override PartName="/ppt/tags/tag3780.xml" ContentType="application/vnd.openxmlformats-officedocument.presentationml.tags+xml"/>
  <Override PartName="/ppt/tags/tag3781.xml" ContentType="application/vnd.openxmlformats-officedocument.presentationml.tags+xml"/>
  <Override PartName="/ppt/tags/tag3782.xml" ContentType="application/vnd.openxmlformats-officedocument.presentationml.tags+xml"/>
  <Override PartName="/ppt/tags/tag3783.xml" ContentType="application/vnd.openxmlformats-officedocument.presentationml.tags+xml"/>
  <Override PartName="/ppt/tags/tag3784.xml" ContentType="application/vnd.openxmlformats-officedocument.presentationml.tags+xml"/>
  <Override PartName="/ppt/tags/tag3785.xml" ContentType="application/vnd.openxmlformats-officedocument.presentationml.tags+xml"/>
  <Override PartName="/ppt/tags/tag3786.xml" ContentType="application/vnd.openxmlformats-officedocument.presentationml.tags+xml"/>
  <Override PartName="/ppt/tags/tag3787.xml" ContentType="application/vnd.openxmlformats-officedocument.presentationml.tags+xml"/>
  <Override PartName="/ppt/tags/tag3788.xml" ContentType="application/vnd.openxmlformats-officedocument.presentationml.tags+xml"/>
  <Override PartName="/ppt/tags/tag3789.xml" ContentType="application/vnd.openxmlformats-officedocument.presentationml.tags+xml"/>
  <Override PartName="/ppt/tags/tag3790.xml" ContentType="application/vnd.openxmlformats-officedocument.presentationml.tags+xml"/>
  <Override PartName="/ppt/tags/tag3791.xml" ContentType="application/vnd.openxmlformats-officedocument.presentationml.tags+xml"/>
  <Override PartName="/ppt/tags/tag3792.xml" ContentType="application/vnd.openxmlformats-officedocument.presentationml.tags+xml"/>
  <Override PartName="/ppt/tags/tag3793.xml" ContentType="application/vnd.openxmlformats-officedocument.presentationml.tags+xml"/>
  <Override PartName="/ppt/tags/tag3794.xml" ContentType="application/vnd.openxmlformats-officedocument.presentationml.tags+xml"/>
  <Override PartName="/ppt/tags/tag3795.xml" ContentType="application/vnd.openxmlformats-officedocument.presentationml.tags+xml"/>
  <Override PartName="/ppt/tags/tag3796.xml" ContentType="application/vnd.openxmlformats-officedocument.presentationml.tags+xml"/>
  <Override PartName="/ppt/tags/tag3797.xml" ContentType="application/vnd.openxmlformats-officedocument.presentationml.tags+xml"/>
  <Override PartName="/ppt/tags/tag3798.xml" ContentType="application/vnd.openxmlformats-officedocument.presentationml.tags+xml"/>
  <Override PartName="/ppt/notesSlides/notesSlide189.xml" ContentType="application/vnd.openxmlformats-officedocument.presentationml.notesSlide+xml"/>
  <Override PartName="/ppt/comments/modernComment_218_5E381A00.xml" ContentType="application/vnd.ms-powerpoint.comments+xml"/>
  <Override PartName="/ppt/tags/tag3799.xml" ContentType="application/vnd.openxmlformats-officedocument.presentationml.tags+xml"/>
  <Override PartName="/ppt/tags/tag3800.xml" ContentType="application/vnd.openxmlformats-officedocument.presentationml.tags+xml"/>
  <Override PartName="/ppt/tags/tag3801.xml" ContentType="application/vnd.openxmlformats-officedocument.presentationml.tags+xml"/>
  <Override PartName="/ppt/tags/tag3802.xml" ContentType="application/vnd.openxmlformats-officedocument.presentationml.tags+xml"/>
  <Override PartName="/ppt/tags/tag3803.xml" ContentType="application/vnd.openxmlformats-officedocument.presentationml.tags+xml"/>
  <Override PartName="/ppt/tags/tag3804.xml" ContentType="application/vnd.openxmlformats-officedocument.presentationml.tags+xml"/>
  <Override PartName="/ppt/tags/tag3805.xml" ContentType="application/vnd.openxmlformats-officedocument.presentationml.tags+xml"/>
  <Override PartName="/ppt/tags/tag3806.xml" ContentType="application/vnd.openxmlformats-officedocument.presentationml.tags+xml"/>
  <Override PartName="/ppt/tags/tag3807.xml" ContentType="application/vnd.openxmlformats-officedocument.presentationml.tags+xml"/>
  <Override PartName="/ppt/tags/tag3808.xml" ContentType="application/vnd.openxmlformats-officedocument.presentationml.tags+xml"/>
  <Override PartName="/ppt/tags/tag3809.xml" ContentType="application/vnd.openxmlformats-officedocument.presentationml.tags+xml"/>
  <Override PartName="/ppt/tags/tag3810.xml" ContentType="application/vnd.openxmlformats-officedocument.presentationml.tags+xml"/>
  <Override PartName="/ppt/tags/tag3811.xml" ContentType="application/vnd.openxmlformats-officedocument.presentationml.tags+xml"/>
  <Override PartName="/ppt/tags/tag3812.xml" ContentType="application/vnd.openxmlformats-officedocument.presentationml.tags+xml"/>
  <Override PartName="/ppt/tags/tag3813.xml" ContentType="application/vnd.openxmlformats-officedocument.presentationml.tags+xml"/>
  <Override PartName="/ppt/tags/tag3814.xml" ContentType="application/vnd.openxmlformats-officedocument.presentationml.tags+xml"/>
  <Override PartName="/ppt/tags/tag3815.xml" ContentType="application/vnd.openxmlformats-officedocument.presentationml.tags+xml"/>
  <Override PartName="/ppt/tags/tag3816.xml" ContentType="application/vnd.openxmlformats-officedocument.presentationml.tags+xml"/>
  <Override PartName="/ppt/tags/tag3817.xml" ContentType="application/vnd.openxmlformats-officedocument.presentationml.tags+xml"/>
  <Override PartName="/ppt/tags/tag3818.xml" ContentType="application/vnd.openxmlformats-officedocument.presentationml.tags+xml"/>
  <Override PartName="/ppt/notesSlides/notesSlide190.xml" ContentType="application/vnd.openxmlformats-officedocument.presentationml.notesSlide+xml"/>
  <Override PartName="/ppt/comments/modernComment_219_3AE9EA26.xml" ContentType="application/vnd.ms-powerpoint.comments+xml"/>
  <Override PartName="/ppt/tags/tag3819.xml" ContentType="application/vnd.openxmlformats-officedocument.presentationml.tags+xml"/>
  <Override PartName="/ppt/tags/tag3820.xml" ContentType="application/vnd.openxmlformats-officedocument.presentationml.tags+xml"/>
  <Override PartName="/ppt/tags/tag3821.xml" ContentType="application/vnd.openxmlformats-officedocument.presentationml.tags+xml"/>
  <Override PartName="/ppt/tags/tag3822.xml" ContentType="application/vnd.openxmlformats-officedocument.presentationml.tags+xml"/>
  <Override PartName="/ppt/tags/tag3823.xml" ContentType="application/vnd.openxmlformats-officedocument.presentationml.tags+xml"/>
  <Override PartName="/ppt/tags/tag3824.xml" ContentType="application/vnd.openxmlformats-officedocument.presentationml.tags+xml"/>
  <Override PartName="/ppt/tags/tag3825.xml" ContentType="application/vnd.openxmlformats-officedocument.presentationml.tags+xml"/>
  <Override PartName="/ppt/tags/tag3826.xml" ContentType="application/vnd.openxmlformats-officedocument.presentationml.tags+xml"/>
  <Override PartName="/ppt/tags/tag3827.xml" ContentType="application/vnd.openxmlformats-officedocument.presentationml.tags+xml"/>
  <Override PartName="/ppt/tags/tag3828.xml" ContentType="application/vnd.openxmlformats-officedocument.presentationml.tags+xml"/>
  <Override PartName="/ppt/tags/tag3829.xml" ContentType="application/vnd.openxmlformats-officedocument.presentationml.tags+xml"/>
  <Override PartName="/ppt/tags/tag3830.xml" ContentType="application/vnd.openxmlformats-officedocument.presentationml.tags+xml"/>
  <Override PartName="/ppt/tags/tag3831.xml" ContentType="application/vnd.openxmlformats-officedocument.presentationml.tags+xml"/>
  <Override PartName="/ppt/tags/tag3832.xml" ContentType="application/vnd.openxmlformats-officedocument.presentationml.tags+xml"/>
  <Override PartName="/ppt/tags/tag3833.xml" ContentType="application/vnd.openxmlformats-officedocument.presentationml.tags+xml"/>
  <Override PartName="/ppt/tags/tag3834.xml" ContentType="application/vnd.openxmlformats-officedocument.presentationml.tags+xml"/>
  <Override PartName="/ppt/tags/tag3835.xml" ContentType="application/vnd.openxmlformats-officedocument.presentationml.tags+xml"/>
  <Override PartName="/ppt/tags/tag3836.xml" ContentType="application/vnd.openxmlformats-officedocument.presentationml.tags+xml"/>
  <Override PartName="/ppt/tags/tag3837.xml" ContentType="application/vnd.openxmlformats-officedocument.presentationml.tags+xml"/>
  <Override PartName="/ppt/tags/tag3838.xml" ContentType="application/vnd.openxmlformats-officedocument.presentationml.tags+xml"/>
  <Override PartName="/ppt/tags/tag3839.xml" ContentType="application/vnd.openxmlformats-officedocument.presentationml.tags+xml"/>
  <Override PartName="/ppt/notesSlides/notesSlide191.xml" ContentType="application/vnd.openxmlformats-officedocument.presentationml.notesSlide+xml"/>
  <Override PartName="/ppt/comments/modernComment_21A_F99A81A8.xml" ContentType="application/vnd.ms-powerpoint.comments+xml"/>
  <Override PartName="/ppt/tags/tag3840.xml" ContentType="application/vnd.openxmlformats-officedocument.presentationml.tags+xml"/>
  <Override PartName="/ppt/tags/tag3841.xml" ContentType="application/vnd.openxmlformats-officedocument.presentationml.tags+xml"/>
  <Override PartName="/ppt/tags/tag3842.xml" ContentType="application/vnd.openxmlformats-officedocument.presentationml.tags+xml"/>
  <Override PartName="/ppt/tags/tag3843.xml" ContentType="application/vnd.openxmlformats-officedocument.presentationml.tags+xml"/>
  <Override PartName="/ppt/tags/tag3844.xml" ContentType="application/vnd.openxmlformats-officedocument.presentationml.tags+xml"/>
  <Override PartName="/ppt/tags/tag3845.xml" ContentType="application/vnd.openxmlformats-officedocument.presentationml.tags+xml"/>
  <Override PartName="/ppt/tags/tag3846.xml" ContentType="application/vnd.openxmlformats-officedocument.presentationml.tags+xml"/>
  <Override PartName="/ppt/tags/tag3847.xml" ContentType="application/vnd.openxmlformats-officedocument.presentationml.tags+xml"/>
  <Override PartName="/ppt/tags/tag3848.xml" ContentType="application/vnd.openxmlformats-officedocument.presentationml.tags+xml"/>
  <Override PartName="/ppt/tags/tag3849.xml" ContentType="application/vnd.openxmlformats-officedocument.presentationml.tags+xml"/>
  <Override PartName="/ppt/tags/tag3850.xml" ContentType="application/vnd.openxmlformats-officedocument.presentationml.tags+xml"/>
  <Override PartName="/ppt/tags/tag3851.xml" ContentType="application/vnd.openxmlformats-officedocument.presentationml.tags+xml"/>
  <Override PartName="/ppt/tags/tag3852.xml" ContentType="application/vnd.openxmlformats-officedocument.presentationml.tags+xml"/>
  <Override PartName="/ppt/tags/tag3853.xml" ContentType="application/vnd.openxmlformats-officedocument.presentationml.tags+xml"/>
  <Override PartName="/ppt/tags/tag3854.xml" ContentType="application/vnd.openxmlformats-officedocument.presentationml.tags+xml"/>
  <Override PartName="/ppt/tags/tag3855.xml" ContentType="application/vnd.openxmlformats-officedocument.presentationml.tags+xml"/>
  <Override PartName="/ppt/tags/tag3856.xml" ContentType="application/vnd.openxmlformats-officedocument.presentationml.tags+xml"/>
  <Override PartName="/ppt/tags/tag3857.xml" ContentType="application/vnd.openxmlformats-officedocument.presentationml.tags+xml"/>
  <Override PartName="/ppt/tags/tag3858.xml" ContentType="application/vnd.openxmlformats-officedocument.presentationml.tags+xml"/>
  <Override PartName="/ppt/tags/tag3859.xml" ContentType="application/vnd.openxmlformats-officedocument.presentationml.tags+xml"/>
  <Override PartName="/ppt/tags/tag3860.xml" ContentType="application/vnd.openxmlformats-officedocument.presentationml.tags+xml"/>
  <Override PartName="/ppt/notesSlides/notesSlide192.xml" ContentType="application/vnd.openxmlformats-officedocument.presentationml.notesSlide+xml"/>
  <Override PartName="/ppt/comments/modernComment_21B_2C1FF9C4.xml" ContentType="application/vnd.ms-powerpoint.comments+xml"/>
  <Override PartName="/ppt/tags/tag3861.xml" ContentType="application/vnd.openxmlformats-officedocument.presentationml.tags+xml"/>
  <Override PartName="/ppt/tags/tag3862.xml" ContentType="application/vnd.openxmlformats-officedocument.presentationml.tags+xml"/>
  <Override PartName="/ppt/tags/tag3863.xml" ContentType="application/vnd.openxmlformats-officedocument.presentationml.tags+xml"/>
  <Override PartName="/ppt/tags/tag3864.xml" ContentType="application/vnd.openxmlformats-officedocument.presentationml.tags+xml"/>
  <Override PartName="/ppt/tags/tag3865.xml" ContentType="application/vnd.openxmlformats-officedocument.presentationml.tags+xml"/>
  <Override PartName="/ppt/tags/tag3866.xml" ContentType="application/vnd.openxmlformats-officedocument.presentationml.tags+xml"/>
  <Override PartName="/ppt/tags/tag3867.xml" ContentType="application/vnd.openxmlformats-officedocument.presentationml.tags+xml"/>
  <Override PartName="/ppt/tags/tag3868.xml" ContentType="application/vnd.openxmlformats-officedocument.presentationml.tags+xml"/>
  <Override PartName="/ppt/tags/tag3869.xml" ContentType="application/vnd.openxmlformats-officedocument.presentationml.tags+xml"/>
  <Override PartName="/ppt/tags/tag3870.xml" ContentType="application/vnd.openxmlformats-officedocument.presentationml.tags+xml"/>
  <Override PartName="/ppt/tags/tag3871.xml" ContentType="application/vnd.openxmlformats-officedocument.presentationml.tags+xml"/>
  <Override PartName="/ppt/tags/tag3872.xml" ContentType="application/vnd.openxmlformats-officedocument.presentationml.tags+xml"/>
  <Override PartName="/ppt/tags/tag3873.xml" ContentType="application/vnd.openxmlformats-officedocument.presentationml.tags+xml"/>
  <Override PartName="/ppt/tags/tag3874.xml" ContentType="application/vnd.openxmlformats-officedocument.presentationml.tags+xml"/>
  <Override PartName="/ppt/tags/tag3875.xml" ContentType="application/vnd.openxmlformats-officedocument.presentationml.tags+xml"/>
  <Override PartName="/ppt/tags/tag3876.xml" ContentType="application/vnd.openxmlformats-officedocument.presentationml.tags+xml"/>
  <Override PartName="/ppt/tags/tag3877.xml" ContentType="application/vnd.openxmlformats-officedocument.presentationml.tags+xml"/>
  <Override PartName="/ppt/tags/tag3878.xml" ContentType="application/vnd.openxmlformats-officedocument.presentationml.tags+xml"/>
  <Override PartName="/ppt/tags/tag3879.xml" ContentType="application/vnd.openxmlformats-officedocument.presentationml.tags+xml"/>
  <Override PartName="/ppt/tags/tag3880.xml" ContentType="application/vnd.openxmlformats-officedocument.presentationml.tags+xml"/>
  <Override PartName="/ppt/tags/tag3881.xml" ContentType="application/vnd.openxmlformats-officedocument.presentationml.tags+xml"/>
  <Override PartName="/ppt/tags/tag3882.xml" ContentType="application/vnd.openxmlformats-officedocument.presentationml.tags+xml"/>
  <Override PartName="/ppt/notesSlides/notesSlide193.xml" ContentType="application/vnd.openxmlformats-officedocument.presentationml.notesSlide+xml"/>
  <Override PartName="/ppt/comments/modernComment_21C_8D04D54E.xml" ContentType="application/vnd.ms-powerpoint.comments+xml"/>
  <Override PartName="/ppt/tags/tag3883.xml" ContentType="application/vnd.openxmlformats-officedocument.presentationml.tags+xml"/>
  <Override PartName="/ppt/tags/tag3884.xml" ContentType="application/vnd.openxmlformats-officedocument.presentationml.tags+xml"/>
  <Override PartName="/ppt/tags/tag3885.xml" ContentType="application/vnd.openxmlformats-officedocument.presentationml.tags+xml"/>
  <Override PartName="/ppt/tags/tag3886.xml" ContentType="application/vnd.openxmlformats-officedocument.presentationml.tags+xml"/>
  <Override PartName="/ppt/tags/tag3887.xml" ContentType="application/vnd.openxmlformats-officedocument.presentationml.tags+xml"/>
  <Override PartName="/ppt/tags/tag3888.xml" ContentType="application/vnd.openxmlformats-officedocument.presentationml.tags+xml"/>
  <Override PartName="/ppt/tags/tag3889.xml" ContentType="application/vnd.openxmlformats-officedocument.presentationml.tags+xml"/>
  <Override PartName="/ppt/tags/tag3890.xml" ContentType="application/vnd.openxmlformats-officedocument.presentationml.tags+xml"/>
  <Override PartName="/ppt/tags/tag3891.xml" ContentType="application/vnd.openxmlformats-officedocument.presentationml.tags+xml"/>
  <Override PartName="/ppt/tags/tag3892.xml" ContentType="application/vnd.openxmlformats-officedocument.presentationml.tags+xml"/>
  <Override PartName="/ppt/tags/tag3893.xml" ContentType="application/vnd.openxmlformats-officedocument.presentationml.tags+xml"/>
  <Override PartName="/ppt/tags/tag3894.xml" ContentType="application/vnd.openxmlformats-officedocument.presentationml.tags+xml"/>
  <Override PartName="/ppt/tags/tag3895.xml" ContentType="application/vnd.openxmlformats-officedocument.presentationml.tags+xml"/>
  <Override PartName="/ppt/tags/tag3896.xml" ContentType="application/vnd.openxmlformats-officedocument.presentationml.tags+xml"/>
  <Override PartName="/ppt/tags/tag3897.xml" ContentType="application/vnd.openxmlformats-officedocument.presentationml.tags+xml"/>
  <Override PartName="/ppt/tags/tag3898.xml" ContentType="application/vnd.openxmlformats-officedocument.presentationml.tags+xml"/>
  <Override PartName="/ppt/tags/tag3899.xml" ContentType="application/vnd.openxmlformats-officedocument.presentationml.tags+xml"/>
  <Override PartName="/ppt/tags/tag3900.xml" ContentType="application/vnd.openxmlformats-officedocument.presentationml.tags+xml"/>
  <Override PartName="/ppt/tags/tag3901.xml" ContentType="application/vnd.openxmlformats-officedocument.presentationml.tags+xml"/>
  <Override PartName="/ppt/tags/tag3902.xml" ContentType="application/vnd.openxmlformats-officedocument.presentationml.tags+xml"/>
  <Override PartName="/ppt/tags/tag3903.xml" ContentType="application/vnd.openxmlformats-officedocument.presentationml.tags+xml"/>
  <Override PartName="/ppt/tags/tag3904.xml" ContentType="application/vnd.openxmlformats-officedocument.presentationml.tags+xml"/>
  <Override PartName="/ppt/tags/tag3905.xml" ContentType="application/vnd.openxmlformats-officedocument.presentationml.tags+xml"/>
  <Override PartName="/ppt/notesSlides/notesSlide194.xml" ContentType="application/vnd.openxmlformats-officedocument.presentationml.notesSlide+xml"/>
  <Override PartName="/ppt/comments/modernComment_21D_EA32A4C7.xml" ContentType="application/vnd.ms-powerpoint.comments+xml"/>
  <Override PartName="/ppt/tags/tag3906.xml" ContentType="application/vnd.openxmlformats-officedocument.presentationml.tags+xml"/>
  <Override PartName="/ppt/tags/tag3907.xml" ContentType="application/vnd.openxmlformats-officedocument.presentationml.tags+xml"/>
  <Override PartName="/ppt/tags/tag3908.xml" ContentType="application/vnd.openxmlformats-officedocument.presentationml.tags+xml"/>
  <Override PartName="/ppt/tags/tag3909.xml" ContentType="application/vnd.openxmlformats-officedocument.presentationml.tags+xml"/>
  <Override PartName="/ppt/tags/tag3910.xml" ContentType="application/vnd.openxmlformats-officedocument.presentationml.tags+xml"/>
  <Override PartName="/ppt/tags/tag3911.xml" ContentType="application/vnd.openxmlformats-officedocument.presentationml.tags+xml"/>
  <Override PartName="/ppt/tags/tag3912.xml" ContentType="application/vnd.openxmlformats-officedocument.presentationml.tags+xml"/>
  <Override PartName="/ppt/tags/tag3913.xml" ContentType="application/vnd.openxmlformats-officedocument.presentationml.tags+xml"/>
  <Override PartName="/ppt/tags/tag3914.xml" ContentType="application/vnd.openxmlformats-officedocument.presentationml.tags+xml"/>
  <Override PartName="/ppt/tags/tag3915.xml" ContentType="application/vnd.openxmlformats-officedocument.presentationml.tags+xml"/>
  <Override PartName="/ppt/tags/tag3916.xml" ContentType="application/vnd.openxmlformats-officedocument.presentationml.tags+xml"/>
  <Override PartName="/ppt/tags/tag3917.xml" ContentType="application/vnd.openxmlformats-officedocument.presentationml.tags+xml"/>
  <Override PartName="/ppt/tags/tag3918.xml" ContentType="application/vnd.openxmlformats-officedocument.presentationml.tags+xml"/>
  <Override PartName="/ppt/tags/tag3919.xml" ContentType="application/vnd.openxmlformats-officedocument.presentationml.tags+xml"/>
  <Override PartName="/ppt/tags/tag3920.xml" ContentType="application/vnd.openxmlformats-officedocument.presentationml.tags+xml"/>
  <Override PartName="/ppt/tags/tag3921.xml" ContentType="application/vnd.openxmlformats-officedocument.presentationml.tags+xml"/>
  <Override PartName="/ppt/tags/tag3922.xml" ContentType="application/vnd.openxmlformats-officedocument.presentationml.tags+xml"/>
  <Override PartName="/ppt/tags/tag3923.xml" ContentType="application/vnd.openxmlformats-officedocument.presentationml.tags+xml"/>
  <Override PartName="/ppt/tags/tag3924.xml" ContentType="application/vnd.openxmlformats-officedocument.presentationml.tags+xml"/>
  <Override PartName="/ppt/tags/tag3925.xml" ContentType="application/vnd.openxmlformats-officedocument.presentationml.tags+xml"/>
  <Override PartName="/ppt/tags/tag3926.xml" ContentType="application/vnd.openxmlformats-officedocument.presentationml.tags+xml"/>
  <Override PartName="/ppt/tags/tag3927.xml" ContentType="application/vnd.openxmlformats-officedocument.presentationml.tags+xml"/>
  <Override PartName="/ppt/tags/tag3928.xml" ContentType="application/vnd.openxmlformats-officedocument.presentationml.tags+xml"/>
  <Override PartName="/ppt/tags/tag3929.xml" ContentType="application/vnd.openxmlformats-officedocument.presentationml.tags+xml"/>
  <Override PartName="/ppt/notesSlides/notesSlide195.xml" ContentType="application/vnd.openxmlformats-officedocument.presentationml.notesSlide+xml"/>
  <Override PartName="/ppt/comments/modernComment_21E_A7C59446.xml" ContentType="application/vnd.ms-powerpoint.comments+xml"/>
  <Override PartName="/ppt/tags/tag3930.xml" ContentType="application/vnd.openxmlformats-officedocument.presentationml.tags+xml"/>
  <Override PartName="/ppt/tags/tag3931.xml" ContentType="application/vnd.openxmlformats-officedocument.presentationml.tags+xml"/>
  <Override PartName="/ppt/tags/tag3932.xml" ContentType="application/vnd.openxmlformats-officedocument.presentationml.tags+xml"/>
  <Override PartName="/ppt/tags/tag3933.xml" ContentType="application/vnd.openxmlformats-officedocument.presentationml.tags+xml"/>
  <Override PartName="/ppt/tags/tag3934.xml" ContentType="application/vnd.openxmlformats-officedocument.presentationml.tags+xml"/>
  <Override PartName="/ppt/tags/tag3935.xml" ContentType="application/vnd.openxmlformats-officedocument.presentationml.tags+xml"/>
  <Override PartName="/ppt/tags/tag3936.xml" ContentType="application/vnd.openxmlformats-officedocument.presentationml.tags+xml"/>
  <Override PartName="/ppt/tags/tag3937.xml" ContentType="application/vnd.openxmlformats-officedocument.presentationml.tags+xml"/>
  <Override PartName="/ppt/tags/tag3938.xml" ContentType="application/vnd.openxmlformats-officedocument.presentationml.tags+xml"/>
  <Override PartName="/ppt/tags/tag3939.xml" ContentType="application/vnd.openxmlformats-officedocument.presentationml.tags+xml"/>
  <Override PartName="/ppt/tags/tag3940.xml" ContentType="application/vnd.openxmlformats-officedocument.presentationml.tags+xml"/>
  <Override PartName="/ppt/tags/tag3941.xml" ContentType="application/vnd.openxmlformats-officedocument.presentationml.tags+xml"/>
  <Override PartName="/ppt/tags/tag3942.xml" ContentType="application/vnd.openxmlformats-officedocument.presentationml.tags+xml"/>
  <Override PartName="/ppt/tags/tag3943.xml" ContentType="application/vnd.openxmlformats-officedocument.presentationml.tags+xml"/>
  <Override PartName="/ppt/tags/tag3944.xml" ContentType="application/vnd.openxmlformats-officedocument.presentationml.tags+xml"/>
  <Override PartName="/ppt/tags/tag3945.xml" ContentType="application/vnd.openxmlformats-officedocument.presentationml.tags+xml"/>
  <Override PartName="/ppt/tags/tag3946.xml" ContentType="application/vnd.openxmlformats-officedocument.presentationml.tags+xml"/>
  <Override PartName="/ppt/tags/tag3947.xml" ContentType="application/vnd.openxmlformats-officedocument.presentationml.tags+xml"/>
  <Override PartName="/ppt/tags/tag3948.xml" ContentType="application/vnd.openxmlformats-officedocument.presentationml.tags+xml"/>
  <Override PartName="/ppt/tags/tag3949.xml" ContentType="application/vnd.openxmlformats-officedocument.presentationml.tags+xml"/>
  <Override PartName="/ppt/tags/tag3950.xml" ContentType="application/vnd.openxmlformats-officedocument.presentationml.tags+xml"/>
  <Override PartName="/ppt/tags/tag3951.xml" ContentType="application/vnd.openxmlformats-officedocument.presentationml.tags+xml"/>
  <Override PartName="/ppt/tags/tag3952.xml" ContentType="application/vnd.openxmlformats-officedocument.presentationml.tags+xml"/>
  <Override PartName="/ppt/tags/tag3953.xml" ContentType="application/vnd.openxmlformats-officedocument.presentationml.tags+xml"/>
  <Override PartName="/ppt/tags/tag3954.xml" ContentType="application/vnd.openxmlformats-officedocument.presentationml.tags+xml"/>
  <Override PartName="/ppt/notesSlides/notesSlide196.xml" ContentType="application/vnd.openxmlformats-officedocument.presentationml.notesSlide+xml"/>
  <Override PartName="/ppt/comments/modernComment_21F_DF19CE31.xml" ContentType="application/vnd.ms-powerpoint.comments+xml"/>
  <Override PartName="/ppt/tags/tag3955.xml" ContentType="application/vnd.openxmlformats-officedocument.presentationml.tags+xml"/>
  <Override PartName="/ppt/notesSlides/notesSlide197.xml" ContentType="application/vnd.openxmlformats-officedocument.presentationml.notesSlide+xml"/>
  <Override PartName="/ppt/comments/modernComment_128_9C5C8F7A.xml" ContentType="application/vnd.ms-powerpoint.comments+xml"/>
  <Override PartName="/ppt/tags/tag3956.xml" ContentType="application/vnd.openxmlformats-officedocument.presentationml.tags+xml"/>
  <Override PartName="/ppt/tags/tag3957.xml" ContentType="application/vnd.openxmlformats-officedocument.presentationml.tags+xml"/>
  <Override PartName="/ppt/tags/tag3958.xml" ContentType="application/vnd.openxmlformats-officedocument.presentationml.tags+xml"/>
  <Override PartName="/ppt/tags/tag3959.xml" ContentType="application/vnd.openxmlformats-officedocument.presentationml.tags+xml"/>
  <Override PartName="/ppt/tags/tag3960.xml" ContentType="application/vnd.openxmlformats-officedocument.presentationml.tags+xml"/>
  <Override PartName="/ppt/tags/tag3961.xml" ContentType="application/vnd.openxmlformats-officedocument.presentationml.tags+xml"/>
  <Override PartName="/ppt/tags/tag3962.xml" ContentType="application/vnd.openxmlformats-officedocument.presentationml.tags+xml"/>
  <Override PartName="/ppt/tags/tag3963.xml" ContentType="application/vnd.openxmlformats-officedocument.presentationml.tags+xml"/>
  <Override PartName="/ppt/tags/tag3964.xml" ContentType="application/vnd.openxmlformats-officedocument.presentationml.tags+xml"/>
  <Override PartName="/ppt/tags/tag3965.xml" ContentType="application/vnd.openxmlformats-officedocument.presentationml.tags+xml"/>
  <Override PartName="/ppt/tags/tag3966.xml" ContentType="application/vnd.openxmlformats-officedocument.presentationml.tags+xml"/>
  <Override PartName="/ppt/tags/tag3967.xml" ContentType="application/vnd.openxmlformats-officedocument.presentationml.tags+xml"/>
  <Override PartName="/ppt/tags/tag3968.xml" ContentType="application/vnd.openxmlformats-officedocument.presentationml.tags+xml"/>
  <Override PartName="/ppt/tags/tag3969.xml" ContentType="application/vnd.openxmlformats-officedocument.presentationml.tags+xml"/>
  <Override PartName="/ppt/tags/tag3970.xml" ContentType="application/vnd.openxmlformats-officedocument.presentationml.tags+xml"/>
  <Override PartName="/ppt/tags/tag3971.xml" ContentType="application/vnd.openxmlformats-officedocument.presentationml.tags+xml"/>
  <Override PartName="/ppt/tags/tag3972.xml" ContentType="application/vnd.openxmlformats-officedocument.presentationml.tags+xml"/>
  <Override PartName="/ppt/tags/tag3973.xml" ContentType="application/vnd.openxmlformats-officedocument.presentationml.tags+xml"/>
  <Override PartName="/ppt/tags/tag3974.xml" ContentType="application/vnd.openxmlformats-officedocument.presentationml.tags+xml"/>
  <Override PartName="/ppt/tags/tag3975.xml" ContentType="application/vnd.openxmlformats-officedocument.presentationml.tags+xml"/>
  <Override PartName="/ppt/tags/tag3976.xml" ContentType="application/vnd.openxmlformats-officedocument.presentationml.tags+xml"/>
  <Override PartName="/ppt/tags/tag3977.xml" ContentType="application/vnd.openxmlformats-officedocument.presentationml.tags+xml"/>
  <Override PartName="/ppt/tags/tag3978.xml" ContentType="application/vnd.openxmlformats-officedocument.presentationml.tags+xml"/>
  <Override PartName="/ppt/tags/tag3979.xml" ContentType="application/vnd.openxmlformats-officedocument.presentationml.tags+xml"/>
  <Override PartName="/ppt/tags/tag3980.xml" ContentType="application/vnd.openxmlformats-officedocument.presentationml.tags+xml"/>
  <Override PartName="/ppt/tags/tag3981.xml" ContentType="application/vnd.openxmlformats-officedocument.presentationml.tags+xml"/>
  <Override PartName="/ppt/tags/tag3982.xml" ContentType="application/vnd.openxmlformats-officedocument.presentationml.tags+xml"/>
  <Override PartName="/ppt/tags/tag3983.xml" ContentType="application/vnd.openxmlformats-officedocument.presentationml.tags+xml"/>
  <Override PartName="/ppt/tags/tag3984.xml" ContentType="application/vnd.openxmlformats-officedocument.presentationml.tags+xml"/>
  <Override PartName="/ppt/tags/tag3985.xml" ContentType="application/vnd.openxmlformats-officedocument.presentationml.tags+xml"/>
  <Override PartName="/ppt/tags/tag3986.xml" ContentType="application/vnd.openxmlformats-officedocument.presentationml.tags+xml"/>
  <Override PartName="/ppt/tags/tag3987.xml" ContentType="application/vnd.openxmlformats-officedocument.presentationml.tags+xml"/>
  <Override PartName="/ppt/notesSlides/notesSlide198.xml" ContentType="application/vnd.openxmlformats-officedocument.presentationml.notesSlide+xml"/>
  <Override PartName="/ppt/comments/modernComment_220_1CEA6599.xml" ContentType="application/vnd.ms-powerpoint.comments+xml"/>
  <Override PartName="/ppt/tags/tag3988.xml" ContentType="application/vnd.openxmlformats-officedocument.presentationml.tags+xml"/>
  <Override PartName="/ppt/tags/tag3989.xml" ContentType="application/vnd.openxmlformats-officedocument.presentationml.tags+xml"/>
  <Override PartName="/ppt/tags/tag3990.xml" ContentType="application/vnd.openxmlformats-officedocument.presentationml.tags+xml"/>
  <Override PartName="/ppt/tags/tag3991.xml" ContentType="application/vnd.openxmlformats-officedocument.presentationml.tags+xml"/>
  <Override PartName="/ppt/tags/tag3992.xml" ContentType="application/vnd.openxmlformats-officedocument.presentationml.tags+xml"/>
  <Override PartName="/ppt/tags/tag3993.xml" ContentType="application/vnd.openxmlformats-officedocument.presentationml.tags+xml"/>
  <Override PartName="/ppt/tags/tag3994.xml" ContentType="application/vnd.openxmlformats-officedocument.presentationml.tags+xml"/>
  <Override PartName="/ppt/tags/tag3995.xml" ContentType="application/vnd.openxmlformats-officedocument.presentationml.tags+xml"/>
  <Override PartName="/ppt/tags/tag3996.xml" ContentType="application/vnd.openxmlformats-officedocument.presentationml.tags+xml"/>
  <Override PartName="/ppt/tags/tag3997.xml" ContentType="application/vnd.openxmlformats-officedocument.presentationml.tags+xml"/>
  <Override PartName="/ppt/tags/tag3998.xml" ContentType="application/vnd.openxmlformats-officedocument.presentationml.tags+xml"/>
  <Override PartName="/ppt/tags/tag3999.xml" ContentType="application/vnd.openxmlformats-officedocument.presentationml.tags+xml"/>
  <Override PartName="/ppt/tags/tag4000.xml" ContentType="application/vnd.openxmlformats-officedocument.presentationml.tags+xml"/>
  <Override PartName="/ppt/tags/tag4001.xml" ContentType="application/vnd.openxmlformats-officedocument.presentationml.tags+xml"/>
  <Override PartName="/ppt/tags/tag4002.xml" ContentType="application/vnd.openxmlformats-officedocument.presentationml.tags+xml"/>
  <Override PartName="/ppt/tags/tag4003.xml" ContentType="application/vnd.openxmlformats-officedocument.presentationml.tags+xml"/>
  <Override PartName="/ppt/tags/tag4004.xml" ContentType="application/vnd.openxmlformats-officedocument.presentationml.tags+xml"/>
  <Override PartName="/ppt/tags/tag4005.xml" ContentType="application/vnd.openxmlformats-officedocument.presentationml.tags+xml"/>
  <Override PartName="/ppt/tags/tag4006.xml" ContentType="application/vnd.openxmlformats-officedocument.presentationml.tags+xml"/>
  <Override PartName="/ppt/tags/tag4007.xml" ContentType="application/vnd.openxmlformats-officedocument.presentationml.tags+xml"/>
  <Override PartName="/ppt/tags/tag4008.xml" ContentType="application/vnd.openxmlformats-officedocument.presentationml.tags+xml"/>
  <Override PartName="/ppt/tags/tag4009.xml" ContentType="application/vnd.openxmlformats-officedocument.presentationml.tags+xml"/>
  <Override PartName="/ppt/tags/tag4010.xml" ContentType="application/vnd.openxmlformats-officedocument.presentationml.tags+xml"/>
  <Override PartName="/ppt/tags/tag4011.xml" ContentType="application/vnd.openxmlformats-officedocument.presentationml.tags+xml"/>
  <Override PartName="/ppt/tags/tag4012.xml" ContentType="application/vnd.openxmlformats-officedocument.presentationml.tags+xml"/>
  <Override PartName="/ppt/tags/tag4013.xml" ContentType="application/vnd.openxmlformats-officedocument.presentationml.tags+xml"/>
  <Override PartName="/ppt/tags/tag4014.xml" ContentType="application/vnd.openxmlformats-officedocument.presentationml.tags+xml"/>
  <Override PartName="/ppt/tags/tag4015.xml" ContentType="application/vnd.openxmlformats-officedocument.presentationml.tags+xml"/>
  <Override PartName="/ppt/tags/tag4016.xml" ContentType="application/vnd.openxmlformats-officedocument.presentationml.tags+xml"/>
  <Override PartName="/ppt/tags/tag4017.xml" ContentType="application/vnd.openxmlformats-officedocument.presentationml.tags+xml"/>
  <Override PartName="/ppt/tags/tag4018.xml" ContentType="application/vnd.openxmlformats-officedocument.presentationml.tags+xml"/>
  <Override PartName="/ppt/tags/tag4019.xml" ContentType="application/vnd.openxmlformats-officedocument.presentationml.tags+xml"/>
  <Override PartName="/ppt/tags/tag4020.xml" ContentType="application/vnd.openxmlformats-officedocument.presentationml.tags+xml"/>
  <Override PartName="/ppt/notesSlides/notesSlide199.xml" ContentType="application/vnd.openxmlformats-officedocument.presentationml.notesSlide+xml"/>
  <Override PartName="/ppt/comments/modernComment_221_F7BB9A6E.xml" ContentType="application/vnd.ms-powerpoint.comments+xml"/>
  <Override PartName="/ppt/tags/tag4021.xml" ContentType="application/vnd.openxmlformats-officedocument.presentationml.tags+xml"/>
  <Override PartName="/ppt/tags/tag4022.xml" ContentType="application/vnd.openxmlformats-officedocument.presentationml.tags+xml"/>
  <Override PartName="/ppt/tags/tag4023.xml" ContentType="application/vnd.openxmlformats-officedocument.presentationml.tags+xml"/>
  <Override PartName="/ppt/tags/tag4024.xml" ContentType="application/vnd.openxmlformats-officedocument.presentationml.tags+xml"/>
  <Override PartName="/ppt/tags/tag4025.xml" ContentType="application/vnd.openxmlformats-officedocument.presentationml.tags+xml"/>
  <Override PartName="/ppt/tags/tag4026.xml" ContentType="application/vnd.openxmlformats-officedocument.presentationml.tags+xml"/>
  <Override PartName="/ppt/tags/tag4027.xml" ContentType="application/vnd.openxmlformats-officedocument.presentationml.tags+xml"/>
  <Override PartName="/ppt/tags/tag4028.xml" ContentType="application/vnd.openxmlformats-officedocument.presentationml.tags+xml"/>
  <Override PartName="/ppt/tags/tag4029.xml" ContentType="application/vnd.openxmlformats-officedocument.presentationml.tags+xml"/>
  <Override PartName="/ppt/tags/tag4030.xml" ContentType="application/vnd.openxmlformats-officedocument.presentationml.tags+xml"/>
  <Override PartName="/ppt/tags/tag4031.xml" ContentType="application/vnd.openxmlformats-officedocument.presentationml.tags+xml"/>
  <Override PartName="/ppt/tags/tag4032.xml" ContentType="application/vnd.openxmlformats-officedocument.presentationml.tags+xml"/>
  <Override PartName="/ppt/tags/tag4033.xml" ContentType="application/vnd.openxmlformats-officedocument.presentationml.tags+xml"/>
  <Override PartName="/ppt/tags/tag4034.xml" ContentType="application/vnd.openxmlformats-officedocument.presentationml.tags+xml"/>
  <Override PartName="/ppt/tags/tag4035.xml" ContentType="application/vnd.openxmlformats-officedocument.presentationml.tags+xml"/>
  <Override PartName="/ppt/tags/tag4036.xml" ContentType="application/vnd.openxmlformats-officedocument.presentationml.tags+xml"/>
  <Override PartName="/ppt/tags/tag4037.xml" ContentType="application/vnd.openxmlformats-officedocument.presentationml.tags+xml"/>
  <Override PartName="/ppt/tags/tag4038.xml" ContentType="application/vnd.openxmlformats-officedocument.presentationml.tags+xml"/>
  <Override PartName="/ppt/tags/tag4039.xml" ContentType="application/vnd.openxmlformats-officedocument.presentationml.tags+xml"/>
  <Override PartName="/ppt/tags/tag4040.xml" ContentType="application/vnd.openxmlformats-officedocument.presentationml.tags+xml"/>
  <Override PartName="/ppt/tags/tag4041.xml" ContentType="application/vnd.openxmlformats-officedocument.presentationml.tags+xml"/>
  <Override PartName="/ppt/tags/tag4042.xml" ContentType="application/vnd.openxmlformats-officedocument.presentationml.tags+xml"/>
  <Override PartName="/ppt/tags/tag4043.xml" ContentType="application/vnd.openxmlformats-officedocument.presentationml.tags+xml"/>
  <Override PartName="/ppt/tags/tag4044.xml" ContentType="application/vnd.openxmlformats-officedocument.presentationml.tags+xml"/>
  <Override PartName="/ppt/tags/tag4045.xml" ContentType="application/vnd.openxmlformats-officedocument.presentationml.tags+xml"/>
  <Override PartName="/ppt/tags/tag4046.xml" ContentType="application/vnd.openxmlformats-officedocument.presentationml.tags+xml"/>
  <Override PartName="/ppt/tags/tag4047.xml" ContentType="application/vnd.openxmlformats-officedocument.presentationml.tags+xml"/>
  <Override PartName="/ppt/tags/tag4048.xml" ContentType="application/vnd.openxmlformats-officedocument.presentationml.tags+xml"/>
  <Override PartName="/ppt/tags/tag4049.xml" ContentType="application/vnd.openxmlformats-officedocument.presentationml.tags+xml"/>
  <Override PartName="/ppt/tags/tag4050.xml" ContentType="application/vnd.openxmlformats-officedocument.presentationml.tags+xml"/>
  <Override PartName="/ppt/tags/tag4051.xml" ContentType="application/vnd.openxmlformats-officedocument.presentationml.tags+xml"/>
  <Override PartName="/ppt/tags/tag4052.xml" ContentType="application/vnd.openxmlformats-officedocument.presentationml.tags+xml"/>
  <Override PartName="/ppt/notesSlides/notesSlide200.xml" ContentType="application/vnd.openxmlformats-officedocument.presentationml.notesSlide+xml"/>
  <Override PartName="/ppt/comments/modernComment_222_E8D7F66E.xml" ContentType="application/vnd.ms-powerpoint.comments+xml"/>
  <Override PartName="/ppt/tags/tag4053.xml" ContentType="application/vnd.openxmlformats-officedocument.presentationml.tags+xml"/>
  <Override PartName="/ppt/tags/tag4054.xml" ContentType="application/vnd.openxmlformats-officedocument.presentationml.tags+xml"/>
  <Override PartName="/ppt/tags/tag4055.xml" ContentType="application/vnd.openxmlformats-officedocument.presentationml.tags+xml"/>
  <Override PartName="/ppt/tags/tag4056.xml" ContentType="application/vnd.openxmlformats-officedocument.presentationml.tags+xml"/>
  <Override PartName="/ppt/tags/tag4057.xml" ContentType="application/vnd.openxmlformats-officedocument.presentationml.tags+xml"/>
  <Override PartName="/ppt/tags/tag4058.xml" ContentType="application/vnd.openxmlformats-officedocument.presentationml.tags+xml"/>
  <Override PartName="/ppt/tags/tag4059.xml" ContentType="application/vnd.openxmlformats-officedocument.presentationml.tags+xml"/>
  <Override PartName="/ppt/tags/tag4060.xml" ContentType="application/vnd.openxmlformats-officedocument.presentationml.tags+xml"/>
  <Override PartName="/ppt/tags/tag4061.xml" ContentType="application/vnd.openxmlformats-officedocument.presentationml.tags+xml"/>
  <Override PartName="/ppt/tags/tag4062.xml" ContentType="application/vnd.openxmlformats-officedocument.presentationml.tags+xml"/>
  <Override PartName="/ppt/tags/tag4063.xml" ContentType="application/vnd.openxmlformats-officedocument.presentationml.tags+xml"/>
  <Override PartName="/ppt/tags/tag4064.xml" ContentType="application/vnd.openxmlformats-officedocument.presentationml.tags+xml"/>
  <Override PartName="/ppt/tags/tag4065.xml" ContentType="application/vnd.openxmlformats-officedocument.presentationml.tags+xml"/>
  <Override PartName="/ppt/tags/tag4066.xml" ContentType="application/vnd.openxmlformats-officedocument.presentationml.tags+xml"/>
  <Override PartName="/ppt/tags/tag4067.xml" ContentType="application/vnd.openxmlformats-officedocument.presentationml.tags+xml"/>
  <Override PartName="/ppt/tags/tag4068.xml" ContentType="application/vnd.openxmlformats-officedocument.presentationml.tags+xml"/>
  <Override PartName="/ppt/tags/tag4069.xml" ContentType="application/vnd.openxmlformats-officedocument.presentationml.tags+xml"/>
  <Override PartName="/ppt/tags/tag4070.xml" ContentType="application/vnd.openxmlformats-officedocument.presentationml.tags+xml"/>
  <Override PartName="/ppt/tags/tag4071.xml" ContentType="application/vnd.openxmlformats-officedocument.presentationml.tags+xml"/>
  <Override PartName="/ppt/tags/tag4072.xml" ContentType="application/vnd.openxmlformats-officedocument.presentationml.tags+xml"/>
  <Override PartName="/ppt/tags/tag4073.xml" ContentType="application/vnd.openxmlformats-officedocument.presentationml.tags+xml"/>
  <Override PartName="/ppt/tags/tag4074.xml" ContentType="application/vnd.openxmlformats-officedocument.presentationml.tags+xml"/>
  <Override PartName="/ppt/tags/tag4075.xml" ContentType="application/vnd.openxmlformats-officedocument.presentationml.tags+xml"/>
  <Override PartName="/ppt/tags/tag4076.xml" ContentType="application/vnd.openxmlformats-officedocument.presentationml.tags+xml"/>
  <Override PartName="/ppt/tags/tag4077.xml" ContentType="application/vnd.openxmlformats-officedocument.presentationml.tags+xml"/>
  <Override PartName="/ppt/tags/tag4078.xml" ContentType="application/vnd.openxmlformats-officedocument.presentationml.tags+xml"/>
  <Override PartName="/ppt/tags/tag4079.xml" ContentType="application/vnd.openxmlformats-officedocument.presentationml.tags+xml"/>
  <Override PartName="/ppt/tags/tag4080.xml" ContentType="application/vnd.openxmlformats-officedocument.presentationml.tags+xml"/>
  <Override PartName="/ppt/tags/tag4081.xml" ContentType="application/vnd.openxmlformats-officedocument.presentationml.tags+xml"/>
  <Override PartName="/ppt/tags/tag4082.xml" ContentType="application/vnd.openxmlformats-officedocument.presentationml.tags+xml"/>
  <Override PartName="/ppt/notesSlides/notesSlide201.xml" ContentType="application/vnd.openxmlformats-officedocument.presentationml.notesSlide+xml"/>
  <Override PartName="/ppt/comments/modernComment_223_999BB0BE.xml" ContentType="application/vnd.ms-powerpoint.comments+xml"/>
  <Override PartName="/ppt/tags/tag4083.xml" ContentType="application/vnd.openxmlformats-officedocument.presentationml.tags+xml"/>
  <Override PartName="/ppt/tags/tag4084.xml" ContentType="application/vnd.openxmlformats-officedocument.presentationml.tags+xml"/>
  <Override PartName="/ppt/tags/tag4085.xml" ContentType="application/vnd.openxmlformats-officedocument.presentationml.tags+xml"/>
  <Override PartName="/ppt/tags/tag4086.xml" ContentType="application/vnd.openxmlformats-officedocument.presentationml.tags+xml"/>
  <Override PartName="/ppt/tags/tag4087.xml" ContentType="application/vnd.openxmlformats-officedocument.presentationml.tags+xml"/>
  <Override PartName="/ppt/tags/tag4088.xml" ContentType="application/vnd.openxmlformats-officedocument.presentationml.tags+xml"/>
  <Override PartName="/ppt/tags/tag4089.xml" ContentType="application/vnd.openxmlformats-officedocument.presentationml.tags+xml"/>
  <Override PartName="/ppt/tags/tag4090.xml" ContentType="application/vnd.openxmlformats-officedocument.presentationml.tags+xml"/>
  <Override PartName="/ppt/tags/tag4091.xml" ContentType="application/vnd.openxmlformats-officedocument.presentationml.tags+xml"/>
  <Override PartName="/ppt/tags/tag4092.xml" ContentType="application/vnd.openxmlformats-officedocument.presentationml.tags+xml"/>
  <Override PartName="/ppt/tags/tag4093.xml" ContentType="application/vnd.openxmlformats-officedocument.presentationml.tags+xml"/>
  <Override PartName="/ppt/tags/tag4094.xml" ContentType="application/vnd.openxmlformats-officedocument.presentationml.tags+xml"/>
  <Override PartName="/ppt/tags/tag4095.xml" ContentType="application/vnd.openxmlformats-officedocument.presentationml.tags+xml"/>
  <Override PartName="/ppt/tags/tag4096.xml" ContentType="application/vnd.openxmlformats-officedocument.presentationml.tags+xml"/>
  <Override PartName="/ppt/tags/tag4097.xml" ContentType="application/vnd.openxmlformats-officedocument.presentationml.tags+xml"/>
  <Override PartName="/ppt/tags/tag4098.xml" ContentType="application/vnd.openxmlformats-officedocument.presentationml.tags+xml"/>
  <Override PartName="/ppt/tags/tag4099.xml" ContentType="application/vnd.openxmlformats-officedocument.presentationml.tags+xml"/>
  <Override PartName="/ppt/tags/tag4100.xml" ContentType="application/vnd.openxmlformats-officedocument.presentationml.tags+xml"/>
  <Override PartName="/ppt/tags/tag4101.xml" ContentType="application/vnd.openxmlformats-officedocument.presentationml.tags+xml"/>
  <Override PartName="/ppt/tags/tag4102.xml" ContentType="application/vnd.openxmlformats-officedocument.presentationml.tags+xml"/>
  <Override PartName="/ppt/tags/tag4103.xml" ContentType="application/vnd.openxmlformats-officedocument.presentationml.tags+xml"/>
  <Override PartName="/ppt/tags/tag4104.xml" ContentType="application/vnd.openxmlformats-officedocument.presentationml.tags+xml"/>
  <Override PartName="/ppt/tags/tag4105.xml" ContentType="application/vnd.openxmlformats-officedocument.presentationml.tags+xml"/>
  <Override PartName="/ppt/tags/tag4106.xml" ContentType="application/vnd.openxmlformats-officedocument.presentationml.tags+xml"/>
  <Override PartName="/ppt/tags/tag4107.xml" ContentType="application/vnd.openxmlformats-officedocument.presentationml.tags+xml"/>
  <Override PartName="/ppt/tags/tag4108.xml" ContentType="application/vnd.openxmlformats-officedocument.presentationml.tags+xml"/>
  <Override PartName="/ppt/tags/tag4109.xml" ContentType="application/vnd.openxmlformats-officedocument.presentationml.tags+xml"/>
  <Override PartName="/ppt/tags/tag4110.xml" ContentType="application/vnd.openxmlformats-officedocument.presentationml.tags+xml"/>
  <Override PartName="/ppt/tags/tag4111.xml" ContentType="application/vnd.openxmlformats-officedocument.presentationml.tags+xml"/>
  <Override PartName="/ppt/tags/tag4112.xml" ContentType="application/vnd.openxmlformats-officedocument.presentationml.tags+xml"/>
  <Override PartName="/ppt/tags/tag4113.xml" ContentType="application/vnd.openxmlformats-officedocument.presentationml.tags+xml"/>
  <Override PartName="/ppt/notesSlides/notesSlide202.xml" ContentType="application/vnd.openxmlformats-officedocument.presentationml.notesSlide+xml"/>
  <Override PartName="/ppt/comments/modernComment_224_36DE0B32.xml" ContentType="application/vnd.ms-powerpoint.comments+xml"/>
  <Override PartName="/ppt/tags/tag4114.xml" ContentType="application/vnd.openxmlformats-officedocument.presentationml.tags+xml"/>
  <Override PartName="/ppt/tags/tag4115.xml" ContentType="application/vnd.openxmlformats-officedocument.presentationml.tags+xml"/>
  <Override PartName="/ppt/tags/tag4116.xml" ContentType="application/vnd.openxmlformats-officedocument.presentationml.tags+xml"/>
  <Override PartName="/ppt/tags/tag4117.xml" ContentType="application/vnd.openxmlformats-officedocument.presentationml.tags+xml"/>
  <Override PartName="/ppt/tags/tag4118.xml" ContentType="application/vnd.openxmlformats-officedocument.presentationml.tags+xml"/>
  <Override PartName="/ppt/tags/tag4119.xml" ContentType="application/vnd.openxmlformats-officedocument.presentationml.tags+xml"/>
  <Override PartName="/ppt/tags/tag4120.xml" ContentType="application/vnd.openxmlformats-officedocument.presentationml.tags+xml"/>
  <Override PartName="/ppt/tags/tag4121.xml" ContentType="application/vnd.openxmlformats-officedocument.presentationml.tags+xml"/>
  <Override PartName="/ppt/tags/tag4122.xml" ContentType="application/vnd.openxmlformats-officedocument.presentationml.tags+xml"/>
  <Override PartName="/ppt/tags/tag4123.xml" ContentType="application/vnd.openxmlformats-officedocument.presentationml.tags+xml"/>
  <Override PartName="/ppt/tags/tag4124.xml" ContentType="application/vnd.openxmlformats-officedocument.presentationml.tags+xml"/>
  <Override PartName="/ppt/tags/tag4125.xml" ContentType="application/vnd.openxmlformats-officedocument.presentationml.tags+xml"/>
  <Override PartName="/ppt/tags/tag4126.xml" ContentType="application/vnd.openxmlformats-officedocument.presentationml.tags+xml"/>
  <Override PartName="/ppt/tags/tag4127.xml" ContentType="application/vnd.openxmlformats-officedocument.presentationml.tags+xml"/>
  <Override PartName="/ppt/tags/tag4128.xml" ContentType="application/vnd.openxmlformats-officedocument.presentationml.tags+xml"/>
  <Override PartName="/ppt/tags/tag4129.xml" ContentType="application/vnd.openxmlformats-officedocument.presentationml.tags+xml"/>
  <Override PartName="/ppt/tags/tag4130.xml" ContentType="application/vnd.openxmlformats-officedocument.presentationml.tags+xml"/>
  <Override PartName="/ppt/tags/tag4131.xml" ContentType="application/vnd.openxmlformats-officedocument.presentationml.tags+xml"/>
  <Override PartName="/ppt/tags/tag4132.xml" ContentType="application/vnd.openxmlformats-officedocument.presentationml.tags+xml"/>
  <Override PartName="/ppt/tags/tag4133.xml" ContentType="application/vnd.openxmlformats-officedocument.presentationml.tags+xml"/>
  <Override PartName="/ppt/tags/tag4134.xml" ContentType="application/vnd.openxmlformats-officedocument.presentationml.tags+xml"/>
  <Override PartName="/ppt/tags/tag4135.xml" ContentType="application/vnd.openxmlformats-officedocument.presentationml.tags+xml"/>
  <Override PartName="/ppt/tags/tag4136.xml" ContentType="application/vnd.openxmlformats-officedocument.presentationml.tags+xml"/>
  <Override PartName="/ppt/tags/tag4137.xml" ContentType="application/vnd.openxmlformats-officedocument.presentationml.tags+xml"/>
  <Override PartName="/ppt/tags/tag4138.xml" ContentType="application/vnd.openxmlformats-officedocument.presentationml.tags+xml"/>
  <Override PartName="/ppt/tags/tag4139.xml" ContentType="application/vnd.openxmlformats-officedocument.presentationml.tags+xml"/>
  <Override PartName="/ppt/tags/tag4140.xml" ContentType="application/vnd.openxmlformats-officedocument.presentationml.tags+xml"/>
  <Override PartName="/ppt/tags/tag4141.xml" ContentType="application/vnd.openxmlformats-officedocument.presentationml.tags+xml"/>
  <Override PartName="/ppt/tags/tag4142.xml" ContentType="application/vnd.openxmlformats-officedocument.presentationml.tags+xml"/>
  <Override PartName="/ppt/tags/tag4143.xml" ContentType="application/vnd.openxmlformats-officedocument.presentationml.tags+xml"/>
  <Override PartName="/ppt/tags/tag4144.xml" ContentType="application/vnd.openxmlformats-officedocument.presentationml.tags+xml"/>
  <Override PartName="/ppt/tags/tag4145.xml" ContentType="application/vnd.openxmlformats-officedocument.presentationml.tags+xml"/>
  <Override PartName="/ppt/notesSlides/notesSlide203.xml" ContentType="application/vnd.openxmlformats-officedocument.presentationml.notesSlide+xml"/>
  <Override PartName="/ppt/comments/modernComment_225_EFEDD5C9.xml" ContentType="application/vnd.ms-powerpoint.comments+xml"/>
  <Override PartName="/ppt/tags/tag4146.xml" ContentType="application/vnd.openxmlformats-officedocument.presentationml.tags+xml"/>
  <Override PartName="/ppt/tags/tag4147.xml" ContentType="application/vnd.openxmlformats-officedocument.presentationml.tags+xml"/>
  <Override PartName="/ppt/tags/tag4148.xml" ContentType="application/vnd.openxmlformats-officedocument.presentationml.tags+xml"/>
  <Override PartName="/ppt/tags/tag4149.xml" ContentType="application/vnd.openxmlformats-officedocument.presentationml.tags+xml"/>
  <Override PartName="/ppt/tags/tag4150.xml" ContentType="application/vnd.openxmlformats-officedocument.presentationml.tags+xml"/>
  <Override PartName="/ppt/tags/tag4151.xml" ContentType="application/vnd.openxmlformats-officedocument.presentationml.tags+xml"/>
  <Override PartName="/ppt/tags/tag4152.xml" ContentType="application/vnd.openxmlformats-officedocument.presentationml.tags+xml"/>
  <Override PartName="/ppt/tags/tag4153.xml" ContentType="application/vnd.openxmlformats-officedocument.presentationml.tags+xml"/>
  <Override PartName="/ppt/tags/tag4154.xml" ContentType="application/vnd.openxmlformats-officedocument.presentationml.tags+xml"/>
  <Override PartName="/ppt/tags/tag4155.xml" ContentType="application/vnd.openxmlformats-officedocument.presentationml.tags+xml"/>
  <Override PartName="/ppt/tags/tag4156.xml" ContentType="application/vnd.openxmlformats-officedocument.presentationml.tags+xml"/>
  <Override PartName="/ppt/tags/tag4157.xml" ContentType="application/vnd.openxmlformats-officedocument.presentationml.tags+xml"/>
  <Override PartName="/ppt/tags/tag4158.xml" ContentType="application/vnd.openxmlformats-officedocument.presentationml.tags+xml"/>
  <Override PartName="/ppt/tags/tag4159.xml" ContentType="application/vnd.openxmlformats-officedocument.presentationml.tags+xml"/>
  <Override PartName="/ppt/tags/tag4160.xml" ContentType="application/vnd.openxmlformats-officedocument.presentationml.tags+xml"/>
  <Override PartName="/ppt/tags/tag4161.xml" ContentType="application/vnd.openxmlformats-officedocument.presentationml.tags+xml"/>
  <Override PartName="/ppt/tags/tag4162.xml" ContentType="application/vnd.openxmlformats-officedocument.presentationml.tags+xml"/>
  <Override PartName="/ppt/tags/tag4163.xml" ContentType="application/vnd.openxmlformats-officedocument.presentationml.tags+xml"/>
  <Override PartName="/ppt/tags/tag4164.xml" ContentType="application/vnd.openxmlformats-officedocument.presentationml.tags+xml"/>
  <Override PartName="/ppt/tags/tag4165.xml" ContentType="application/vnd.openxmlformats-officedocument.presentationml.tags+xml"/>
  <Override PartName="/ppt/tags/tag4166.xml" ContentType="application/vnd.openxmlformats-officedocument.presentationml.tags+xml"/>
  <Override PartName="/ppt/tags/tag4167.xml" ContentType="application/vnd.openxmlformats-officedocument.presentationml.tags+xml"/>
  <Override PartName="/ppt/tags/tag4168.xml" ContentType="application/vnd.openxmlformats-officedocument.presentationml.tags+xml"/>
  <Override PartName="/ppt/tags/tag4169.xml" ContentType="application/vnd.openxmlformats-officedocument.presentationml.tags+xml"/>
  <Override PartName="/ppt/tags/tag4170.xml" ContentType="application/vnd.openxmlformats-officedocument.presentationml.tags+xml"/>
  <Override PartName="/ppt/tags/tag4171.xml" ContentType="application/vnd.openxmlformats-officedocument.presentationml.tags+xml"/>
  <Override PartName="/ppt/tags/tag4172.xml" ContentType="application/vnd.openxmlformats-officedocument.presentationml.tags+xml"/>
  <Override PartName="/ppt/tags/tag4173.xml" ContentType="application/vnd.openxmlformats-officedocument.presentationml.tags+xml"/>
  <Override PartName="/ppt/tags/tag4174.xml" ContentType="application/vnd.openxmlformats-officedocument.presentationml.tags+xml"/>
  <Override PartName="/ppt/tags/tag4175.xml" ContentType="application/vnd.openxmlformats-officedocument.presentationml.tags+xml"/>
  <Override PartName="/ppt/tags/tag4176.xml" ContentType="application/vnd.openxmlformats-officedocument.presentationml.tags+xml"/>
  <Override PartName="/ppt/tags/tag4177.xml" ContentType="application/vnd.openxmlformats-officedocument.presentationml.tags+xml"/>
  <Override PartName="/ppt/tags/tag4178.xml" ContentType="application/vnd.openxmlformats-officedocument.presentationml.tags+xml"/>
  <Override PartName="/ppt/notesSlides/notesSlide204.xml" ContentType="application/vnd.openxmlformats-officedocument.presentationml.notesSlide+xml"/>
  <Override PartName="/ppt/comments/modernComment_226_83A3ADE0.xml" ContentType="application/vnd.ms-powerpoint.comments+xml"/>
  <Override PartName="/ppt/tags/tag4179.xml" ContentType="application/vnd.openxmlformats-officedocument.presentationml.tags+xml"/>
  <Override PartName="/ppt/tags/tag4180.xml" ContentType="application/vnd.openxmlformats-officedocument.presentationml.tags+xml"/>
  <Override PartName="/ppt/tags/tag4181.xml" ContentType="application/vnd.openxmlformats-officedocument.presentationml.tags+xml"/>
  <Override PartName="/ppt/tags/tag4182.xml" ContentType="application/vnd.openxmlformats-officedocument.presentationml.tags+xml"/>
  <Override PartName="/ppt/tags/tag4183.xml" ContentType="application/vnd.openxmlformats-officedocument.presentationml.tags+xml"/>
  <Override PartName="/ppt/tags/tag4184.xml" ContentType="application/vnd.openxmlformats-officedocument.presentationml.tags+xml"/>
  <Override PartName="/ppt/tags/tag4185.xml" ContentType="application/vnd.openxmlformats-officedocument.presentationml.tags+xml"/>
  <Override PartName="/ppt/tags/tag4186.xml" ContentType="application/vnd.openxmlformats-officedocument.presentationml.tags+xml"/>
  <Override PartName="/ppt/tags/tag4187.xml" ContentType="application/vnd.openxmlformats-officedocument.presentationml.tags+xml"/>
  <Override PartName="/ppt/tags/tag4188.xml" ContentType="application/vnd.openxmlformats-officedocument.presentationml.tags+xml"/>
  <Override PartName="/ppt/tags/tag4189.xml" ContentType="application/vnd.openxmlformats-officedocument.presentationml.tags+xml"/>
  <Override PartName="/ppt/tags/tag4190.xml" ContentType="application/vnd.openxmlformats-officedocument.presentationml.tags+xml"/>
  <Override PartName="/ppt/tags/tag4191.xml" ContentType="application/vnd.openxmlformats-officedocument.presentationml.tags+xml"/>
  <Override PartName="/ppt/tags/tag4192.xml" ContentType="application/vnd.openxmlformats-officedocument.presentationml.tags+xml"/>
  <Override PartName="/ppt/tags/tag4193.xml" ContentType="application/vnd.openxmlformats-officedocument.presentationml.tags+xml"/>
  <Override PartName="/ppt/tags/tag4194.xml" ContentType="application/vnd.openxmlformats-officedocument.presentationml.tags+xml"/>
  <Override PartName="/ppt/tags/tag4195.xml" ContentType="application/vnd.openxmlformats-officedocument.presentationml.tags+xml"/>
  <Override PartName="/ppt/tags/tag4196.xml" ContentType="application/vnd.openxmlformats-officedocument.presentationml.tags+xml"/>
  <Override PartName="/ppt/tags/tag4197.xml" ContentType="application/vnd.openxmlformats-officedocument.presentationml.tags+xml"/>
  <Override PartName="/ppt/tags/tag4198.xml" ContentType="application/vnd.openxmlformats-officedocument.presentationml.tags+xml"/>
  <Override PartName="/ppt/tags/tag4199.xml" ContentType="application/vnd.openxmlformats-officedocument.presentationml.tags+xml"/>
  <Override PartName="/ppt/tags/tag4200.xml" ContentType="application/vnd.openxmlformats-officedocument.presentationml.tags+xml"/>
  <Override PartName="/ppt/tags/tag4201.xml" ContentType="application/vnd.openxmlformats-officedocument.presentationml.tags+xml"/>
  <Override PartName="/ppt/tags/tag4202.xml" ContentType="application/vnd.openxmlformats-officedocument.presentationml.tags+xml"/>
  <Override PartName="/ppt/tags/tag4203.xml" ContentType="application/vnd.openxmlformats-officedocument.presentationml.tags+xml"/>
  <Override PartName="/ppt/tags/tag4204.xml" ContentType="application/vnd.openxmlformats-officedocument.presentationml.tags+xml"/>
  <Override PartName="/ppt/tags/tag4205.xml" ContentType="application/vnd.openxmlformats-officedocument.presentationml.tags+xml"/>
  <Override PartName="/ppt/tags/tag4206.xml" ContentType="application/vnd.openxmlformats-officedocument.presentationml.tags+xml"/>
  <Override PartName="/ppt/tags/tag4207.xml" ContentType="application/vnd.openxmlformats-officedocument.presentationml.tags+xml"/>
  <Override PartName="/ppt/tags/tag4208.xml" ContentType="application/vnd.openxmlformats-officedocument.presentationml.tags+xml"/>
  <Override PartName="/ppt/tags/tag4209.xml" ContentType="application/vnd.openxmlformats-officedocument.presentationml.tags+xml"/>
  <Override PartName="/ppt/tags/tag4210.xml" ContentType="application/vnd.openxmlformats-officedocument.presentationml.tags+xml"/>
  <Override PartName="/ppt/tags/tag4211.xml" ContentType="application/vnd.openxmlformats-officedocument.presentationml.tags+xml"/>
  <Override PartName="/ppt/notesSlides/notesSlide205.xml" ContentType="application/vnd.openxmlformats-officedocument.presentationml.notesSlide+xml"/>
  <Override PartName="/ppt/comments/modernComment_227_C52D8328.xml" ContentType="application/vnd.ms-powerpoint.comments+xml"/>
  <Override PartName="/ppt/tags/tag4212.xml" ContentType="application/vnd.openxmlformats-officedocument.presentationml.tags+xml"/>
  <Override PartName="/ppt/tags/tag4213.xml" ContentType="application/vnd.openxmlformats-officedocument.presentationml.tags+xml"/>
  <Override PartName="/ppt/tags/tag4214.xml" ContentType="application/vnd.openxmlformats-officedocument.presentationml.tags+xml"/>
  <Override PartName="/ppt/tags/tag4215.xml" ContentType="application/vnd.openxmlformats-officedocument.presentationml.tags+xml"/>
  <Override PartName="/ppt/tags/tag4216.xml" ContentType="application/vnd.openxmlformats-officedocument.presentationml.tags+xml"/>
  <Override PartName="/ppt/tags/tag4217.xml" ContentType="application/vnd.openxmlformats-officedocument.presentationml.tags+xml"/>
  <Override PartName="/ppt/tags/tag4218.xml" ContentType="application/vnd.openxmlformats-officedocument.presentationml.tags+xml"/>
  <Override PartName="/ppt/tags/tag4219.xml" ContentType="application/vnd.openxmlformats-officedocument.presentationml.tags+xml"/>
  <Override PartName="/ppt/tags/tag4220.xml" ContentType="application/vnd.openxmlformats-officedocument.presentationml.tags+xml"/>
  <Override PartName="/ppt/tags/tag4221.xml" ContentType="application/vnd.openxmlformats-officedocument.presentationml.tags+xml"/>
  <Override PartName="/ppt/tags/tag4222.xml" ContentType="application/vnd.openxmlformats-officedocument.presentationml.tags+xml"/>
  <Override PartName="/ppt/tags/tag4223.xml" ContentType="application/vnd.openxmlformats-officedocument.presentationml.tags+xml"/>
  <Override PartName="/ppt/tags/tag4224.xml" ContentType="application/vnd.openxmlformats-officedocument.presentationml.tags+xml"/>
  <Override PartName="/ppt/tags/tag4225.xml" ContentType="application/vnd.openxmlformats-officedocument.presentationml.tags+xml"/>
  <Override PartName="/ppt/tags/tag4226.xml" ContentType="application/vnd.openxmlformats-officedocument.presentationml.tags+xml"/>
  <Override PartName="/ppt/tags/tag4227.xml" ContentType="application/vnd.openxmlformats-officedocument.presentationml.tags+xml"/>
  <Override PartName="/ppt/tags/tag4228.xml" ContentType="application/vnd.openxmlformats-officedocument.presentationml.tags+xml"/>
  <Override PartName="/ppt/tags/tag4229.xml" ContentType="application/vnd.openxmlformats-officedocument.presentationml.tags+xml"/>
  <Override PartName="/ppt/tags/tag4230.xml" ContentType="application/vnd.openxmlformats-officedocument.presentationml.tags+xml"/>
  <Override PartName="/ppt/tags/tag4231.xml" ContentType="application/vnd.openxmlformats-officedocument.presentationml.tags+xml"/>
  <Override PartName="/ppt/tags/tag4232.xml" ContentType="application/vnd.openxmlformats-officedocument.presentationml.tags+xml"/>
  <Override PartName="/ppt/tags/tag4233.xml" ContentType="application/vnd.openxmlformats-officedocument.presentationml.tags+xml"/>
  <Override PartName="/ppt/tags/tag4234.xml" ContentType="application/vnd.openxmlformats-officedocument.presentationml.tags+xml"/>
  <Override PartName="/ppt/tags/tag4235.xml" ContentType="application/vnd.openxmlformats-officedocument.presentationml.tags+xml"/>
  <Override PartName="/ppt/tags/tag4236.xml" ContentType="application/vnd.openxmlformats-officedocument.presentationml.tags+xml"/>
  <Override PartName="/ppt/tags/tag4237.xml" ContentType="application/vnd.openxmlformats-officedocument.presentationml.tags+xml"/>
  <Override PartName="/ppt/tags/tag4238.xml" ContentType="application/vnd.openxmlformats-officedocument.presentationml.tags+xml"/>
  <Override PartName="/ppt/tags/tag4239.xml" ContentType="application/vnd.openxmlformats-officedocument.presentationml.tags+xml"/>
  <Override PartName="/ppt/tags/tag4240.xml" ContentType="application/vnd.openxmlformats-officedocument.presentationml.tags+xml"/>
  <Override PartName="/ppt/tags/tag4241.xml" ContentType="application/vnd.openxmlformats-officedocument.presentationml.tags+xml"/>
  <Override PartName="/ppt/tags/tag4242.xml" ContentType="application/vnd.openxmlformats-officedocument.presentationml.tags+xml"/>
  <Override PartName="/ppt/tags/tag4243.xml" ContentType="application/vnd.openxmlformats-officedocument.presentationml.tags+xml"/>
  <Override PartName="/ppt/tags/tag4244.xml" ContentType="application/vnd.openxmlformats-officedocument.presentationml.tags+xml"/>
  <Override PartName="/ppt/tags/tag4245.xml" ContentType="application/vnd.openxmlformats-officedocument.presentationml.tags+xml"/>
  <Override PartName="/ppt/notesSlides/notesSlide206.xml" ContentType="application/vnd.openxmlformats-officedocument.presentationml.notesSlide+xml"/>
  <Override PartName="/ppt/comments/modernComment_228_19C1240B.xml" ContentType="application/vnd.ms-powerpoint.comments+xml"/>
  <Override PartName="/ppt/tags/tag4246.xml" ContentType="application/vnd.openxmlformats-officedocument.presentationml.tags+xml"/>
  <Override PartName="/ppt/notesSlides/notesSlide207.xml" ContentType="application/vnd.openxmlformats-officedocument.presentationml.notesSlide+xml"/>
  <Override PartName="/ppt/comments/modernComment_12B_BC97BBEB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6"/>
  </p:notesMasterIdLst>
  <p:sldIdLst>
    <p:sldId id="313" r:id="rId5"/>
    <p:sldId id="314" r:id="rId6"/>
    <p:sldId id="315" r:id="rId7"/>
    <p:sldId id="316" r:id="rId8"/>
    <p:sldId id="317" r:id="rId9"/>
    <p:sldId id="318" r:id="rId10"/>
    <p:sldId id="319" r:id="rId11"/>
    <p:sldId id="320" r:id="rId12"/>
    <p:sldId id="321" r:id="rId13"/>
    <p:sldId id="322" r:id="rId14"/>
    <p:sldId id="323" r:id="rId15"/>
    <p:sldId id="324" r:id="rId16"/>
    <p:sldId id="325" r:id="rId17"/>
    <p:sldId id="326" r:id="rId18"/>
    <p:sldId id="327" r:id="rId19"/>
    <p:sldId id="328" r:id="rId20"/>
    <p:sldId id="329" r:id="rId21"/>
    <p:sldId id="330" r:id="rId22"/>
    <p:sldId id="331" r:id="rId23"/>
    <p:sldId id="332" r:id="rId24"/>
    <p:sldId id="333" r:id="rId25"/>
    <p:sldId id="334" r:id="rId26"/>
    <p:sldId id="335" r:id="rId27"/>
    <p:sldId id="336" r:id="rId28"/>
    <p:sldId id="337" r:id="rId29"/>
    <p:sldId id="338" r:id="rId30"/>
    <p:sldId id="339" r:id="rId31"/>
    <p:sldId id="340" r:id="rId32"/>
    <p:sldId id="341" r:id="rId33"/>
    <p:sldId id="342" r:id="rId34"/>
    <p:sldId id="343" r:id="rId35"/>
    <p:sldId id="344" r:id="rId36"/>
    <p:sldId id="345" r:id="rId37"/>
    <p:sldId id="346" r:id="rId38"/>
    <p:sldId id="347" r:id="rId39"/>
    <p:sldId id="348" r:id="rId40"/>
    <p:sldId id="349" r:id="rId41"/>
    <p:sldId id="350" r:id="rId42"/>
    <p:sldId id="351" r:id="rId43"/>
    <p:sldId id="352" r:id="rId44"/>
    <p:sldId id="353" r:id="rId45"/>
    <p:sldId id="354" r:id="rId46"/>
    <p:sldId id="355" r:id="rId47"/>
    <p:sldId id="356" r:id="rId48"/>
    <p:sldId id="357" r:id="rId49"/>
    <p:sldId id="358" r:id="rId50"/>
    <p:sldId id="359" r:id="rId51"/>
    <p:sldId id="360" r:id="rId52"/>
    <p:sldId id="361" r:id="rId53"/>
    <p:sldId id="362" r:id="rId54"/>
    <p:sldId id="363" r:id="rId55"/>
    <p:sldId id="364" r:id="rId56"/>
    <p:sldId id="365" r:id="rId57"/>
    <p:sldId id="366" r:id="rId58"/>
    <p:sldId id="367" r:id="rId59"/>
    <p:sldId id="368" r:id="rId60"/>
    <p:sldId id="369" r:id="rId61"/>
    <p:sldId id="370" r:id="rId62"/>
    <p:sldId id="371" r:id="rId63"/>
    <p:sldId id="372" r:id="rId64"/>
    <p:sldId id="373" r:id="rId65"/>
    <p:sldId id="374" r:id="rId66"/>
    <p:sldId id="375" r:id="rId67"/>
    <p:sldId id="376" r:id="rId68"/>
    <p:sldId id="377" r:id="rId69"/>
    <p:sldId id="378" r:id="rId70"/>
    <p:sldId id="379" r:id="rId71"/>
    <p:sldId id="380" r:id="rId72"/>
    <p:sldId id="381" r:id="rId73"/>
    <p:sldId id="382" r:id="rId74"/>
    <p:sldId id="383" r:id="rId75"/>
    <p:sldId id="384" r:id="rId76"/>
    <p:sldId id="385" r:id="rId77"/>
    <p:sldId id="386" r:id="rId78"/>
    <p:sldId id="387" r:id="rId79"/>
    <p:sldId id="388" r:id="rId80"/>
    <p:sldId id="389" r:id="rId81"/>
    <p:sldId id="390" r:id="rId82"/>
    <p:sldId id="391" r:id="rId83"/>
    <p:sldId id="392" r:id="rId84"/>
    <p:sldId id="393" r:id="rId85"/>
    <p:sldId id="394" r:id="rId86"/>
    <p:sldId id="395" r:id="rId87"/>
    <p:sldId id="396" r:id="rId88"/>
    <p:sldId id="397" r:id="rId89"/>
    <p:sldId id="398" r:id="rId90"/>
    <p:sldId id="399" r:id="rId91"/>
    <p:sldId id="400" r:id="rId92"/>
    <p:sldId id="263" r:id="rId93"/>
    <p:sldId id="312" r:id="rId94"/>
    <p:sldId id="401" r:id="rId95"/>
    <p:sldId id="402" r:id="rId96"/>
    <p:sldId id="403" r:id="rId97"/>
    <p:sldId id="404" r:id="rId98"/>
    <p:sldId id="405" r:id="rId99"/>
    <p:sldId id="406" r:id="rId100"/>
    <p:sldId id="407" r:id="rId101"/>
    <p:sldId id="408" r:id="rId102"/>
    <p:sldId id="409" r:id="rId103"/>
    <p:sldId id="410" r:id="rId104"/>
    <p:sldId id="411" r:id="rId105"/>
    <p:sldId id="273" r:id="rId106"/>
    <p:sldId id="412" r:id="rId107"/>
    <p:sldId id="413" r:id="rId108"/>
    <p:sldId id="414" r:id="rId109"/>
    <p:sldId id="415" r:id="rId110"/>
    <p:sldId id="416" r:id="rId111"/>
    <p:sldId id="417" r:id="rId112"/>
    <p:sldId id="418" r:id="rId113"/>
    <p:sldId id="419" r:id="rId114"/>
    <p:sldId id="420" r:id="rId115"/>
    <p:sldId id="421" r:id="rId116"/>
    <p:sldId id="422" r:id="rId117"/>
    <p:sldId id="423" r:id="rId118"/>
    <p:sldId id="424" r:id="rId119"/>
    <p:sldId id="425" r:id="rId120"/>
    <p:sldId id="426" r:id="rId121"/>
    <p:sldId id="274" r:id="rId122"/>
    <p:sldId id="427" r:id="rId123"/>
    <p:sldId id="428" r:id="rId124"/>
    <p:sldId id="429" r:id="rId125"/>
    <p:sldId id="430" r:id="rId126"/>
    <p:sldId id="431" r:id="rId127"/>
    <p:sldId id="432" r:id="rId128"/>
    <p:sldId id="433" r:id="rId129"/>
    <p:sldId id="434" r:id="rId130"/>
    <p:sldId id="435" r:id="rId131"/>
    <p:sldId id="436" r:id="rId132"/>
    <p:sldId id="437" r:id="rId133"/>
    <p:sldId id="438" r:id="rId134"/>
    <p:sldId id="439" r:id="rId135"/>
    <p:sldId id="440" r:id="rId136"/>
    <p:sldId id="441" r:id="rId137"/>
    <p:sldId id="442" r:id="rId138"/>
    <p:sldId id="443" r:id="rId139"/>
    <p:sldId id="444" r:id="rId140"/>
    <p:sldId id="445" r:id="rId141"/>
    <p:sldId id="446" r:id="rId142"/>
    <p:sldId id="447" r:id="rId143"/>
    <p:sldId id="448" r:id="rId144"/>
    <p:sldId id="449" r:id="rId145"/>
    <p:sldId id="450" r:id="rId146"/>
    <p:sldId id="451" r:id="rId147"/>
    <p:sldId id="452" r:id="rId148"/>
    <p:sldId id="453" r:id="rId149"/>
    <p:sldId id="454" r:id="rId150"/>
    <p:sldId id="455" r:id="rId151"/>
    <p:sldId id="456" r:id="rId152"/>
    <p:sldId id="457" r:id="rId153"/>
    <p:sldId id="458" r:id="rId154"/>
    <p:sldId id="459" r:id="rId155"/>
    <p:sldId id="460" r:id="rId156"/>
    <p:sldId id="461" r:id="rId157"/>
    <p:sldId id="462" r:id="rId158"/>
    <p:sldId id="463" r:id="rId159"/>
    <p:sldId id="464" r:id="rId160"/>
    <p:sldId id="465" r:id="rId161"/>
    <p:sldId id="466" r:id="rId162"/>
    <p:sldId id="467" r:id="rId163"/>
    <p:sldId id="468" r:id="rId164"/>
    <p:sldId id="469" r:id="rId165"/>
    <p:sldId id="470" r:id="rId166"/>
    <p:sldId id="471" r:id="rId167"/>
    <p:sldId id="472" r:id="rId168"/>
    <p:sldId id="473" r:id="rId169"/>
    <p:sldId id="474" r:id="rId170"/>
    <p:sldId id="475" r:id="rId171"/>
    <p:sldId id="476" r:id="rId172"/>
    <p:sldId id="477" r:id="rId173"/>
    <p:sldId id="478" r:id="rId174"/>
    <p:sldId id="479" r:id="rId175"/>
    <p:sldId id="480" r:id="rId176"/>
    <p:sldId id="481" r:id="rId177"/>
    <p:sldId id="482" r:id="rId178"/>
    <p:sldId id="483" r:id="rId179"/>
    <p:sldId id="484" r:id="rId180"/>
    <p:sldId id="280" r:id="rId181"/>
    <p:sldId id="485" r:id="rId182"/>
    <p:sldId id="486" r:id="rId183"/>
    <p:sldId id="282" r:id="rId184"/>
    <p:sldId id="283" r:id="rId185"/>
    <p:sldId id="487" r:id="rId186"/>
    <p:sldId id="488" r:id="rId187"/>
    <p:sldId id="489" r:id="rId188"/>
    <p:sldId id="490" r:id="rId189"/>
    <p:sldId id="491" r:id="rId190"/>
    <p:sldId id="492" r:id="rId191"/>
    <p:sldId id="493" r:id="rId192"/>
    <p:sldId id="494" r:id="rId193"/>
    <p:sldId id="495" r:id="rId194"/>
    <p:sldId id="496" r:id="rId195"/>
    <p:sldId id="497" r:id="rId196"/>
    <p:sldId id="498" r:id="rId197"/>
    <p:sldId id="286" r:id="rId198"/>
    <p:sldId id="289" r:id="rId199"/>
    <p:sldId id="499" r:id="rId200"/>
    <p:sldId id="500" r:id="rId201"/>
    <p:sldId id="501" r:id="rId202"/>
    <p:sldId id="502" r:id="rId203"/>
    <p:sldId id="503" r:id="rId204"/>
    <p:sldId id="504" r:id="rId205"/>
    <p:sldId id="505" r:id="rId206"/>
    <p:sldId id="506" r:id="rId207"/>
    <p:sldId id="507" r:id="rId208"/>
    <p:sldId id="508" r:id="rId209"/>
    <p:sldId id="509" r:id="rId210"/>
    <p:sldId id="510" r:id="rId211"/>
    <p:sldId id="511" r:id="rId212"/>
    <p:sldId id="512" r:id="rId213"/>
    <p:sldId id="513" r:id="rId214"/>
    <p:sldId id="514" r:id="rId215"/>
    <p:sldId id="515" r:id="rId216"/>
    <p:sldId id="516" r:id="rId217"/>
    <p:sldId id="517" r:id="rId218"/>
    <p:sldId id="518" r:id="rId219"/>
    <p:sldId id="519" r:id="rId220"/>
    <p:sldId id="520" r:id="rId221"/>
    <p:sldId id="521" r:id="rId222"/>
    <p:sldId id="522" r:id="rId223"/>
    <p:sldId id="523" r:id="rId224"/>
    <p:sldId id="524" r:id="rId225"/>
    <p:sldId id="525" r:id="rId226"/>
    <p:sldId id="526" r:id="rId227"/>
    <p:sldId id="527" r:id="rId228"/>
    <p:sldId id="528" r:id="rId229"/>
    <p:sldId id="529" r:id="rId230"/>
    <p:sldId id="530" r:id="rId231"/>
    <p:sldId id="531" r:id="rId232"/>
    <p:sldId id="532" r:id="rId233"/>
    <p:sldId id="533" r:id="rId234"/>
    <p:sldId id="534" r:id="rId235"/>
    <p:sldId id="535" r:id="rId236"/>
    <p:sldId id="536" r:id="rId237"/>
    <p:sldId id="537" r:id="rId238"/>
    <p:sldId id="538" r:id="rId239"/>
    <p:sldId id="539" r:id="rId240"/>
    <p:sldId id="540" r:id="rId241"/>
    <p:sldId id="541" r:id="rId242"/>
    <p:sldId id="542" r:id="rId243"/>
    <p:sldId id="543" r:id="rId244"/>
    <p:sldId id="296" r:id="rId245"/>
    <p:sldId id="544" r:id="rId246"/>
    <p:sldId id="545" r:id="rId247"/>
    <p:sldId id="546" r:id="rId248"/>
    <p:sldId id="547" r:id="rId249"/>
    <p:sldId id="548" r:id="rId250"/>
    <p:sldId id="549" r:id="rId251"/>
    <p:sldId id="550" r:id="rId252"/>
    <p:sldId id="551" r:id="rId253"/>
    <p:sldId id="552" r:id="rId254"/>
    <p:sldId id="299" r:id="rId255"/>
  </p:sldIdLst>
  <p:sldSz cx="12192000" cy="6858000"/>
  <p:notesSz cx="6858000" cy="9144000"/>
  <p:defaultTextStyle>
    <a:defPPr>
      <a:defRPr lang="zh-H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7050828-9684-2C2F-5964-D8BA849A7E1F}" name="Michael" initials="M" userId="S::michael@unipluseducation.com::57a48002-65f5-4683-bf44-e785d4ac3a50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70C0"/>
    <a:srgbClr val="78206E"/>
    <a:srgbClr val="156082"/>
    <a:srgbClr val="555877"/>
    <a:srgbClr val="FE9E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346" autoAdjust="0"/>
    <p:restoredTop sz="94707"/>
  </p:normalViewPr>
  <p:slideViewPr>
    <p:cSldViewPr snapToGrid="0">
      <p:cViewPr varScale="1">
        <p:scale>
          <a:sx n="84" d="100"/>
          <a:sy n="84" d="100"/>
        </p:scale>
        <p:origin x="200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3.xml"/><Relationship Id="rId21" Type="http://schemas.openxmlformats.org/officeDocument/2006/relationships/slide" Target="slides/slide17.xml"/><Relationship Id="rId63" Type="http://schemas.openxmlformats.org/officeDocument/2006/relationships/slide" Target="slides/slide59.xml"/><Relationship Id="rId159" Type="http://schemas.openxmlformats.org/officeDocument/2006/relationships/slide" Target="slides/slide155.xml"/><Relationship Id="rId170" Type="http://schemas.openxmlformats.org/officeDocument/2006/relationships/slide" Target="slides/slide166.xml"/><Relationship Id="rId191" Type="http://schemas.openxmlformats.org/officeDocument/2006/relationships/slide" Target="slides/slide187.xml"/><Relationship Id="rId205" Type="http://schemas.openxmlformats.org/officeDocument/2006/relationships/slide" Target="slides/slide201.xml"/><Relationship Id="rId226" Type="http://schemas.openxmlformats.org/officeDocument/2006/relationships/slide" Target="slides/slide222.xml"/><Relationship Id="rId247" Type="http://schemas.openxmlformats.org/officeDocument/2006/relationships/slide" Target="slides/slide243.xml"/><Relationship Id="rId107" Type="http://schemas.openxmlformats.org/officeDocument/2006/relationships/slide" Target="slides/slide103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53" Type="http://schemas.openxmlformats.org/officeDocument/2006/relationships/slide" Target="slides/slide49.xml"/><Relationship Id="rId74" Type="http://schemas.openxmlformats.org/officeDocument/2006/relationships/slide" Target="slides/slide70.xml"/><Relationship Id="rId128" Type="http://schemas.openxmlformats.org/officeDocument/2006/relationships/slide" Target="slides/slide124.xml"/><Relationship Id="rId149" Type="http://schemas.openxmlformats.org/officeDocument/2006/relationships/slide" Target="slides/slide145.xml"/><Relationship Id="rId5" Type="http://schemas.openxmlformats.org/officeDocument/2006/relationships/slide" Target="slides/slide1.xml"/><Relationship Id="rId95" Type="http://schemas.openxmlformats.org/officeDocument/2006/relationships/slide" Target="slides/slide91.xml"/><Relationship Id="rId160" Type="http://schemas.openxmlformats.org/officeDocument/2006/relationships/slide" Target="slides/slide156.xml"/><Relationship Id="rId181" Type="http://schemas.openxmlformats.org/officeDocument/2006/relationships/slide" Target="slides/slide177.xml"/><Relationship Id="rId216" Type="http://schemas.openxmlformats.org/officeDocument/2006/relationships/slide" Target="slides/slide212.xml"/><Relationship Id="rId237" Type="http://schemas.openxmlformats.org/officeDocument/2006/relationships/slide" Target="slides/slide233.xml"/><Relationship Id="rId258" Type="http://schemas.openxmlformats.org/officeDocument/2006/relationships/viewProps" Target="viewProps.xml"/><Relationship Id="rId22" Type="http://schemas.openxmlformats.org/officeDocument/2006/relationships/slide" Target="slides/slide18.xml"/><Relationship Id="rId43" Type="http://schemas.openxmlformats.org/officeDocument/2006/relationships/slide" Target="slides/slide39.xml"/><Relationship Id="rId64" Type="http://schemas.openxmlformats.org/officeDocument/2006/relationships/slide" Target="slides/slide60.xml"/><Relationship Id="rId118" Type="http://schemas.openxmlformats.org/officeDocument/2006/relationships/slide" Target="slides/slide114.xml"/><Relationship Id="rId139" Type="http://schemas.openxmlformats.org/officeDocument/2006/relationships/slide" Target="slides/slide135.xml"/><Relationship Id="rId85" Type="http://schemas.openxmlformats.org/officeDocument/2006/relationships/slide" Target="slides/slide81.xml"/><Relationship Id="rId150" Type="http://schemas.openxmlformats.org/officeDocument/2006/relationships/slide" Target="slides/slide146.xml"/><Relationship Id="rId171" Type="http://schemas.openxmlformats.org/officeDocument/2006/relationships/slide" Target="slides/slide167.xml"/><Relationship Id="rId192" Type="http://schemas.openxmlformats.org/officeDocument/2006/relationships/slide" Target="slides/slide188.xml"/><Relationship Id="rId206" Type="http://schemas.openxmlformats.org/officeDocument/2006/relationships/slide" Target="slides/slide202.xml"/><Relationship Id="rId227" Type="http://schemas.openxmlformats.org/officeDocument/2006/relationships/slide" Target="slides/slide223.xml"/><Relationship Id="rId248" Type="http://schemas.openxmlformats.org/officeDocument/2006/relationships/slide" Target="slides/slide244.xml"/><Relationship Id="rId12" Type="http://schemas.openxmlformats.org/officeDocument/2006/relationships/slide" Target="slides/slide8.xml"/><Relationship Id="rId33" Type="http://schemas.openxmlformats.org/officeDocument/2006/relationships/slide" Target="slides/slide29.xml"/><Relationship Id="rId108" Type="http://schemas.openxmlformats.org/officeDocument/2006/relationships/slide" Target="slides/slide104.xml"/><Relationship Id="rId129" Type="http://schemas.openxmlformats.org/officeDocument/2006/relationships/slide" Target="slides/slide125.xml"/><Relationship Id="rId54" Type="http://schemas.openxmlformats.org/officeDocument/2006/relationships/slide" Target="slides/slide50.xml"/><Relationship Id="rId75" Type="http://schemas.openxmlformats.org/officeDocument/2006/relationships/slide" Target="slides/slide71.xml"/><Relationship Id="rId96" Type="http://schemas.openxmlformats.org/officeDocument/2006/relationships/slide" Target="slides/slide92.xml"/><Relationship Id="rId140" Type="http://schemas.openxmlformats.org/officeDocument/2006/relationships/slide" Target="slides/slide136.xml"/><Relationship Id="rId161" Type="http://schemas.openxmlformats.org/officeDocument/2006/relationships/slide" Target="slides/slide157.xml"/><Relationship Id="rId182" Type="http://schemas.openxmlformats.org/officeDocument/2006/relationships/slide" Target="slides/slide178.xml"/><Relationship Id="rId217" Type="http://schemas.openxmlformats.org/officeDocument/2006/relationships/slide" Target="slides/slide213.xml"/><Relationship Id="rId6" Type="http://schemas.openxmlformats.org/officeDocument/2006/relationships/slide" Target="slides/slide2.xml"/><Relationship Id="rId238" Type="http://schemas.openxmlformats.org/officeDocument/2006/relationships/slide" Target="slides/slide234.xml"/><Relationship Id="rId259" Type="http://schemas.openxmlformats.org/officeDocument/2006/relationships/theme" Target="theme/theme1.xml"/><Relationship Id="rId23" Type="http://schemas.openxmlformats.org/officeDocument/2006/relationships/slide" Target="slides/slide19.xml"/><Relationship Id="rId119" Type="http://schemas.openxmlformats.org/officeDocument/2006/relationships/slide" Target="slides/slide115.xml"/><Relationship Id="rId44" Type="http://schemas.openxmlformats.org/officeDocument/2006/relationships/slide" Target="slides/slide40.xml"/><Relationship Id="rId65" Type="http://schemas.openxmlformats.org/officeDocument/2006/relationships/slide" Target="slides/slide61.xml"/><Relationship Id="rId86" Type="http://schemas.openxmlformats.org/officeDocument/2006/relationships/slide" Target="slides/slide82.xml"/><Relationship Id="rId130" Type="http://schemas.openxmlformats.org/officeDocument/2006/relationships/slide" Target="slides/slide126.xml"/><Relationship Id="rId151" Type="http://schemas.openxmlformats.org/officeDocument/2006/relationships/slide" Target="slides/slide147.xml"/><Relationship Id="rId172" Type="http://schemas.openxmlformats.org/officeDocument/2006/relationships/slide" Target="slides/slide168.xml"/><Relationship Id="rId193" Type="http://schemas.openxmlformats.org/officeDocument/2006/relationships/slide" Target="slides/slide189.xml"/><Relationship Id="rId207" Type="http://schemas.openxmlformats.org/officeDocument/2006/relationships/slide" Target="slides/slide203.xml"/><Relationship Id="rId228" Type="http://schemas.openxmlformats.org/officeDocument/2006/relationships/slide" Target="slides/slide224.xml"/><Relationship Id="rId249" Type="http://schemas.openxmlformats.org/officeDocument/2006/relationships/slide" Target="slides/slide245.xml"/><Relationship Id="rId13" Type="http://schemas.openxmlformats.org/officeDocument/2006/relationships/slide" Target="slides/slide9.xml"/><Relationship Id="rId109" Type="http://schemas.openxmlformats.org/officeDocument/2006/relationships/slide" Target="slides/slide105.xml"/><Relationship Id="rId260" Type="http://schemas.openxmlformats.org/officeDocument/2006/relationships/tableStyles" Target="tableStyles.xml"/><Relationship Id="rId34" Type="http://schemas.openxmlformats.org/officeDocument/2006/relationships/slide" Target="slides/slide30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97" Type="http://schemas.openxmlformats.org/officeDocument/2006/relationships/slide" Target="slides/slide93.xml"/><Relationship Id="rId120" Type="http://schemas.openxmlformats.org/officeDocument/2006/relationships/slide" Target="slides/slide116.xml"/><Relationship Id="rId141" Type="http://schemas.openxmlformats.org/officeDocument/2006/relationships/slide" Target="slides/slide137.xml"/><Relationship Id="rId7" Type="http://schemas.openxmlformats.org/officeDocument/2006/relationships/slide" Target="slides/slide3.xml"/><Relationship Id="rId162" Type="http://schemas.openxmlformats.org/officeDocument/2006/relationships/slide" Target="slides/slide158.xml"/><Relationship Id="rId183" Type="http://schemas.openxmlformats.org/officeDocument/2006/relationships/slide" Target="slides/slide179.xml"/><Relationship Id="rId218" Type="http://schemas.openxmlformats.org/officeDocument/2006/relationships/slide" Target="slides/slide214.xml"/><Relationship Id="rId239" Type="http://schemas.openxmlformats.org/officeDocument/2006/relationships/slide" Target="slides/slide235.xml"/><Relationship Id="rId250" Type="http://schemas.openxmlformats.org/officeDocument/2006/relationships/slide" Target="slides/slide246.xml"/><Relationship Id="rId24" Type="http://schemas.openxmlformats.org/officeDocument/2006/relationships/slide" Target="slides/slide20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110" Type="http://schemas.openxmlformats.org/officeDocument/2006/relationships/slide" Target="slides/slide106.xml"/><Relationship Id="rId131" Type="http://schemas.openxmlformats.org/officeDocument/2006/relationships/slide" Target="slides/slide127.xml"/><Relationship Id="rId152" Type="http://schemas.openxmlformats.org/officeDocument/2006/relationships/slide" Target="slides/slide148.xml"/><Relationship Id="rId173" Type="http://schemas.openxmlformats.org/officeDocument/2006/relationships/slide" Target="slides/slide169.xml"/><Relationship Id="rId194" Type="http://schemas.openxmlformats.org/officeDocument/2006/relationships/slide" Target="slides/slide190.xml"/><Relationship Id="rId208" Type="http://schemas.openxmlformats.org/officeDocument/2006/relationships/slide" Target="slides/slide204.xml"/><Relationship Id="rId229" Type="http://schemas.openxmlformats.org/officeDocument/2006/relationships/slide" Target="slides/slide225.xml"/><Relationship Id="rId240" Type="http://schemas.openxmlformats.org/officeDocument/2006/relationships/slide" Target="slides/slide236.xml"/><Relationship Id="rId261" Type="http://schemas.microsoft.com/office/2018/10/relationships/authors" Target="authors.xml"/><Relationship Id="rId14" Type="http://schemas.openxmlformats.org/officeDocument/2006/relationships/slide" Target="slides/slide10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Relationship Id="rId100" Type="http://schemas.openxmlformats.org/officeDocument/2006/relationships/slide" Target="slides/slide96.xml"/><Relationship Id="rId8" Type="http://schemas.openxmlformats.org/officeDocument/2006/relationships/slide" Target="slides/slide4.xml"/><Relationship Id="rId98" Type="http://schemas.openxmlformats.org/officeDocument/2006/relationships/slide" Target="slides/slide94.xml"/><Relationship Id="rId121" Type="http://schemas.openxmlformats.org/officeDocument/2006/relationships/slide" Target="slides/slide117.xml"/><Relationship Id="rId142" Type="http://schemas.openxmlformats.org/officeDocument/2006/relationships/slide" Target="slides/slide138.xml"/><Relationship Id="rId163" Type="http://schemas.openxmlformats.org/officeDocument/2006/relationships/slide" Target="slides/slide159.xml"/><Relationship Id="rId184" Type="http://schemas.openxmlformats.org/officeDocument/2006/relationships/slide" Target="slides/slide180.xml"/><Relationship Id="rId219" Type="http://schemas.openxmlformats.org/officeDocument/2006/relationships/slide" Target="slides/slide215.xml"/><Relationship Id="rId230" Type="http://schemas.openxmlformats.org/officeDocument/2006/relationships/slide" Target="slides/slide226.xml"/><Relationship Id="rId251" Type="http://schemas.openxmlformats.org/officeDocument/2006/relationships/slide" Target="slides/slide247.xml"/><Relationship Id="rId25" Type="http://schemas.openxmlformats.org/officeDocument/2006/relationships/slide" Target="slides/slide21.xml"/><Relationship Id="rId46" Type="http://schemas.openxmlformats.org/officeDocument/2006/relationships/slide" Target="slides/slide42.xml"/><Relationship Id="rId67" Type="http://schemas.openxmlformats.org/officeDocument/2006/relationships/slide" Target="slides/slide63.xml"/><Relationship Id="rId88" Type="http://schemas.openxmlformats.org/officeDocument/2006/relationships/slide" Target="slides/slide84.xml"/><Relationship Id="rId111" Type="http://schemas.openxmlformats.org/officeDocument/2006/relationships/slide" Target="slides/slide107.xml"/><Relationship Id="rId132" Type="http://schemas.openxmlformats.org/officeDocument/2006/relationships/slide" Target="slides/slide128.xml"/><Relationship Id="rId153" Type="http://schemas.openxmlformats.org/officeDocument/2006/relationships/slide" Target="slides/slide149.xml"/><Relationship Id="rId174" Type="http://schemas.openxmlformats.org/officeDocument/2006/relationships/slide" Target="slides/slide170.xml"/><Relationship Id="rId195" Type="http://schemas.openxmlformats.org/officeDocument/2006/relationships/slide" Target="slides/slide191.xml"/><Relationship Id="rId209" Type="http://schemas.openxmlformats.org/officeDocument/2006/relationships/slide" Target="slides/slide205.xml"/><Relationship Id="rId220" Type="http://schemas.openxmlformats.org/officeDocument/2006/relationships/slide" Target="slides/slide216.xml"/><Relationship Id="rId241" Type="http://schemas.openxmlformats.org/officeDocument/2006/relationships/slide" Target="slides/slide237.xml"/><Relationship Id="rId15" Type="http://schemas.openxmlformats.org/officeDocument/2006/relationships/slide" Target="slides/slide11.xml"/><Relationship Id="rId36" Type="http://schemas.openxmlformats.org/officeDocument/2006/relationships/slide" Target="slides/slide32.xml"/><Relationship Id="rId57" Type="http://schemas.openxmlformats.org/officeDocument/2006/relationships/slide" Target="slides/slide53.xml"/><Relationship Id="rId78" Type="http://schemas.openxmlformats.org/officeDocument/2006/relationships/slide" Target="slides/slide74.xml"/><Relationship Id="rId99" Type="http://schemas.openxmlformats.org/officeDocument/2006/relationships/slide" Target="slides/slide95.xml"/><Relationship Id="rId101" Type="http://schemas.openxmlformats.org/officeDocument/2006/relationships/slide" Target="slides/slide97.xml"/><Relationship Id="rId122" Type="http://schemas.openxmlformats.org/officeDocument/2006/relationships/slide" Target="slides/slide118.xml"/><Relationship Id="rId143" Type="http://schemas.openxmlformats.org/officeDocument/2006/relationships/slide" Target="slides/slide139.xml"/><Relationship Id="rId164" Type="http://schemas.openxmlformats.org/officeDocument/2006/relationships/slide" Target="slides/slide160.xml"/><Relationship Id="rId185" Type="http://schemas.openxmlformats.org/officeDocument/2006/relationships/slide" Target="slides/slide181.xml"/><Relationship Id="rId9" Type="http://schemas.openxmlformats.org/officeDocument/2006/relationships/slide" Target="slides/slide5.xml"/><Relationship Id="rId210" Type="http://schemas.openxmlformats.org/officeDocument/2006/relationships/slide" Target="slides/slide206.xml"/><Relationship Id="rId26" Type="http://schemas.openxmlformats.org/officeDocument/2006/relationships/slide" Target="slides/slide22.xml"/><Relationship Id="rId231" Type="http://schemas.openxmlformats.org/officeDocument/2006/relationships/slide" Target="slides/slide227.xml"/><Relationship Id="rId252" Type="http://schemas.openxmlformats.org/officeDocument/2006/relationships/slide" Target="slides/slide248.xml"/><Relationship Id="rId47" Type="http://schemas.openxmlformats.org/officeDocument/2006/relationships/slide" Target="slides/slide43.xml"/><Relationship Id="rId68" Type="http://schemas.openxmlformats.org/officeDocument/2006/relationships/slide" Target="slides/slide64.xml"/><Relationship Id="rId89" Type="http://schemas.openxmlformats.org/officeDocument/2006/relationships/slide" Target="slides/slide85.xml"/><Relationship Id="rId112" Type="http://schemas.openxmlformats.org/officeDocument/2006/relationships/slide" Target="slides/slide108.xml"/><Relationship Id="rId133" Type="http://schemas.openxmlformats.org/officeDocument/2006/relationships/slide" Target="slides/slide129.xml"/><Relationship Id="rId154" Type="http://schemas.openxmlformats.org/officeDocument/2006/relationships/slide" Target="slides/slide150.xml"/><Relationship Id="rId175" Type="http://schemas.openxmlformats.org/officeDocument/2006/relationships/slide" Target="slides/slide171.xml"/><Relationship Id="rId196" Type="http://schemas.openxmlformats.org/officeDocument/2006/relationships/slide" Target="slides/slide192.xml"/><Relationship Id="rId200" Type="http://schemas.openxmlformats.org/officeDocument/2006/relationships/slide" Target="slides/slide196.xml"/><Relationship Id="rId16" Type="http://schemas.openxmlformats.org/officeDocument/2006/relationships/slide" Target="slides/slide12.xml"/><Relationship Id="rId221" Type="http://schemas.openxmlformats.org/officeDocument/2006/relationships/slide" Target="slides/slide217.xml"/><Relationship Id="rId242" Type="http://schemas.openxmlformats.org/officeDocument/2006/relationships/slide" Target="slides/slide238.xml"/><Relationship Id="rId37" Type="http://schemas.openxmlformats.org/officeDocument/2006/relationships/slide" Target="slides/slide33.xml"/><Relationship Id="rId58" Type="http://schemas.openxmlformats.org/officeDocument/2006/relationships/slide" Target="slides/slide54.xml"/><Relationship Id="rId79" Type="http://schemas.openxmlformats.org/officeDocument/2006/relationships/slide" Target="slides/slide75.xml"/><Relationship Id="rId102" Type="http://schemas.openxmlformats.org/officeDocument/2006/relationships/slide" Target="slides/slide98.xml"/><Relationship Id="rId123" Type="http://schemas.openxmlformats.org/officeDocument/2006/relationships/slide" Target="slides/slide119.xml"/><Relationship Id="rId144" Type="http://schemas.openxmlformats.org/officeDocument/2006/relationships/slide" Target="slides/slide140.xml"/><Relationship Id="rId90" Type="http://schemas.openxmlformats.org/officeDocument/2006/relationships/slide" Target="slides/slide86.xml"/><Relationship Id="rId165" Type="http://schemas.openxmlformats.org/officeDocument/2006/relationships/slide" Target="slides/slide161.xml"/><Relationship Id="rId186" Type="http://schemas.openxmlformats.org/officeDocument/2006/relationships/slide" Target="slides/slide182.xml"/><Relationship Id="rId211" Type="http://schemas.openxmlformats.org/officeDocument/2006/relationships/slide" Target="slides/slide207.xml"/><Relationship Id="rId232" Type="http://schemas.openxmlformats.org/officeDocument/2006/relationships/slide" Target="slides/slide228.xml"/><Relationship Id="rId253" Type="http://schemas.openxmlformats.org/officeDocument/2006/relationships/slide" Target="slides/slide249.xml"/><Relationship Id="rId27" Type="http://schemas.openxmlformats.org/officeDocument/2006/relationships/slide" Target="slides/slide23.xml"/><Relationship Id="rId48" Type="http://schemas.openxmlformats.org/officeDocument/2006/relationships/slide" Target="slides/slide44.xml"/><Relationship Id="rId69" Type="http://schemas.openxmlformats.org/officeDocument/2006/relationships/slide" Target="slides/slide65.xml"/><Relationship Id="rId113" Type="http://schemas.openxmlformats.org/officeDocument/2006/relationships/slide" Target="slides/slide109.xml"/><Relationship Id="rId134" Type="http://schemas.openxmlformats.org/officeDocument/2006/relationships/slide" Target="slides/slide130.xml"/><Relationship Id="rId80" Type="http://schemas.openxmlformats.org/officeDocument/2006/relationships/slide" Target="slides/slide76.xml"/><Relationship Id="rId155" Type="http://schemas.openxmlformats.org/officeDocument/2006/relationships/slide" Target="slides/slide151.xml"/><Relationship Id="rId176" Type="http://schemas.openxmlformats.org/officeDocument/2006/relationships/slide" Target="slides/slide172.xml"/><Relationship Id="rId197" Type="http://schemas.openxmlformats.org/officeDocument/2006/relationships/slide" Target="slides/slide193.xml"/><Relationship Id="rId201" Type="http://schemas.openxmlformats.org/officeDocument/2006/relationships/slide" Target="slides/slide197.xml"/><Relationship Id="rId222" Type="http://schemas.openxmlformats.org/officeDocument/2006/relationships/slide" Target="slides/slide218.xml"/><Relationship Id="rId243" Type="http://schemas.openxmlformats.org/officeDocument/2006/relationships/slide" Target="slides/slide239.xml"/><Relationship Id="rId17" Type="http://schemas.openxmlformats.org/officeDocument/2006/relationships/slide" Target="slides/slide13.xml"/><Relationship Id="rId38" Type="http://schemas.openxmlformats.org/officeDocument/2006/relationships/slide" Target="slides/slide34.xml"/><Relationship Id="rId59" Type="http://schemas.openxmlformats.org/officeDocument/2006/relationships/slide" Target="slides/slide55.xml"/><Relationship Id="rId103" Type="http://schemas.openxmlformats.org/officeDocument/2006/relationships/slide" Target="slides/slide99.xml"/><Relationship Id="rId124" Type="http://schemas.openxmlformats.org/officeDocument/2006/relationships/slide" Target="slides/slide120.xml"/><Relationship Id="rId70" Type="http://schemas.openxmlformats.org/officeDocument/2006/relationships/slide" Target="slides/slide66.xml"/><Relationship Id="rId91" Type="http://schemas.openxmlformats.org/officeDocument/2006/relationships/slide" Target="slides/slide87.xml"/><Relationship Id="rId145" Type="http://schemas.openxmlformats.org/officeDocument/2006/relationships/slide" Target="slides/slide141.xml"/><Relationship Id="rId166" Type="http://schemas.openxmlformats.org/officeDocument/2006/relationships/slide" Target="slides/slide162.xml"/><Relationship Id="rId187" Type="http://schemas.openxmlformats.org/officeDocument/2006/relationships/slide" Target="slides/slide183.xml"/><Relationship Id="rId1" Type="http://schemas.openxmlformats.org/officeDocument/2006/relationships/customXml" Target="../customXml/item1.xml"/><Relationship Id="rId212" Type="http://schemas.openxmlformats.org/officeDocument/2006/relationships/slide" Target="slides/slide208.xml"/><Relationship Id="rId233" Type="http://schemas.openxmlformats.org/officeDocument/2006/relationships/slide" Target="slides/slide229.xml"/><Relationship Id="rId254" Type="http://schemas.openxmlformats.org/officeDocument/2006/relationships/slide" Target="slides/slide250.xml"/><Relationship Id="rId28" Type="http://schemas.openxmlformats.org/officeDocument/2006/relationships/slide" Target="slides/slide24.xml"/><Relationship Id="rId49" Type="http://schemas.openxmlformats.org/officeDocument/2006/relationships/slide" Target="slides/slide45.xml"/><Relationship Id="rId114" Type="http://schemas.openxmlformats.org/officeDocument/2006/relationships/slide" Target="slides/slide110.xml"/><Relationship Id="rId60" Type="http://schemas.openxmlformats.org/officeDocument/2006/relationships/slide" Target="slides/slide56.xml"/><Relationship Id="rId81" Type="http://schemas.openxmlformats.org/officeDocument/2006/relationships/slide" Target="slides/slide77.xml"/><Relationship Id="rId135" Type="http://schemas.openxmlformats.org/officeDocument/2006/relationships/slide" Target="slides/slide131.xml"/><Relationship Id="rId156" Type="http://schemas.openxmlformats.org/officeDocument/2006/relationships/slide" Target="slides/slide152.xml"/><Relationship Id="rId177" Type="http://schemas.openxmlformats.org/officeDocument/2006/relationships/slide" Target="slides/slide173.xml"/><Relationship Id="rId198" Type="http://schemas.openxmlformats.org/officeDocument/2006/relationships/slide" Target="slides/slide194.xml"/><Relationship Id="rId202" Type="http://schemas.openxmlformats.org/officeDocument/2006/relationships/slide" Target="slides/slide198.xml"/><Relationship Id="rId223" Type="http://schemas.openxmlformats.org/officeDocument/2006/relationships/slide" Target="slides/slide219.xml"/><Relationship Id="rId244" Type="http://schemas.openxmlformats.org/officeDocument/2006/relationships/slide" Target="slides/slide240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50" Type="http://schemas.openxmlformats.org/officeDocument/2006/relationships/slide" Target="slides/slide46.xml"/><Relationship Id="rId104" Type="http://schemas.openxmlformats.org/officeDocument/2006/relationships/slide" Target="slides/slide100.xml"/><Relationship Id="rId125" Type="http://schemas.openxmlformats.org/officeDocument/2006/relationships/slide" Target="slides/slide121.xml"/><Relationship Id="rId146" Type="http://schemas.openxmlformats.org/officeDocument/2006/relationships/slide" Target="slides/slide142.xml"/><Relationship Id="rId167" Type="http://schemas.openxmlformats.org/officeDocument/2006/relationships/slide" Target="slides/slide163.xml"/><Relationship Id="rId188" Type="http://schemas.openxmlformats.org/officeDocument/2006/relationships/slide" Target="slides/slide184.xml"/><Relationship Id="rId71" Type="http://schemas.openxmlformats.org/officeDocument/2006/relationships/slide" Target="slides/slide67.xml"/><Relationship Id="rId92" Type="http://schemas.openxmlformats.org/officeDocument/2006/relationships/slide" Target="slides/slide88.xml"/><Relationship Id="rId213" Type="http://schemas.openxmlformats.org/officeDocument/2006/relationships/slide" Target="slides/slide209.xml"/><Relationship Id="rId234" Type="http://schemas.openxmlformats.org/officeDocument/2006/relationships/slide" Target="slides/slide230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55" Type="http://schemas.openxmlformats.org/officeDocument/2006/relationships/slide" Target="slides/slide251.xml"/><Relationship Id="rId40" Type="http://schemas.openxmlformats.org/officeDocument/2006/relationships/slide" Target="slides/slide36.xml"/><Relationship Id="rId115" Type="http://schemas.openxmlformats.org/officeDocument/2006/relationships/slide" Target="slides/slide111.xml"/><Relationship Id="rId136" Type="http://schemas.openxmlformats.org/officeDocument/2006/relationships/slide" Target="slides/slide132.xml"/><Relationship Id="rId157" Type="http://schemas.openxmlformats.org/officeDocument/2006/relationships/slide" Target="slides/slide153.xml"/><Relationship Id="rId178" Type="http://schemas.openxmlformats.org/officeDocument/2006/relationships/slide" Target="slides/slide174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9" Type="http://schemas.openxmlformats.org/officeDocument/2006/relationships/slide" Target="slides/slide195.xml"/><Relationship Id="rId203" Type="http://schemas.openxmlformats.org/officeDocument/2006/relationships/slide" Target="slides/slide199.xml"/><Relationship Id="rId19" Type="http://schemas.openxmlformats.org/officeDocument/2006/relationships/slide" Target="slides/slide15.xml"/><Relationship Id="rId224" Type="http://schemas.openxmlformats.org/officeDocument/2006/relationships/slide" Target="slides/slide220.xml"/><Relationship Id="rId245" Type="http://schemas.openxmlformats.org/officeDocument/2006/relationships/slide" Target="slides/slide241.xml"/><Relationship Id="rId30" Type="http://schemas.openxmlformats.org/officeDocument/2006/relationships/slide" Target="slides/slide26.xml"/><Relationship Id="rId105" Type="http://schemas.openxmlformats.org/officeDocument/2006/relationships/slide" Target="slides/slide101.xml"/><Relationship Id="rId126" Type="http://schemas.openxmlformats.org/officeDocument/2006/relationships/slide" Target="slides/slide122.xml"/><Relationship Id="rId147" Type="http://schemas.openxmlformats.org/officeDocument/2006/relationships/slide" Target="slides/slide143.xml"/><Relationship Id="rId168" Type="http://schemas.openxmlformats.org/officeDocument/2006/relationships/slide" Target="slides/slide16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93" Type="http://schemas.openxmlformats.org/officeDocument/2006/relationships/slide" Target="slides/slide89.xml"/><Relationship Id="rId189" Type="http://schemas.openxmlformats.org/officeDocument/2006/relationships/slide" Target="slides/slide185.xml"/><Relationship Id="rId3" Type="http://schemas.openxmlformats.org/officeDocument/2006/relationships/customXml" Target="../customXml/item3.xml"/><Relationship Id="rId214" Type="http://schemas.openxmlformats.org/officeDocument/2006/relationships/slide" Target="slides/slide210.xml"/><Relationship Id="rId235" Type="http://schemas.openxmlformats.org/officeDocument/2006/relationships/slide" Target="slides/slide231.xml"/><Relationship Id="rId256" Type="http://schemas.openxmlformats.org/officeDocument/2006/relationships/notesMaster" Target="notesMasters/notesMaster1.xml"/><Relationship Id="rId116" Type="http://schemas.openxmlformats.org/officeDocument/2006/relationships/slide" Target="slides/slide112.xml"/><Relationship Id="rId137" Type="http://schemas.openxmlformats.org/officeDocument/2006/relationships/slide" Target="slides/slide133.xml"/><Relationship Id="rId158" Type="http://schemas.openxmlformats.org/officeDocument/2006/relationships/slide" Target="slides/slide154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62" Type="http://schemas.openxmlformats.org/officeDocument/2006/relationships/slide" Target="slides/slide58.xml"/><Relationship Id="rId83" Type="http://schemas.openxmlformats.org/officeDocument/2006/relationships/slide" Target="slides/slide79.xml"/><Relationship Id="rId179" Type="http://schemas.openxmlformats.org/officeDocument/2006/relationships/slide" Target="slides/slide175.xml"/><Relationship Id="rId190" Type="http://schemas.openxmlformats.org/officeDocument/2006/relationships/slide" Target="slides/slide186.xml"/><Relationship Id="rId204" Type="http://schemas.openxmlformats.org/officeDocument/2006/relationships/slide" Target="slides/slide200.xml"/><Relationship Id="rId225" Type="http://schemas.openxmlformats.org/officeDocument/2006/relationships/slide" Target="slides/slide221.xml"/><Relationship Id="rId246" Type="http://schemas.openxmlformats.org/officeDocument/2006/relationships/slide" Target="slides/slide242.xml"/><Relationship Id="rId106" Type="http://schemas.openxmlformats.org/officeDocument/2006/relationships/slide" Target="slides/slide102.xml"/><Relationship Id="rId127" Type="http://schemas.openxmlformats.org/officeDocument/2006/relationships/slide" Target="slides/slide12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52" Type="http://schemas.openxmlformats.org/officeDocument/2006/relationships/slide" Target="slides/slide48.xml"/><Relationship Id="rId73" Type="http://schemas.openxmlformats.org/officeDocument/2006/relationships/slide" Target="slides/slide69.xml"/><Relationship Id="rId94" Type="http://schemas.openxmlformats.org/officeDocument/2006/relationships/slide" Target="slides/slide90.xml"/><Relationship Id="rId148" Type="http://schemas.openxmlformats.org/officeDocument/2006/relationships/slide" Target="slides/slide144.xml"/><Relationship Id="rId169" Type="http://schemas.openxmlformats.org/officeDocument/2006/relationships/slide" Target="slides/slide165.xml"/><Relationship Id="rId4" Type="http://schemas.openxmlformats.org/officeDocument/2006/relationships/slideMaster" Target="slideMasters/slideMaster1.xml"/><Relationship Id="rId180" Type="http://schemas.openxmlformats.org/officeDocument/2006/relationships/slide" Target="slides/slide176.xml"/><Relationship Id="rId215" Type="http://schemas.openxmlformats.org/officeDocument/2006/relationships/slide" Target="slides/slide211.xml"/><Relationship Id="rId236" Type="http://schemas.openxmlformats.org/officeDocument/2006/relationships/slide" Target="slides/slide232.xml"/><Relationship Id="rId257" Type="http://schemas.openxmlformats.org/officeDocument/2006/relationships/presProps" Target="presProps.xml"/><Relationship Id="rId42" Type="http://schemas.openxmlformats.org/officeDocument/2006/relationships/slide" Target="slides/slide38.xml"/><Relationship Id="rId84" Type="http://schemas.openxmlformats.org/officeDocument/2006/relationships/slide" Target="slides/slide80.xml"/><Relationship Id="rId138" Type="http://schemas.openxmlformats.org/officeDocument/2006/relationships/slide" Target="slides/slide134.xml"/></Relationships>
</file>

<file path=ppt/comments/modernComment_1A0_2C214F1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1_BA9CD5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2_CFAD62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3_3D6ADD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4_3B8F0E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5_10C55A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6_1839EB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7_D2994F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98A8F-C776-48BB-935E-3315BFED882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8_9994D8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98A8F-C776-48BB-935E-3315BFED882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9_1CB8C9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98A8F-C776-48BB-935E-3315BFED882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A_9DBCC8A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EA98A8F-C776-48BB-935E-3315BFED882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AB_E9F97F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AC_E150F4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AD_A810E2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AE_8EB80E0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AF_588FFA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0_6A0E5D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1_460F51A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2_4B62DDD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3_7DF050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4_83CABF7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5_398B4B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6_A9EC22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7_255E8F6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8_E20E7A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9_C84104A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A_8BE61E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B_9DFE6E5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C_3DBB24C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D_4E64809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E_9BEFAA9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BF_964197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C0_E6CD0BA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C1_CA140B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C2_812192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A6097E7-6EE5-4191-84DA-A2B062910EAE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P.4</a:t>
        </a:r>
      </a:p>
    </p188:txBody>
  </p188:cm>
</p188:cmLst>
</file>

<file path=ppt/comments/modernComment_1C3_7DF10D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1083A4-185C-4408-86EF-39E776F5682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4_44E0BBE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1083A4-185C-4408-86EF-39E776F5682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5_E75F84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F1083A4-185C-4408-86EF-39E776F5682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6_87E41D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0EDA8-3665-4043-A7E0-08EA7C9FE65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7_CE707C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0EDA8-3665-4043-A7E0-08EA7C9FE65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8_4C377C3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0EDA8-3665-4043-A7E0-08EA7C9FE65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9_CA1AAA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6B0EDA8-3665-4043-A7E0-08EA7C9FE65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CA_9EC9478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7D5AD3-72DA-43D2-ABD0-3FCBBE62182F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CB_1A43EB1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B7D5AD3-72DA-43D2-ABD0-3FCBBE62182F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CC_2161F4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CD_1223D27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CE_40287AE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CF_9B8F9B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0_CDBA7B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59BCEBC-A902-45B4-9E6D-4623720DDE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1_D03763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CC3A9A-6644-458C-AE81-A530A9AFFEA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2_59E37BC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CC3A9A-6644-458C-AE81-A530A9AFFEA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3_54CFA61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BCC3A9A-6644-458C-AE81-A530A9AFFEA7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4_4BEF19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5_BA1ECF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6_388B2F1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7_8237BB4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8_61C49F4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9_B964A53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A_E807D0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B_90289B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C_1BDF6E9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D_D7B589A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E_6A3A1D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DF_479611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0_BDB3477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1_F8B7F3B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2_21E87BE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3_A474A2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4_DC8ABB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D84DA8F-62B1-453E-9698-DA7066FEF724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5_901EFB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6570C1-75F1-488D-BE8B-B3D0E84550FA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6_C2CFAE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E6570C1-75F1-488D-BE8B-B3D0E84550FA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E7_1EF826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2088C9-A8FD-4968-A108-F8D87501AA29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8_7712873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292088C9-A8FD-4968-A108-F8D87501AA29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9_6170FF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A_C4C44D3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B_4E2B81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C_62C62C6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D_3480EFA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E_5C8E02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EF_B5AC2D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0_9DB5E3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1_484A5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2_FA5A922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C41C487-6781-4072-A114-5A04A7FE301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3_6C83C0A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4_2D9DE8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5_165C91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6_C0A2AC9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7_4688961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8_1E32010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9_A30D717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A_457EC5D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47CE276-E28E-462F-A2D9-574903E555F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B_C3C9EB1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C_5D1603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D_C21D680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E_39302DF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FF_E44ACE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128155-1C3A-461B-A2BD-41EEBED9BF9F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1A_DAFCB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D4D4B9-D251-4415-909B-7A67F8DA4836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B_1EF4FA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F2E7C4BA-EDD6-4272-9392-AFEA0A9AC1B3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1E_8DA20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11735FE-234D-48AF-B0D7-5B009C341628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B_BC97BBE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D568E83-3D01-41D9-B87F-12F86F63B3DD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3A_4E73627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E90F7-20FD-4CC6-9263-84298EE3D95C}" authorId="{97050828-9684-2C2F-5964-D8BA849A7E1F}" created="2024-07-02T08:34:59.137">
    <pc:sldMkLst xmlns:pc="http://schemas.microsoft.com/office/powerpoint/2013/main/command">
      <pc:docMk/>
      <pc:sldMk cId="2122297522" sldId="256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3B_3C42758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E90F7-20FD-4CC6-9263-84298EE3D95C}" authorId="{97050828-9684-2C2F-5964-D8BA849A7E1F}" created="2024-07-02T08:34:59.137">
    <pc:sldMkLst xmlns:pc="http://schemas.microsoft.com/office/powerpoint/2013/main/command">
      <pc:docMk/>
      <pc:sldMk cId="2122297522" sldId="256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3C_22F03F1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E90F7-20FD-4CC6-9263-84298EE3D95C}" authorId="{97050828-9684-2C2F-5964-D8BA849A7E1F}" created="2024-07-02T08:34:59.137">
    <pc:sldMkLst xmlns:pc="http://schemas.microsoft.com/office/powerpoint/2013/main/command">
      <pc:docMk/>
      <pc:sldMk cId="2122297522" sldId="256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3D_DD22766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3E_CEDE64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3F_7D8198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A_D0974D6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B_8D3C7B9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C_56210C4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D_814E247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E_B72DFCF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F_9DF322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A_6186051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B_857E43A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C_383D307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D_5F40D7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E_74881EA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F_BE4F8F8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6A_6F45117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B_926E38B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C_AF5191C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D_E602D6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6E_57BED2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6F_DC7526C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A_59CC2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B_6DBAB06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C_CB6FACC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D_97D7E8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E_1CB9163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F_1F8C15B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A_FFCE57F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B_52C0E11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C_3AE0D6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D_47C12B5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E_134F8E2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F_BFA246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9A_642810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B_82C7A8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C_3FC8DA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D_1982334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E_DDD3FC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F_F8C55C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4B43010-241F-4B58-A386-A1F469DF1C0F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20A_1570D0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B_2F31B16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C_2FC091D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D_27322D9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E_A7D5816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F_5D54BE3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A_F99A81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B_2C1FF9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C_8D04D54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D_EA32A4C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E_A7C5944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F_DF19CE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07_C8A4B3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A4550B0-DF75-4677-BAD8-7C3F256DC8ED}" authorId="{97050828-9684-2C2F-5964-D8BA849A7E1F}" created="2024-07-02T10:34:29.067">
    <pc:sldMkLst xmlns:pc="http://schemas.microsoft.com/office/powerpoint/2013/main/command">
      <pc:docMk/>
      <pc:sldMk cId="3366237183" sldId="263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11_A72B7C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5B1EAC7-9D8C-4634-AF45-A0383DB74655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2_461D9D8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78D2C2EF-7E05-44C8-93D2-9C3A005DD76E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18_E0B21D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9AE483A-5E59-4BA9-B135-C249D61EEED9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P.7
</a:t>
        </a:r>
      </a:p>
    </p188:txBody>
  </p188:cm>
</p188:cmLst>
</file>

<file path=ppt/comments/modernComment_121_A5B4DE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F5578D8-3C62-4426-BDB2-C457ADBF3340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28_9C5C8F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3FE1B64-D171-42BD-93A1-49B231EC78A5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139_DCCC2B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C01E90F7-20FD-4CC6-9263-84298EE3D95C}" authorId="{97050828-9684-2C2F-5964-D8BA849A7E1F}" created="2024-07-02T08:34:59.137">
    <pc:sldMkLst xmlns:pc="http://schemas.microsoft.com/office/powerpoint/2013/main/command">
      <pc:docMk/>
      <pc:sldMk cId="2122297522" sldId="256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0_C004425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1_ED3378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2_A4E8ECE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3_E532035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4_34BE83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5_5BBA1FE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6_2723B5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7_A05F7D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8_3E4729A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49_EE61D4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0_780FC63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1_7D68008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2_41B8A6A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3_9BA96D9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4_2425E8E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5_BBC1524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6_AB028F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7_C7F6990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8_1DB906A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59_26EB5C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91E333F-B6E8-4AAE-9F3F-3076BB147E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For P.1.</a:t>
        </a:r>
      </a:p>
    </p188:txBody>
  </p188:cm>
</p188:cmLst>
</file>

<file path=ppt/comments/modernComment_160_12F6B96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1_C59ED8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2_5A2A42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3_C2FD54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4_76416FD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3FF48D1-FCA2-443A-AB61-BE095B03EC59}" authorId="{97050828-9684-2C2F-5964-D8BA849A7E1F}" created="2024-07-02T10:33:55.702">
    <pc:sldMkLst xmlns:pc="http://schemas.microsoft.com/office/powerpoint/2013/main/command">
      <pc:docMk/>
      <pc:sldMk cId="2000294913" sldId="258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5_94CD3A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6_88130BA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7_CE478D2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8_3097AC8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69_7069180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51BED854-03C0-40C1-BA00-C66AE7CA6D3E}" authorId="{97050828-9684-2C2F-5964-D8BA849A7E1F}" created="2024-07-02T10:34:02.276">
    <pc:sldMkLst xmlns:pc="http://schemas.microsoft.com/office/powerpoint/2013/main/command">
      <pc:docMk/>
      <pc:sldMk cId="3968655586" sldId="259"/>
    </pc:sldMkLst>
    <p188:txBody>
      <a:bodyPr/>
      <a:lstStyle/>
      <a:p>
        <a:r>
          <a:rPr lang="zh-HK" altLang="en-US"/>
          <a:t>P.5
</a:t>
        </a:r>
      </a:p>
    </p188:txBody>
  </p188:cm>
</p188:cmLst>
</file>

<file path=ppt/comments/modernComment_170_9F7063E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1_D282600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2_86C378F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3_69EAB02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06F4648-85C6-45B7-8073-B68129D2B95C}" authorId="{97050828-9684-2C2F-5964-D8BA849A7E1F}" created="2024-07-02T10:34:07.902">
    <pc:sldMkLst xmlns:pc="http://schemas.microsoft.com/office/powerpoint/2013/main/command">
      <pc:docMk/>
      <pc:sldMk cId="3785233833" sldId="260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4_F4226E3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5_FEBC0BF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6_E300012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7_58ACA08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8_FD356F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79_8B0EFB4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0_C8AF8C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1_4C8585A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2_BFA967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3_BF4D2E4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4_BA2F08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5_D41A248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6_92123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7_A723D7B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8_EEEF9FF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89_EAA42E9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B2DFB0-CB99-4709-926E-03D06BA050E8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90_4200D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35E81BD-7B0A-4326-AF3B-CF1DB9D4B97C}" authorId="{97050828-9684-2C2F-5964-D8BA849A7E1F}" created="2024-07-02T10:34:21.461">
    <pc:sldMkLst xmlns:pc="http://schemas.microsoft.com/office/powerpoint/2013/main/command">
      <pc:docMk/>
      <pc:sldMk cId="2629004039" sldId="262"/>
    </pc:sldMkLst>
    <p188:txBody>
      <a:bodyPr/>
      <a:lstStyle/>
      <a:p>
        <a:r>
          <a:rPr lang="zh-HK" altLang="en-US"/>
          <a:t>P.5</a:t>
        </a:r>
      </a:p>
    </p188:txBody>
  </p188:cm>
</p188:cmLst>
</file>

<file path=ppt/comments/modernComment_191_BB91CA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550786-9DBA-46A5-8B1F-47C21FEAF9C1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2_60E7F33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5550786-9DBA-46A5-8B1F-47C21FEAF9C1}" authorId="{97050828-9684-2C2F-5964-D8BA849A7E1F}" created="2024-07-02T10:34:43.225">
    <pc:sldMkLst xmlns:pc="http://schemas.microsoft.com/office/powerpoint/2013/main/command">
      <pc:docMk/>
      <pc:sldMk cId="208575093" sldId="264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3_6CB89B2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4_636F409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5_3CC56E2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6_1B3F38E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7_87B204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8_7E70E89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199_7DE6195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D28763E-BA30-427D-8FFF-1608F920C251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P.4
</a:t>
        </a:r>
      </a:p>
    </p188:txBody>
  </p188:cm>
</p188:cmLst>
</file>

<file path=ppt/comments/modernComment_200_AF879D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1_B94BC23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2_B04A06B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3_E2C358CD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4_113757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5_CC8A222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6_635F19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7_81D1E20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6E6EEFB-8435-48E1-A057-865D12A8B9CD}" authorId="{97050828-9684-2C2F-5964-D8BA849A7E1F}" created="2024-07-02T08:35:04.222">
    <pc:sldMkLst xmlns:pc="http://schemas.microsoft.com/office/powerpoint/2013/main/command">
      <pc:docMk/>
      <pc:sldMk cId="3062614335" sldId="257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8_554F371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09_DB168C2C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0_669AE30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1_E96E5C3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2_ADA520D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3_8543605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4_26C3A87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5_58DEFEB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6_EEFE89B7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7_EBFE03F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8_5E381A0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19_3AE9EA2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A44A6A7-CF8F-4C08-AA0C-B90CC2050E6C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0_1CEA659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2E6DB2-EC85-42DF-AFB8-5C103CA74AD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1_F7BB9A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2E6DB2-EC85-42DF-AFB8-5C103CA74AD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2_E8D7F66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8B2E6DB2-EC85-42DF-AFB8-5C103CA74AD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3_999BB0BE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4_36DE0B3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5_EFEDD5C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6_83A3ADE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7_C52D832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comments/modernComment_228_19C1240B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70110F3-5ED5-477E-9DA6-C5F7A91AF326}" authorId="{97050828-9684-2C2F-5964-D8BA849A7E1F}" created="2024-07-02T10:34:14.406">
    <pc:sldMkLst xmlns:pc="http://schemas.microsoft.com/office/powerpoint/2013/main/command">
      <pc:docMk/>
      <pc:sldMk cId="2382385785" sldId="261"/>
    </pc:sldMkLst>
    <p188:txBody>
      <a:bodyPr/>
      <a:lstStyle/>
      <a:p>
        <a:r>
          <a:rPr lang="zh-HK" altLang="en-US"/>
          <a:t>P.9
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710D1D-B55B-45B8-B7B4-7E2CB91FDFE2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HK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HK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A9CED1-24F9-428C-96FE-5682AA841E7E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585397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1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2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4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5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6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7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8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9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0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1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2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3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4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5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6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7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8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9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0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1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2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3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4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5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6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7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8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9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0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1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2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3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4.xml"/><Relationship Id="rId1" Type="http://schemas.openxmlformats.org/officeDocument/2006/relationships/notesMaster" Target="../notesMasters/notesMaster1.xml"/></Relationships>
</file>

<file path=ppt/notesSlides/_rels/notesSlide1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5.xml"/><Relationship Id="rId1" Type="http://schemas.openxmlformats.org/officeDocument/2006/relationships/notesMaster" Target="../notesMasters/notesMaster1.xml"/></Relationships>
</file>

<file path=ppt/notesSlides/_rels/notesSlide1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6.xml"/><Relationship Id="rId1" Type="http://schemas.openxmlformats.org/officeDocument/2006/relationships/notesMaster" Target="../notesMasters/notesMaster1.xml"/></Relationships>
</file>

<file path=ppt/notesSlides/_rels/notesSlide1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7.xml"/><Relationship Id="rId1" Type="http://schemas.openxmlformats.org/officeDocument/2006/relationships/notesMaster" Target="../notesMasters/notesMaster1.xml"/></Relationships>
</file>

<file path=ppt/notesSlides/_rels/notesSlide1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8.xml"/><Relationship Id="rId1" Type="http://schemas.openxmlformats.org/officeDocument/2006/relationships/notesMaster" Target="../notesMasters/notesMaster1.xml"/></Relationships>
</file>

<file path=ppt/notesSlides/_rels/notesSlide1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9.xml"/><Relationship Id="rId1" Type="http://schemas.openxmlformats.org/officeDocument/2006/relationships/notesMaster" Target="../notesMasters/notesMaster1.xml"/></Relationships>
</file>

<file path=ppt/notesSlides/_rels/notesSlide1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0.xml"/><Relationship Id="rId1" Type="http://schemas.openxmlformats.org/officeDocument/2006/relationships/notesMaster" Target="../notesMasters/notesMaster1.xml"/></Relationships>
</file>

<file path=ppt/notesSlides/_rels/notesSlide1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1.xml"/><Relationship Id="rId1" Type="http://schemas.openxmlformats.org/officeDocument/2006/relationships/notesMaster" Target="../notesMasters/notesMaster1.xml"/></Relationships>
</file>

<file path=ppt/notesSlides/_rels/notesSlide10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2.xml"/><Relationship Id="rId1" Type="http://schemas.openxmlformats.org/officeDocument/2006/relationships/notesMaster" Target="../notesMasters/notesMaster1.xml"/></Relationships>
</file>

<file path=ppt/notesSlides/_rels/notesSlide10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3.xml"/><Relationship Id="rId1" Type="http://schemas.openxmlformats.org/officeDocument/2006/relationships/notesMaster" Target="../notesMasters/notesMaster1.xml"/></Relationships>
</file>

<file path=ppt/notesSlides/_rels/notesSlide1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4.xml"/><Relationship Id="rId1" Type="http://schemas.openxmlformats.org/officeDocument/2006/relationships/notesMaster" Target="../notesMasters/notesMaster1.xml"/></Relationships>
</file>

<file path=ppt/notesSlides/_rels/notesSlide1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5.xml"/><Relationship Id="rId1" Type="http://schemas.openxmlformats.org/officeDocument/2006/relationships/notesMaster" Target="../notesMasters/notesMaster1.xml"/></Relationships>
</file>

<file path=ppt/notesSlides/_rels/notesSlide1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6.xml"/><Relationship Id="rId1" Type="http://schemas.openxmlformats.org/officeDocument/2006/relationships/notesMaster" Target="../notesMasters/notesMaster1.xml"/></Relationships>
</file>

<file path=ppt/notesSlides/_rels/notesSlide1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7.xml"/><Relationship Id="rId1" Type="http://schemas.openxmlformats.org/officeDocument/2006/relationships/notesMaster" Target="../notesMasters/notesMaster1.xml"/></Relationships>
</file>

<file path=ppt/notesSlides/_rels/notesSlide1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8.xml"/><Relationship Id="rId1" Type="http://schemas.openxmlformats.org/officeDocument/2006/relationships/notesMaster" Target="../notesMasters/notesMaster1.xml"/></Relationships>
</file>

<file path=ppt/notesSlides/_rels/notesSlide1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9.xml"/><Relationship Id="rId1" Type="http://schemas.openxmlformats.org/officeDocument/2006/relationships/notesMaster" Target="../notesMasters/notesMaster1.xml"/></Relationships>
</file>

<file path=ppt/notesSlides/_rels/notesSlide1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0.xml"/><Relationship Id="rId1" Type="http://schemas.openxmlformats.org/officeDocument/2006/relationships/notesMaster" Target="../notesMasters/notesMaster1.xml"/></Relationships>
</file>

<file path=ppt/notesSlides/_rels/notesSlide1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1.xml"/><Relationship Id="rId1" Type="http://schemas.openxmlformats.org/officeDocument/2006/relationships/notesMaster" Target="../notesMasters/notesMaster1.xml"/></Relationships>
</file>

<file path=ppt/notesSlides/_rels/notesSlide1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2.xml"/><Relationship Id="rId1" Type="http://schemas.openxmlformats.org/officeDocument/2006/relationships/notesMaster" Target="../notesMasters/notesMaster1.xml"/></Relationships>
</file>

<file path=ppt/notesSlides/_rels/notesSlide1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3.xml"/><Relationship Id="rId1" Type="http://schemas.openxmlformats.org/officeDocument/2006/relationships/notesMaster" Target="../notesMasters/notesMaster1.xml"/></Relationships>
</file>

<file path=ppt/notesSlides/_rels/notesSlide1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4.xml"/><Relationship Id="rId1" Type="http://schemas.openxmlformats.org/officeDocument/2006/relationships/notesMaster" Target="../notesMasters/notesMaster1.xml"/></Relationships>
</file>

<file path=ppt/notesSlides/_rels/notesSlide1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5.xml"/><Relationship Id="rId1" Type="http://schemas.openxmlformats.org/officeDocument/2006/relationships/notesMaster" Target="../notesMasters/notesMaster1.xml"/></Relationships>
</file>

<file path=ppt/notesSlides/_rels/notesSlide1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6.xml"/><Relationship Id="rId1" Type="http://schemas.openxmlformats.org/officeDocument/2006/relationships/notesMaster" Target="../notesMasters/notesMaster1.xml"/></Relationships>
</file>

<file path=ppt/notesSlides/_rels/notesSlide1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7.xml"/><Relationship Id="rId1" Type="http://schemas.openxmlformats.org/officeDocument/2006/relationships/notesMaster" Target="../notesMasters/notesMaster1.xml"/></Relationships>
</file>

<file path=ppt/notesSlides/_rels/notesSlide1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8.xml"/><Relationship Id="rId1" Type="http://schemas.openxmlformats.org/officeDocument/2006/relationships/notesMaster" Target="../notesMasters/notesMaster1.xml"/></Relationships>
</file>

<file path=ppt/notesSlides/_rels/notesSlide1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9.xml"/><Relationship Id="rId1" Type="http://schemas.openxmlformats.org/officeDocument/2006/relationships/notesMaster" Target="../notesMasters/notesMaster1.xml"/></Relationships>
</file>

<file path=ppt/notesSlides/_rels/notesSlide1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0.xml"/><Relationship Id="rId1" Type="http://schemas.openxmlformats.org/officeDocument/2006/relationships/notesMaster" Target="../notesMasters/notesMaster1.xml"/></Relationships>
</file>

<file path=ppt/notesSlides/_rels/notesSlide1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1.xml"/><Relationship Id="rId1" Type="http://schemas.openxmlformats.org/officeDocument/2006/relationships/notesMaster" Target="../notesMasters/notesMaster1.xml"/></Relationships>
</file>

<file path=ppt/notesSlides/_rels/notesSlide1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2.xml"/><Relationship Id="rId1" Type="http://schemas.openxmlformats.org/officeDocument/2006/relationships/notesMaster" Target="../notesMasters/notesMaster1.xml"/></Relationships>
</file>

<file path=ppt/notesSlides/_rels/notesSlide1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3.xml"/><Relationship Id="rId1" Type="http://schemas.openxmlformats.org/officeDocument/2006/relationships/notesMaster" Target="../notesMasters/notesMaster1.xml"/></Relationships>
</file>

<file path=ppt/notesSlides/_rels/notesSlide1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4.xml"/><Relationship Id="rId1" Type="http://schemas.openxmlformats.org/officeDocument/2006/relationships/notesMaster" Target="../notesMasters/notesMaster1.xml"/></Relationships>
</file>

<file path=ppt/notesSlides/_rels/notesSlide1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5.xml"/><Relationship Id="rId1" Type="http://schemas.openxmlformats.org/officeDocument/2006/relationships/notesMaster" Target="../notesMasters/notesMaster1.xml"/></Relationships>
</file>

<file path=ppt/notesSlides/_rels/notesSlide1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6.xml"/><Relationship Id="rId1" Type="http://schemas.openxmlformats.org/officeDocument/2006/relationships/notesMaster" Target="../notesMasters/notesMaster1.xml"/></Relationships>
</file>

<file path=ppt/notesSlides/_rels/notesSlide1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7.xml"/><Relationship Id="rId1" Type="http://schemas.openxmlformats.org/officeDocument/2006/relationships/notesMaster" Target="../notesMasters/notesMaster1.xml"/></Relationships>
</file>

<file path=ppt/notesSlides/_rels/notesSlide1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8.xml"/><Relationship Id="rId1" Type="http://schemas.openxmlformats.org/officeDocument/2006/relationships/notesMaster" Target="../notesMasters/notesMaster1.xml"/></Relationships>
</file>

<file path=ppt/notesSlides/_rels/notesSlide1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9.xml"/><Relationship Id="rId1" Type="http://schemas.openxmlformats.org/officeDocument/2006/relationships/notesMaster" Target="../notesMasters/notesMaster1.xml"/></Relationships>
</file>

<file path=ppt/notesSlides/_rels/notesSlide1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0.xml"/><Relationship Id="rId1" Type="http://schemas.openxmlformats.org/officeDocument/2006/relationships/notesMaster" Target="../notesMasters/notesMaster1.xml"/></Relationships>
</file>

<file path=ppt/notesSlides/_rels/notesSlide1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1.xml"/><Relationship Id="rId1" Type="http://schemas.openxmlformats.org/officeDocument/2006/relationships/notesMaster" Target="../notesMasters/notesMaster1.xml"/></Relationships>
</file>

<file path=ppt/notesSlides/_rels/notesSlide1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2.xml"/><Relationship Id="rId1" Type="http://schemas.openxmlformats.org/officeDocument/2006/relationships/notesMaster" Target="../notesMasters/notesMaster1.xml"/></Relationships>
</file>

<file path=ppt/notesSlides/_rels/notesSlide1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3.xml"/><Relationship Id="rId1" Type="http://schemas.openxmlformats.org/officeDocument/2006/relationships/notesMaster" Target="../notesMasters/notesMaster1.xml"/></Relationships>
</file>

<file path=ppt/notesSlides/_rels/notesSlide1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4.xml"/><Relationship Id="rId1" Type="http://schemas.openxmlformats.org/officeDocument/2006/relationships/notesMaster" Target="../notesMasters/notesMaster1.xml"/></Relationships>
</file>

<file path=ppt/notesSlides/_rels/notesSlide1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5.xml"/><Relationship Id="rId1" Type="http://schemas.openxmlformats.org/officeDocument/2006/relationships/notesMaster" Target="../notesMasters/notesMaster1.xml"/></Relationships>
</file>

<file path=ppt/notesSlides/_rels/notesSlide1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6.xml"/><Relationship Id="rId1" Type="http://schemas.openxmlformats.org/officeDocument/2006/relationships/notesMaster" Target="../notesMasters/notesMaster1.xml"/></Relationships>
</file>

<file path=ppt/notesSlides/_rels/notesSlide1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7.xml"/><Relationship Id="rId1" Type="http://schemas.openxmlformats.org/officeDocument/2006/relationships/notesMaster" Target="../notesMasters/notesMaster1.xml"/></Relationships>
</file>

<file path=ppt/notesSlides/_rels/notesSlide1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8.xml"/><Relationship Id="rId1" Type="http://schemas.openxmlformats.org/officeDocument/2006/relationships/notesMaster" Target="../notesMasters/notesMaster1.xml"/></Relationships>
</file>

<file path=ppt/notesSlides/_rels/notesSlide1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9.xml"/><Relationship Id="rId1" Type="http://schemas.openxmlformats.org/officeDocument/2006/relationships/notesMaster" Target="../notesMasters/notesMaster1.xml"/></Relationships>
</file>

<file path=ppt/notesSlides/_rels/notesSlide1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0.xml"/><Relationship Id="rId1" Type="http://schemas.openxmlformats.org/officeDocument/2006/relationships/notesMaster" Target="../notesMasters/notesMaster1.xml"/></Relationships>
</file>

<file path=ppt/notesSlides/_rels/notesSlide1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1.xml"/><Relationship Id="rId1" Type="http://schemas.openxmlformats.org/officeDocument/2006/relationships/notesMaster" Target="../notesMasters/notesMaster1.xml"/></Relationships>
</file>

<file path=ppt/notesSlides/_rels/notesSlide1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2.xml"/><Relationship Id="rId1" Type="http://schemas.openxmlformats.org/officeDocument/2006/relationships/notesMaster" Target="../notesMasters/notesMaster1.xml"/></Relationships>
</file>

<file path=ppt/notesSlides/_rels/notesSlide1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3.xml"/><Relationship Id="rId1" Type="http://schemas.openxmlformats.org/officeDocument/2006/relationships/notesMaster" Target="../notesMasters/notesMaster1.xml"/></Relationships>
</file>

<file path=ppt/notesSlides/_rels/notesSlide1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4.xml"/><Relationship Id="rId1" Type="http://schemas.openxmlformats.org/officeDocument/2006/relationships/notesMaster" Target="../notesMasters/notesMaster1.xml"/></Relationships>
</file>

<file path=ppt/notesSlides/_rels/notesSlide1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5.xml"/><Relationship Id="rId1" Type="http://schemas.openxmlformats.org/officeDocument/2006/relationships/notesMaster" Target="../notesMasters/notesMaster1.xml"/></Relationships>
</file>

<file path=ppt/notesSlides/_rels/notesSlide1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6.xml"/><Relationship Id="rId1" Type="http://schemas.openxmlformats.org/officeDocument/2006/relationships/notesMaster" Target="../notesMasters/notesMaster1.xml"/></Relationships>
</file>

<file path=ppt/notesSlides/_rels/notesSlide1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7.xml"/><Relationship Id="rId1" Type="http://schemas.openxmlformats.org/officeDocument/2006/relationships/notesMaster" Target="../notesMasters/notesMaster1.xml"/></Relationships>
</file>

<file path=ppt/notesSlides/_rels/notesSlide1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8.xml"/><Relationship Id="rId1" Type="http://schemas.openxmlformats.org/officeDocument/2006/relationships/notesMaster" Target="../notesMasters/notesMaster1.xml"/></Relationships>
</file>

<file path=ppt/notesSlides/_rels/notesSlide1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9.xml"/><Relationship Id="rId1" Type="http://schemas.openxmlformats.org/officeDocument/2006/relationships/notesMaster" Target="../notesMasters/notesMaster1.xml"/></Relationships>
</file>

<file path=ppt/notesSlides/_rels/notesSlide1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0.xml"/><Relationship Id="rId1" Type="http://schemas.openxmlformats.org/officeDocument/2006/relationships/notesMaster" Target="../notesMasters/notesMaster1.xml"/></Relationships>
</file>

<file path=ppt/notesSlides/_rels/notesSlide1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1.xml"/><Relationship Id="rId1" Type="http://schemas.openxmlformats.org/officeDocument/2006/relationships/notesMaster" Target="../notesMasters/notesMaster1.xml"/></Relationships>
</file>

<file path=ppt/notesSlides/_rels/notesSlide1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2.xml"/><Relationship Id="rId1" Type="http://schemas.openxmlformats.org/officeDocument/2006/relationships/notesMaster" Target="../notesMasters/notesMaster1.xml"/></Relationships>
</file>

<file path=ppt/notesSlides/_rels/notesSlide1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3.xml"/><Relationship Id="rId1" Type="http://schemas.openxmlformats.org/officeDocument/2006/relationships/notesMaster" Target="../notesMasters/notesMaster1.xml"/></Relationships>
</file>

<file path=ppt/notesSlides/_rels/notesSlide1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4.xml"/><Relationship Id="rId1" Type="http://schemas.openxmlformats.org/officeDocument/2006/relationships/notesMaster" Target="../notesMasters/notesMaster1.xml"/></Relationships>
</file>

<file path=ppt/notesSlides/_rels/notesSlide1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5.xml"/><Relationship Id="rId1" Type="http://schemas.openxmlformats.org/officeDocument/2006/relationships/notesMaster" Target="../notesMasters/notesMaster1.xml"/></Relationships>
</file>

<file path=ppt/notesSlides/_rels/notesSlide1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6.xml"/><Relationship Id="rId1" Type="http://schemas.openxmlformats.org/officeDocument/2006/relationships/notesMaster" Target="../notesMasters/notesMaster1.xml"/></Relationships>
</file>

<file path=ppt/notesSlides/_rels/notesSlide1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7.xml"/><Relationship Id="rId1" Type="http://schemas.openxmlformats.org/officeDocument/2006/relationships/notesMaster" Target="../notesMasters/notesMaster1.xml"/></Relationships>
</file>

<file path=ppt/notesSlides/_rels/notesSlide1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8.xml"/><Relationship Id="rId1" Type="http://schemas.openxmlformats.org/officeDocument/2006/relationships/notesMaster" Target="../notesMasters/notesMaster1.xml"/></Relationships>
</file>

<file path=ppt/notesSlides/_rels/notesSlide1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9.xml"/><Relationship Id="rId1" Type="http://schemas.openxmlformats.org/officeDocument/2006/relationships/notesMaster" Target="../notesMasters/notesMaster1.xml"/></Relationships>
</file>

<file path=ppt/notesSlides/_rels/notesSlide1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0.xml"/><Relationship Id="rId1" Type="http://schemas.openxmlformats.org/officeDocument/2006/relationships/notesMaster" Target="../notesMasters/notesMaster1.xml"/></Relationships>
</file>

<file path=ppt/notesSlides/_rels/notesSlide1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1.xml"/><Relationship Id="rId1" Type="http://schemas.openxmlformats.org/officeDocument/2006/relationships/notesMaster" Target="../notesMasters/notesMaster1.xml"/></Relationships>
</file>

<file path=ppt/notesSlides/_rels/notesSlide1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2.xml"/><Relationship Id="rId1" Type="http://schemas.openxmlformats.org/officeDocument/2006/relationships/notesMaster" Target="../notesMasters/notesMaster1.xml"/></Relationships>
</file>

<file path=ppt/notesSlides/_rels/notesSlide1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3.xml"/><Relationship Id="rId1" Type="http://schemas.openxmlformats.org/officeDocument/2006/relationships/notesMaster" Target="../notesMasters/notesMaster1.xml"/></Relationships>
</file>

<file path=ppt/notesSlides/_rels/notesSlide1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4.xml"/><Relationship Id="rId1" Type="http://schemas.openxmlformats.org/officeDocument/2006/relationships/notesMaster" Target="../notesMasters/notesMaster1.xml"/></Relationships>
</file>

<file path=ppt/notesSlides/_rels/notesSlide1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5.xml"/><Relationship Id="rId1" Type="http://schemas.openxmlformats.org/officeDocument/2006/relationships/notesMaster" Target="../notesMasters/notesMaster1.xml"/></Relationships>
</file>

<file path=ppt/notesSlides/_rels/notesSlide1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6.xml"/><Relationship Id="rId1" Type="http://schemas.openxmlformats.org/officeDocument/2006/relationships/notesMaster" Target="../notesMasters/notesMaster1.xml"/></Relationships>
</file>

<file path=ppt/notesSlides/_rels/notesSlide1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7.xml"/><Relationship Id="rId1" Type="http://schemas.openxmlformats.org/officeDocument/2006/relationships/notesMaster" Target="../notesMasters/notesMaster1.xml"/></Relationships>
</file>

<file path=ppt/notesSlides/_rels/notesSlide1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8.xml"/><Relationship Id="rId1" Type="http://schemas.openxmlformats.org/officeDocument/2006/relationships/notesMaster" Target="../notesMasters/notesMaster1.xml"/></Relationships>
</file>

<file path=ppt/notesSlides/_rels/notesSlide1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9.xml"/><Relationship Id="rId1" Type="http://schemas.openxmlformats.org/officeDocument/2006/relationships/notesMaster" Target="../notesMasters/notesMaster1.xml"/></Relationships>
</file>

<file path=ppt/notesSlides/_rels/notesSlide1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0.xml"/><Relationship Id="rId1" Type="http://schemas.openxmlformats.org/officeDocument/2006/relationships/notesMaster" Target="../notesMasters/notesMaster1.xml"/></Relationships>
</file>

<file path=ppt/notesSlides/_rels/notesSlide1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1.xml"/><Relationship Id="rId1" Type="http://schemas.openxmlformats.org/officeDocument/2006/relationships/notesMaster" Target="../notesMasters/notesMaster1.xml"/></Relationships>
</file>

<file path=ppt/notesSlides/_rels/notesSlide1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2.xml"/><Relationship Id="rId1" Type="http://schemas.openxmlformats.org/officeDocument/2006/relationships/notesMaster" Target="../notesMasters/notesMaster1.xml"/></Relationships>
</file>

<file path=ppt/notesSlides/_rels/notesSlide1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3.xml"/><Relationship Id="rId1" Type="http://schemas.openxmlformats.org/officeDocument/2006/relationships/notesMaster" Target="../notesMasters/notesMaster1.xml"/></Relationships>
</file>

<file path=ppt/notesSlides/_rels/notesSlide1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4.xml"/><Relationship Id="rId1" Type="http://schemas.openxmlformats.org/officeDocument/2006/relationships/notesMaster" Target="../notesMasters/notesMaster1.xml"/></Relationships>
</file>

<file path=ppt/notesSlides/_rels/notesSlide1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5.xml"/><Relationship Id="rId1" Type="http://schemas.openxmlformats.org/officeDocument/2006/relationships/notesMaster" Target="../notesMasters/notesMaster1.xml"/></Relationships>
</file>

<file path=ppt/notesSlides/_rels/notesSlide1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6.xml"/><Relationship Id="rId1" Type="http://schemas.openxmlformats.org/officeDocument/2006/relationships/notesMaster" Target="../notesMasters/notesMaster1.xml"/></Relationships>
</file>

<file path=ppt/notesSlides/_rels/notesSlide1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7.xml"/><Relationship Id="rId1" Type="http://schemas.openxmlformats.org/officeDocument/2006/relationships/notesMaster" Target="../notesMasters/notesMaster1.xml"/></Relationships>
</file>

<file path=ppt/notesSlides/_rels/notesSlide1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8.xml"/><Relationship Id="rId1" Type="http://schemas.openxmlformats.org/officeDocument/2006/relationships/notesMaster" Target="../notesMasters/notesMaster1.xml"/></Relationships>
</file>

<file path=ppt/notesSlides/_rels/notesSlide1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9.xml"/><Relationship Id="rId1" Type="http://schemas.openxmlformats.org/officeDocument/2006/relationships/notesMaster" Target="../notesMasters/notesMaster1.xml"/></Relationships>
</file>

<file path=ppt/notesSlides/_rels/notesSlide1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0.xml"/><Relationship Id="rId1" Type="http://schemas.openxmlformats.org/officeDocument/2006/relationships/notesMaster" Target="../notesMasters/notesMaster1.xml"/></Relationships>
</file>

<file path=ppt/notesSlides/_rels/notesSlide1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1.xml"/><Relationship Id="rId1" Type="http://schemas.openxmlformats.org/officeDocument/2006/relationships/notesMaster" Target="../notesMasters/notesMaster1.xml"/></Relationships>
</file>

<file path=ppt/notesSlides/_rels/notesSlide1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2.xml"/><Relationship Id="rId1" Type="http://schemas.openxmlformats.org/officeDocument/2006/relationships/notesMaster" Target="../notesMasters/notesMaster1.xml"/></Relationships>
</file>

<file path=ppt/notesSlides/_rels/notesSlide1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3.xml"/><Relationship Id="rId1" Type="http://schemas.openxmlformats.org/officeDocument/2006/relationships/notesMaster" Target="../notesMasters/notesMaster1.xml"/></Relationships>
</file>

<file path=ppt/notesSlides/_rels/notesSlide1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4.xml"/><Relationship Id="rId1" Type="http://schemas.openxmlformats.org/officeDocument/2006/relationships/notesMaster" Target="../notesMasters/notesMaster1.xml"/></Relationships>
</file>

<file path=ppt/notesSlides/_rels/notesSlide1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5.xml"/><Relationship Id="rId1" Type="http://schemas.openxmlformats.org/officeDocument/2006/relationships/notesMaster" Target="../notesMasters/notesMaster1.xml"/></Relationships>
</file>

<file path=ppt/notesSlides/_rels/notesSlide1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6.xml"/><Relationship Id="rId1" Type="http://schemas.openxmlformats.org/officeDocument/2006/relationships/notesMaster" Target="../notesMasters/notesMaster1.xml"/></Relationships>
</file>

<file path=ppt/notesSlides/_rels/notesSlide1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7.xml"/><Relationship Id="rId1" Type="http://schemas.openxmlformats.org/officeDocument/2006/relationships/notesMaster" Target="../notesMasters/notesMaster1.xml"/></Relationships>
</file>

<file path=ppt/notesSlides/_rels/notesSlide1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8.xml"/><Relationship Id="rId1" Type="http://schemas.openxmlformats.org/officeDocument/2006/relationships/notesMaster" Target="../notesMasters/notesMaster1.xml"/></Relationships>
</file>

<file path=ppt/notesSlides/_rels/notesSlide1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9.xml"/><Relationship Id="rId1" Type="http://schemas.openxmlformats.org/officeDocument/2006/relationships/notesMaster" Target="../notesMasters/notesMaster1.xml"/></Relationships>
</file>

<file path=ppt/notesSlides/_rels/notesSlide1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0.xml"/><Relationship Id="rId1" Type="http://schemas.openxmlformats.org/officeDocument/2006/relationships/notesMaster" Target="../notesMasters/notesMaster1.xml"/></Relationships>
</file>

<file path=ppt/notesSlides/_rels/notesSlide1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1.xml"/><Relationship Id="rId1" Type="http://schemas.openxmlformats.org/officeDocument/2006/relationships/notesMaster" Target="../notesMasters/notesMaster1.xml"/></Relationships>
</file>

<file path=ppt/notesSlides/_rels/notesSlide1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2.xml"/><Relationship Id="rId1" Type="http://schemas.openxmlformats.org/officeDocument/2006/relationships/notesMaster" Target="../notesMasters/notesMaster1.xml"/></Relationships>
</file>

<file path=ppt/notesSlides/_rels/notesSlide1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3.xml"/><Relationship Id="rId1" Type="http://schemas.openxmlformats.org/officeDocument/2006/relationships/notesMaster" Target="../notesMasters/notesMaster1.xml"/></Relationships>
</file>

<file path=ppt/notesSlides/_rels/notesSlide2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4.xml"/><Relationship Id="rId1" Type="http://schemas.openxmlformats.org/officeDocument/2006/relationships/notesMaster" Target="../notesMasters/notesMaster1.xml"/></Relationships>
</file>

<file path=ppt/notesSlides/_rels/notesSlide20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5.xml"/><Relationship Id="rId1" Type="http://schemas.openxmlformats.org/officeDocument/2006/relationships/notesMaster" Target="../notesMasters/notesMaster1.xml"/></Relationships>
</file>

<file path=ppt/notesSlides/_rels/notesSlide20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6.xml"/><Relationship Id="rId1" Type="http://schemas.openxmlformats.org/officeDocument/2006/relationships/notesMaster" Target="../notesMasters/notesMaster1.xml"/></Relationships>
</file>

<file path=ppt/notesSlides/_rels/notesSlide20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7.xml"/><Relationship Id="rId1" Type="http://schemas.openxmlformats.org/officeDocument/2006/relationships/notesMaster" Target="../notesMasters/notesMaster1.xml"/></Relationships>
</file>

<file path=ppt/notesSlides/_rels/notesSlide20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8.xml"/><Relationship Id="rId1" Type="http://schemas.openxmlformats.org/officeDocument/2006/relationships/notesMaster" Target="../notesMasters/notesMaster1.xml"/></Relationships>
</file>

<file path=ppt/notesSlides/_rels/notesSlide20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9.xml"/><Relationship Id="rId1" Type="http://schemas.openxmlformats.org/officeDocument/2006/relationships/notesMaster" Target="../notesMasters/notesMaster1.xml"/></Relationships>
</file>

<file path=ppt/notesSlides/_rels/notesSlide20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0.xml"/><Relationship Id="rId1" Type="http://schemas.openxmlformats.org/officeDocument/2006/relationships/notesMaster" Target="../notesMasters/notesMaster1.xml"/></Relationships>
</file>

<file path=ppt/notesSlides/_rels/notesSlide20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39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6737960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69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79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80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81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2536041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1982114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191982114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99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100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101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45970258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102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31466857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4834045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4834045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4834045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214834045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10020354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119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129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139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4501475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7831080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7831080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17831080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8668507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8668507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8668507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149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8668507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876740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876740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31650494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94569424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94569424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159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994569424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169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463330560"/>
      </p:ext>
    </p:extLst>
  </p:cSld>
  <p:clrMapOvr>
    <a:masterClrMapping/>
  </p:clrMapOvr>
</p:notes>
</file>

<file path=ppt/notesSlides/notesSlide1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990918332"/>
      </p:ext>
    </p:extLst>
  </p:cSld>
  <p:clrMapOvr>
    <a:masterClrMapping/>
  </p:clrMapOvr>
</p:notes>
</file>

<file path=ppt/notesSlides/notesSlide1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83908976"/>
      </p:ext>
    </p:extLst>
  </p:cSld>
  <p:clrMapOvr>
    <a:masterClrMapping/>
  </p:clrMapOvr>
</p:notes>
</file>

<file path=ppt/notesSlides/notesSlide1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179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83908976"/>
      </p:ext>
    </p:extLst>
  </p:cSld>
  <p:clrMapOvr>
    <a:masterClrMapping/>
  </p:clrMapOvr>
</p:notes>
</file>

<file path=ppt/notesSlides/notesSlide1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2615486"/>
      </p:ext>
    </p:extLst>
  </p:cSld>
  <p:clrMapOvr>
    <a:masterClrMapping/>
  </p:clrMapOvr>
</p:notes>
</file>

<file path=ppt/notesSlides/notesSlide1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314539914"/>
      </p:ext>
    </p:extLst>
  </p:cSld>
  <p:clrMapOvr>
    <a:masterClrMapping/>
  </p:clrMapOvr>
</p:notes>
</file>

<file path=ppt/notesSlides/notesSlide1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32032769"/>
      </p:ext>
    </p:extLst>
  </p:cSld>
  <p:clrMapOvr>
    <a:masterClrMapping/>
  </p:clrMapOvr>
</p:notes>
</file>

<file path=ppt/notesSlides/notesSlide1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32032769"/>
      </p:ext>
    </p:extLst>
  </p:cSld>
  <p:clrMapOvr>
    <a:masterClrMapping/>
  </p:clrMapOvr>
</p:notes>
</file>

<file path=ppt/notesSlides/notesSlide1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189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28565434"/>
      </p:ext>
    </p:extLst>
  </p:cSld>
  <p:clrMapOvr>
    <a:masterClrMapping/>
  </p:clrMapOvr>
</p:notes>
</file>

<file path=ppt/notesSlides/notesSlide1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38126199"/>
      </p:ext>
    </p:extLst>
  </p:cSld>
  <p:clrMapOvr>
    <a:masterClrMapping/>
  </p:clrMapOvr>
</p:notes>
</file>

<file path=ppt/notesSlides/notesSlide1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59177398"/>
      </p:ext>
    </p:extLst>
  </p:cSld>
  <p:clrMapOvr>
    <a:masterClrMapping/>
  </p:clrMapOvr>
</p:notes>
</file>

<file path=ppt/notesSlides/notesSlide1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199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711887630"/>
      </p:ext>
    </p:extLst>
  </p:cSld>
  <p:clrMapOvr>
    <a:masterClrMapping/>
  </p:clrMapOvr>
</p:notes>
</file>

<file path=ppt/notesSlides/notesSlide1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1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1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1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1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03321854"/>
      </p:ext>
    </p:extLst>
  </p:cSld>
  <p:clrMapOvr>
    <a:masterClrMapping/>
  </p:clrMapOvr>
</p:notes>
</file>

<file path=ppt/notesSlides/notesSlide1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209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053710214"/>
      </p:ext>
    </p:extLst>
  </p:cSld>
  <p:clrMapOvr>
    <a:masterClrMapping/>
  </p:clrMapOvr>
</p:notes>
</file>

<file path=ppt/notesSlides/notesSlide1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219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229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239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383412191"/>
      </p:ext>
    </p:extLst>
  </p:cSld>
  <p:clrMapOvr>
    <a:masterClrMapping/>
  </p:clrMapOvr>
</p:notes>
</file>

<file path=ppt/notesSlides/notesSlide1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824568003"/>
      </p:ext>
    </p:extLst>
  </p:cSld>
  <p:clrMapOvr>
    <a:masterClrMapping/>
  </p:clrMapOvr>
</p:notes>
</file>

<file path=ppt/notesSlides/notesSlide1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242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77599281"/>
      </p:ext>
    </p:extLst>
  </p:cSld>
  <p:clrMapOvr>
    <a:masterClrMapping/>
  </p:clrMapOvr>
</p:notes>
</file>

<file path=ppt/notesSlides/notesSlide1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243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77599281"/>
      </p:ext>
    </p:extLst>
  </p:cSld>
  <p:clrMapOvr>
    <a:masterClrMapping/>
  </p:clrMapOvr>
</p:notes>
</file>

<file path=ppt/notesSlides/notesSlide2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244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577599281"/>
      </p:ext>
    </p:extLst>
  </p:cSld>
  <p:clrMapOvr>
    <a:masterClrMapping/>
  </p:clrMapOvr>
</p:notes>
</file>

<file path=ppt/notesSlides/notesSlide2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245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2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246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2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247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2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248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2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249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2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250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812376751"/>
      </p:ext>
    </p:extLst>
  </p:cSld>
  <p:clrMapOvr>
    <a:masterClrMapping/>
  </p:clrMapOvr>
</p:notes>
</file>

<file path=ppt/notesSlides/notesSlide2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4A9CED1-24F9-428C-96FE-5682AA841E7E}" type="slidenum">
              <a:rPr lang="zh-HK" altLang="en-US" smtClean="0"/>
              <a:t>251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637718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7E77193-7D0F-4BC6-5A36-51FB883C62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71D0636-7ED2-84B2-1525-1077B12926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C249D10-FA2E-2CCA-1EC3-5BF4784C22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DCC4C89-F95A-DFB0-B9C8-5E1ADD90C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55C4568-3FDF-76B3-2B4E-37684ABA0E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61482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2BCDA02-8F66-D8F8-6A85-DD01E4D78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7E02ABA-D9C7-C84E-8B62-3EB25A195F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39AE67D-7F19-AC25-65E4-979749A7D2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D97FFE-36EB-FC00-0EAE-4A9A68995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9D76B275-082B-9CF3-88A4-304A977FCE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7690622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3968B3D-EF94-55EC-5C09-6344C4A68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7C22BC2-9F95-7800-59FC-33C123C1D0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1777E40-8FD6-BA6A-D554-3A6602CD0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264D8AA-D9CE-DA2B-74D5-888523711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E0D0561-9441-E16F-7063-001395CFAD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5845582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4D94468-8AAB-6060-628B-67935EDC90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352C0A2B-E133-379D-89C1-02AE12D48AC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8EBE3DBD-1344-CBC2-74BD-1EB241126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59CAA884-1A11-5754-B246-4F73106FAB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1DF7252-43C3-032F-341C-F0BAEC67C0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88C1DD3-BA2B-4796-7882-43B9117163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42592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828CD6E-2CBA-BF15-6FDD-BF51FAB50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FFC74F9A-7B75-DBA4-18E3-122236D65A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D6CAE3-28D8-94CD-3500-5D48578C2AF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70BE421-C55A-A175-0C1F-99BF59CA882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1FD1937A-DAA0-352F-591F-1694ED19E61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DB5D66D4-F99A-D8A5-B9A9-84DC08F1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B92B4A9-3DA8-F864-0F89-CD6090D64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5780C5F1-E3F2-A715-9379-1208E40FD4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67178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59B015-8458-B088-5662-B77139DC94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B23E1BAE-40A7-05DF-8F4E-3D15FB9C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9B3F9923-AB65-495B-9934-D59721480A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992230C-900D-2CEE-6BDE-DCD498FF7E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4425188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CC29600-FD5E-E9AC-6960-69EF8D0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79FC3B4-8926-8718-76A8-63E6EFF55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57FDE98-4C4F-2AD7-A5E6-CFA655B20D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9626020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9DD339-F0B6-7021-D07A-5A2C2395F0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FA43A2D-9977-32A7-AFBC-29C267048A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CB4B3332-591E-ADB1-8827-F9189F1419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E0A48638-1A7E-EA8B-06C3-7DE1219FF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6D275E9-126F-02ED-B338-C294248CF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1119947-7A4E-3D35-CADE-94FF2A4580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2790861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C19C86-38C3-B6E0-691F-0DE400F373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AD40B4C3-E45A-092E-4C44-B32EC29B483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HK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92FDB4D7-BDD4-D54F-3DCD-BABCC8671B5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7C7C109-0E96-157B-80BF-D14760E1B9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C62BAD9B-6D2C-698A-C2CF-4B6B7DE85D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D2752843-AFB6-119B-F4EF-403E3E2D8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8009697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75D40FF-C503-ED06-8BAD-8A8B637BD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69BCC498-7C6D-22C5-BBD6-BC4185B1C6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A05D940-4469-9862-3383-9245A9BB4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14F343A-7B32-1BF0-EC9E-48BBB75FE6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218589C-DC41-59B6-4F8B-901DB0261C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2719939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0C3C5828-1CB5-4C91-E9E4-4F89E501E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7DA6709-F2B2-C408-2F89-D003069565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97FC635-5206-455A-96BF-29AD46EA2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0048F65-6E13-AB1A-6672-D59F526AF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1D93282-CA60-77F3-C141-34FEBCEB86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16625802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5605A83-C9A2-3572-8323-F5DD0F67B1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zh-HK" altLang="en-US"/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9F419CD0-76B7-3E29-3A19-98B7789C9B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HK" altLang="en-US"/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160D9D-D84D-25C1-595F-761BBDB112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FA124-EDA5-401A-BF8D-0A24C51EA51C}" type="datetimeFigureOut">
              <a:rPr lang="zh-HK" altLang="en-US" smtClean="0"/>
              <a:t>08/07/26</a:t>
            </a:fld>
            <a:endParaRPr lang="zh-HK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7B324EA-300F-46F0-64DD-1E0FF3F864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HK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58EF0C60-C2C6-6376-4FD9-DED00429CD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745807-9AF4-4DDA-A142-1D44361A60DF}" type="slidenum">
              <a:rPr lang="zh-HK" altLang="en-US" smtClean="0"/>
              <a:t>‹#›</a:t>
            </a:fld>
            <a:endParaRPr lang="zh-HK" altLang="en-US"/>
          </a:p>
        </p:txBody>
      </p:sp>
    </p:spTree>
    <p:extLst>
      <p:ext uri="{BB962C8B-B14F-4D97-AF65-F5344CB8AC3E}">
        <p14:creationId xmlns:p14="http://schemas.microsoft.com/office/powerpoint/2010/main" val="39970908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H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microsoft.com/office/2018/10/relationships/comments" Target="../comments/modernComment_139_DCCC2B00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6" Type="http://schemas.microsoft.com/office/2018/10/relationships/comments" Target="../comments/modernComment_13A_4E736278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tags" Target="../tags/tag10.xml"/><Relationship Id="rId7" Type="http://schemas.microsoft.com/office/2018/10/relationships/comments" Target="../comments/modernComment_13B_3C42758D.xml"/><Relationship Id="rId2" Type="http://schemas.openxmlformats.org/officeDocument/2006/relationships/tags" Target="../tags/tag9.xml"/><Relationship Id="rId1" Type="http://schemas.openxmlformats.org/officeDocument/2006/relationships/tags" Target="../tags/tag8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12.xml"/><Relationship Id="rId4" Type="http://schemas.openxmlformats.org/officeDocument/2006/relationships/tags" Target="../tags/tag11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3C_22F03F12.xml"/><Relationship Id="rId3" Type="http://schemas.openxmlformats.org/officeDocument/2006/relationships/tags" Target="../tags/tag15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4.xml"/><Relationship Id="rId1" Type="http://schemas.openxmlformats.org/officeDocument/2006/relationships/tags" Target="../tags/tag13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.xml"/><Relationship Id="rId3" Type="http://schemas.openxmlformats.org/officeDocument/2006/relationships/tags" Target="../tags/tag21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20.xml"/><Relationship Id="rId1" Type="http://schemas.openxmlformats.org/officeDocument/2006/relationships/tags" Target="../tags/tag19.xml"/><Relationship Id="rId6" Type="http://schemas.openxmlformats.org/officeDocument/2006/relationships/tags" Target="../tags/tag24.xml"/><Relationship Id="rId5" Type="http://schemas.openxmlformats.org/officeDocument/2006/relationships/tags" Target="../tags/tag23.xml"/><Relationship Id="rId4" Type="http://schemas.openxmlformats.org/officeDocument/2006/relationships/tags" Target="../tags/tag22.xml"/><Relationship Id="rId9" Type="http://schemas.microsoft.com/office/2018/10/relationships/comments" Target="../comments/modernComment_13D_DD227669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27.xml"/><Relationship Id="rId7" Type="http://schemas.openxmlformats.org/officeDocument/2006/relationships/tags" Target="../tags/tag31.xml"/><Relationship Id="rId2" Type="http://schemas.openxmlformats.org/officeDocument/2006/relationships/tags" Target="../tags/tag26.xml"/><Relationship Id="rId1" Type="http://schemas.openxmlformats.org/officeDocument/2006/relationships/tags" Target="../tags/tag25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10" Type="http://schemas.microsoft.com/office/2018/10/relationships/comments" Target="../comments/modernComment_13E_CEDE6407.xml"/><Relationship Id="rId4" Type="http://schemas.openxmlformats.org/officeDocument/2006/relationships/tags" Target="../tags/tag28.xml"/><Relationship Id="rId9" Type="http://schemas.openxmlformats.org/officeDocument/2006/relationships/notesSlide" Target="../notesSlides/notesSlide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39.xml"/><Relationship Id="rId3" Type="http://schemas.openxmlformats.org/officeDocument/2006/relationships/tags" Target="../tags/tag34.xml"/><Relationship Id="rId7" Type="http://schemas.openxmlformats.org/officeDocument/2006/relationships/tags" Target="../tags/tag38.xml"/><Relationship Id="rId2" Type="http://schemas.openxmlformats.org/officeDocument/2006/relationships/tags" Target="../tags/tag33.xml"/><Relationship Id="rId1" Type="http://schemas.openxmlformats.org/officeDocument/2006/relationships/tags" Target="../tags/tag32.xml"/><Relationship Id="rId6" Type="http://schemas.openxmlformats.org/officeDocument/2006/relationships/tags" Target="../tags/tag37.xml"/><Relationship Id="rId11" Type="http://schemas.microsoft.com/office/2018/10/relationships/comments" Target="../comments/modernComment_13F_7D8198AC.xml"/><Relationship Id="rId5" Type="http://schemas.openxmlformats.org/officeDocument/2006/relationships/tags" Target="../tags/tag36.xml"/><Relationship Id="rId10" Type="http://schemas.openxmlformats.org/officeDocument/2006/relationships/notesSlide" Target="../notesSlides/notesSlide3.xml"/><Relationship Id="rId4" Type="http://schemas.openxmlformats.org/officeDocument/2006/relationships/tags" Target="../tags/tag35.xml"/><Relationship Id="rId9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microsoft.com/office/2018/10/relationships/comments" Target="../comments/modernComment_140_C0044259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notesSlide" Target="../notesSlides/notesSlide4.xml"/><Relationship Id="rId5" Type="http://schemas.openxmlformats.org/officeDocument/2006/relationships/tags" Target="../tags/tag44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43.xml"/><Relationship Id="rId9" Type="http://schemas.openxmlformats.org/officeDocument/2006/relationships/tags" Target="../tags/tag4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tags" Target="../tags/tag56.xml"/><Relationship Id="rId13" Type="http://schemas.microsoft.com/office/2018/10/relationships/comments" Target="../comments/modernComment_141_ED33787.xml"/><Relationship Id="rId3" Type="http://schemas.openxmlformats.org/officeDocument/2006/relationships/tags" Target="../tags/tag51.xml"/><Relationship Id="rId7" Type="http://schemas.openxmlformats.org/officeDocument/2006/relationships/tags" Target="../tags/tag55.xml"/><Relationship Id="rId12" Type="http://schemas.openxmlformats.org/officeDocument/2006/relationships/notesSlide" Target="../notesSlides/notesSlide5.xml"/><Relationship Id="rId2" Type="http://schemas.openxmlformats.org/officeDocument/2006/relationships/tags" Target="../tags/tag50.xml"/><Relationship Id="rId1" Type="http://schemas.openxmlformats.org/officeDocument/2006/relationships/tags" Target="../tags/tag49.xml"/><Relationship Id="rId6" Type="http://schemas.openxmlformats.org/officeDocument/2006/relationships/tags" Target="../tags/tag54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53.xml"/><Relationship Id="rId10" Type="http://schemas.openxmlformats.org/officeDocument/2006/relationships/tags" Target="../tags/tag58.xml"/><Relationship Id="rId4" Type="http://schemas.openxmlformats.org/officeDocument/2006/relationships/tags" Target="../tags/tag52.xml"/><Relationship Id="rId9" Type="http://schemas.openxmlformats.org/officeDocument/2006/relationships/tags" Target="../tags/tag57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tags" Target="../tags/tag66.xml"/><Relationship Id="rId13" Type="http://schemas.openxmlformats.org/officeDocument/2006/relationships/notesSlide" Target="../notesSlides/notesSlide6.xml"/><Relationship Id="rId3" Type="http://schemas.openxmlformats.org/officeDocument/2006/relationships/tags" Target="../tags/tag61.xml"/><Relationship Id="rId7" Type="http://schemas.openxmlformats.org/officeDocument/2006/relationships/tags" Target="../tags/tag65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60.xml"/><Relationship Id="rId1" Type="http://schemas.openxmlformats.org/officeDocument/2006/relationships/tags" Target="../tags/tag59.xml"/><Relationship Id="rId6" Type="http://schemas.openxmlformats.org/officeDocument/2006/relationships/tags" Target="../tags/tag64.xml"/><Relationship Id="rId11" Type="http://schemas.openxmlformats.org/officeDocument/2006/relationships/tags" Target="../tags/tag69.xml"/><Relationship Id="rId5" Type="http://schemas.openxmlformats.org/officeDocument/2006/relationships/tags" Target="../tags/tag63.xml"/><Relationship Id="rId10" Type="http://schemas.openxmlformats.org/officeDocument/2006/relationships/tags" Target="../tags/tag68.xml"/><Relationship Id="rId4" Type="http://schemas.openxmlformats.org/officeDocument/2006/relationships/tags" Target="../tags/tag62.xml"/><Relationship Id="rId9" Type="http://schemas.openxmlformats.org/officeDocument/2006/relationships/tags" Target="../tags/tag67.xml"/><Relationship Id="rId14" Type="http://schemas.microsoft.com/office/2018/10/relationships/comments" Target="../comments/modernComment_142_A4E8ECE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77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72.xml"/><Relationship Id="rId7" Type="http://schemas.openxmlformats.org/officeDocument/2006/relationships/tags" Target="../tags/tag76.xml"/><Relationship Id="rId12" Type="http://schemas.openxmlformats.org/officeDocument/2006/relationships/tags" Target="../tags/tag81.xml"/><Relationship Id="rId2" Type="http://schemas.openxmlformats.org/officeDocument/2006/relationships/tags" Target="../tags/tag71.xml"/><Relationship Id="rId1" Type="http://schemas.openxmlformats.org/officeDocument/2006/relationships/tags" Target="../tags/tag70.xml"/><Relationship Id="rId6" Type="http://schemas.openxmlformats.org/officeDocument/2006/relationships/tags" Target="../tags/tag75.xml"/><Relationship Id="rId11" Type="http://schemas.openxmlformats.org/officeDocument/2006/relationships/tags" Target="../tags/tag80.xml"/><Relationship Id="rId5" Type="http://schemas.openxmlformats.org/officeDocument/2006/relationships/tags" Target="../tags/tag74.xml"/><Relationship Id="rId15" Type="http://schemas.microsoft.com/office/2018/10/relationships/comments" Target="../comments/modernComment_143_E532035F.xml"/><Relationship Id="rId10" Type="http://schemas.openxmlformats.org/officeDocument/2006/relationships/tags" Target="../tags/tag79.xml"/><Relationship Id="rId4" Type="http://schemas.openxmlformats.org/officeDocument/2006/relationships/tags" Target="../tags/tag73.xml"/><Relationship Id="rId9" Type="http://schemas.openxmlformats.org/officeDocument/2006/relationships/tags" Target="../tags/tag78.xml"/><Relationship Id="rId14" Type="http://schemas.openxmlformats.org/officeDocument/2006/relationships/notesSlide" Target="../notesSlides/notesSlide7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tags" Target="../tags/tag89.xml"/><Relationship Id="rId13" Type="http://schemas.openxmlformats.org/officeDocument/2006/relationships/notesSlide" Target="../notesSlides/notesSlide8.xml"/><Relationship Id="rId3" Type="http://schemas.openxmlformats.org/officeDocument/2006/relationships/tags" Target="../tags/tag84.xml"/><Relationship Id="rId7" Type="http://schemas.openxmlformats.org/officeDocument/2006/relationships/tags" Target="../tags/tag88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83.xml"/><Relationship Id="rId1" Type="http://schemas.openxmlformats.org/officeDocument/2006/relationships/tags" Target="../tags/tag82.xml"/><Relationship Id="rId6" Type="http://schemas.openxmlformats.org/officeDocument/2006/relationships/tags" Target="../tags/tag87.xml"/><Relationship Id="rId11" Type="http://schemas.openxmlformats.org/officeDocument/2006/relationships/tags" Target="../tags/tag92.xml"/><Relationship Id="rId5" Type="http://schemas.openxmlformats.org/officeDocument/2006/relationships/tags" Target="../tags/tag86.xml"/><Relationship Id="rId10" Type="http://schemas.openxmlformats.org/officeDocument/2006/relationships/tags" Target="../tags/tag91.xml"/><Relationship Id="rId4" Type="http://schemas.openxmlformats.org/officeDocument/2006/relationships/tags" Target="../tags/tag85.xml"/><Relationship Id="rId9" Type="http://schemas.openxmlformats.org/officeDocument/2006/relationships/tags" Target="../tags/tag90.xml"/><Relationship Id="rId14" Type="http://schemas.microsoft.com/office/2018/10/relationships/comments" Target="../comments/modernComment_144_34BE83C4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tags" Target="../tags/tag100.xml"/><Relationship Id="rId13" Type="http://schemas.microsoft.com/office/2018/10/relationships/comments" Target="../comments/modernComment_145_5BBA1FEF.xml"/><Relationship Id="rId3" Type="http://schemas.openxmlformats.org/officeDocument/2006/relationships/tags" Target="../tags/tag95.xml"/><Relationship Id="rId7" Type="http://schemas.openxmlformats.org/officeDocument/2006/relationships/tags" Target="../tags/tag99.xml"/><Relationship Id="rId12" Type="http://schemas.openxmlformats.org/officeDocument/2006/relationships/notesSlide" Target="../notesSlides/notesSlide9.xml"/><Relationship Id="rId2" Type="http://schemas.openxmlformats.org/officeDocument/2006/relationships/tags" Target="../tags/tag94.xml"/><Relationship Id="rId1" Type="http://schemas.openxmlformats.org/officeDocument/2006/relationships/tags" Target="../tags/tag93.xml"/><Relationship Id="rId6" Type="http://schemas.openxmlformats.org/officeDocument/2006/relationships/tags" Target="../tags/tag98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97.xml"/><Relationship Id="rId10" Type="http://schemas.openxmlformats.org/officeDocument/2006/relationships/tags" Target="../tags/tag102.xml"/><Relationship Id="rId4" Type="http://schemas.openxmlformats.org/officeDocument/2006/relationships/tags" Target="../tags/tag96.xml"/><Relationship Id="rId9" Type="http://schemas.openxmlformats.org/officeDocument/2006/relationships/tags" Target="../tags/tag101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110.xml"/><Relationship Id="rId3" Type="http://schemas.openxmlformats.org/officeDocument/2006/relationships/tags" Target="../tags/tag105.xml"/><Relationship Id="rId7" Type="http://schemas.openxmlformats.org/officeDocument/2006/relationships/tags" Target="../tags/tag109.xml"/><Relationship Id="rId12" Type="http://schemas.microsoft.com/office/2018/10/relationships/comments" Target="../comments/modernComment_146_2723B59A.xml"/><Relationship Id="rId2" Type="http://schemas.openxmlformats.org/officeDocument/2006/relationships/tags" Target="../tags/tag104.xml"/><Relationship Id="rId1" Type="http://schemas.openxmlformats.org/officeDocument/2006/relationships/tags" Target="../tags/tag103.xml"/><Relationship Id="rId6" Type="http://schemas.openxmlformats.org/officeDocument/2006/relationships/tags" Target="../tags/tag108.xml"/><Relationship Id="rId11" Type="http://schemas.openxmlformats.org/officeDocument/2006/relationships/notesSlide" Target="../notesSlides/notesSlide10.xml"/><Relationship Id="rId5" Type="http://schemas.openxmlformats.org/officeDocument/2006/relationships/tags" Target="../tags/tag10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06.xml"/><Relationship Id="rId9" Type="http://schemas.openxmlformats.org/officeDocument/2006/relationships/tags" Target="../tags/tag11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tags" Target="../tags/tag119.xml"/><Relationship Id="rId13" Type="http://schemas.microsoft.com/office/2018/10/relationships/comments" Target="../comments/modernComment_147_A05F7DCA.xml"/><Relationship Id="rId3" Type="http://schemas.openxmlformats.org/officeDocument/2006/relationships/tags" Target="../tags/tag114.xml"/><Relationship Id="rId7" Type="http://schemas.openxmlformats.org/officeDocument/2006/relationships/tags" Target="../tags/tag118.xml"/><Relationship Id="rId12" Type="http://schemas.openxmlformats.org/officeDocument/2006/relationships/notesSlide" Target="../notesSlides/notesSlide11.xml"/><Relationship Id="rId2" Type="http://schemas.openxmlformats.org/officeDocument/2006/relationships/tags" Target="../tags/tag113.xml"/><Relationship Id="rId1" Type="http://schemas.openxmlformats.org/officeDocument/2006/relationships/tags" Target="../tags/tag112.xml"/><Relationship Id="rId6" Type="http://schemas.openxmlformats.org/officeDocument/2006/relationships/tags" Target="../tags/tag117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16.xml"/><Relationship Id="rId10" Type="http://schemas.openxmlformats.org/officeDocument/2006/relationships/tags" Target="../tags/tag121.xml"/><Relationship Id="rId4" Type="http://schemas.openxmlformats.org/officeDocument/2006/relationships/tags" Target="../tags/tag115.xml"/><Relationship Id="rId9" Type="http://schemas.openxmlformats.org/officeDocument/2006/relationships/tags" Target="../tags/tag120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tags" Target="../tags/tag129.xml"/><Relationship Id="rId13" Type="http://schemas.openxmlformats.org/officeDocument/2006/relationships/notesSlide" Target="../notesSlides/notesSlide12.xml"/><Relationship Id="rId3" Type="http://schemas.openxmlformats.org/officeDocument/2006/relationships/tags" Target="../tags/tag124.xml"/><Relationship Id="rId7" Type="http://schemas.openxmlformats.org/officeDocument/2006/relationships/tags" Target="../tags/tag128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23.xml"/><Relationship Id="rId1" Type="http://schemas.openxmlformats.org/officeDocument/2006/relationships/tags" Target="../tags/tag122.xml"/><Relationship Id="rId6" Type="http://schemas.openxmlformats.org/officeDocument/2006/relationships/tags" Target="../tags/tag127.xml"/><Relationship Id="rId11" Type="http://schemas.openxmlformats.org/officeDocument/2006/relationships/tags" Target="../tags/tag132.xml"/><Relationship Id="rId5" Type="http://schemas.openxmlformats.org/officeDocument/2006/relationships/tags" Target="../tags/tag126.xml"/><Relationship Id="rId10" Type="http://schemas.openxmlformats.org/officeDocument/2006/relationships/tags" Target="../tags/tag131.xml"/><Relationship Id="rId4" Type="http://schemas.openxmlformats.org/officeDocument/2006/relationships/tags" Target="../tags/tag125.xml"/><Relationship Id="rId9" Type="http://schemas.openxmlformats.org/officeDocument/2006/relationships/tags" Target="../tags/tag130.xml"/><Relationship Id="rId14" Type="http://schemas.microsoft.com/office/2018/10/relationships/comments" Target="../comments/modernComment_148_3E4729A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tags" Target="../tags/tag14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35.xml"/><Relationship Id="rId7" Type="http://schemas.openxmlformats.org/officeDocument/2006/relationships/tags" Target="../tags/tag139.xml"/><Relationship Id="rId12" Type="http://schemas.openxmlformats.org/officeDocument/2006/relationships/tags" Target="../tags/tag144.xml"/><Relationship Id="rId2" Type="http://schemas.openxmlformats.org/officeDocument/2006/relationships/tags" Target="../tags/tag134.xml"/><Relationship Id="rId1" Type="http://schemas.openxmlformats.org/officeDocument/2006/relationships/tags" Target="../tags/tag133.xml"/><Relationship Id="rId6" Type="http://schemas.openxmlformats.org/officeDocument/2006/relationships/tags" Target="../tags/tag138.xml"/><Relationship Id="rId11" Type="http://schemas.openxmlformats.org/officeDocument/2006/relationships/tags" Target="../tags/tag143.xml"/><Relationship Id="rId5" Type="http://schemas.openxmlformats.org/officeDocument/2006/relationships/tags" Target="../tags/tag137.xml"/><Relationship Id="rId15" Type="http://schemas.microsoft.com/office/2018/10/relationships/comments" Target="../comments/modernComment_149_EE61D46E.xml"/><Relationship Id="rId10" Type="http://schemas.openxmlformats.org/officeDocument/2006/relationships/tags" Target="../tags/tag142.xml"/><Relationship Id="rId4" Type="http://schemas.openxmlformats.org/officeDocument/2006/relationships/tags" Target="../tags/tag136.xml"/><Relationship Id="rId9" Type="http://schemas.openxmlformats.org/officeDocument/2006/relationships/tags" Target="../tags/tag141.xml"/><Relationship Id="rId14" Type="http://schemas.openxmlformats.org/officeDocument/2006/relationships/notesSlide" Target="../notesSlides/notesSlide13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tags" Target="../tags/tag152.xml"/><Relationship Id="rId13" Type="http://schemas.openxmlformats.org/officeDocument/2006/relationships/tags" Target="../tags/tag157.xml"/><Relationship Id="rId3" Type="http://schemas.openxmlformats.org/officeDocument/2006/relationships/tags" Target="../tags/tag147.xml"/><Relationship Id="rId7" Type="http://schemas.openxmlformats.org/officeDocument/2006/relationships/tags" Target="../tags/tag151.xml"/><Relationship Id="rId12" Type="http://schemas.openxmlformats.org/officeDocument/2006/relationships/tags" Target="../tags/tag156.xml"/><Relationship Id="rId2" Type="http://schemas.openxmlformats.org/officeDocument/2006/relationships/tags" Target="../tags/tag146.xml"/><Relationship Id="rId16" Type="http://schemas.microsoft.com/office/2018/10/relationships/comments" Target="../comments/modernComment_14A_D0974D60.xml"/><Relationship Id="rId1" Type="http://schemas.openxmlformats.org/officeDocument/2006/relationships/tags" Target="../tags/tag145.xml"/><Relationship Id="rId6" Type="http://schemas.openxmlformats.org/officeDocument/2006/relationships/tags" Target="../tags/tag150.xml"/><Relationship Id="rId11" Type="http://schemas.openxmlformats.org/officeDocument/2006/relationships/tags" Target="../tags/tag155.xml"/><Relationship Id="rId5" Type="http://schemas.openxmlformats.org/officeDocument/2006/relationships/tags" Target="../tags/tag149.xml"/><Relationship Id="rId15" Type="http://schemas.openxmlformats.org/officeDocument/2006/relationships/notesSlide" Target="../notesSlides/notesSlide14.xml"/><Relationship Id="rId10" Type="http://schemas.openxmlformats.org/officeDocument/2006/relationships/tags" Target="../tags/tag154.xml"/><Relationship Id="rId4" Type="http://schemas.openxmlformats.org/officeDocument/2006/relationships/tags" Target="../tags/tag148.xml"/><Relationship Id="rId9" Type="http://schemas.openxmlformats.org/officeDocument/2006/relationships/tags" Target="../tags/tag153.xml"/><Relationship Id="rId14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tags" Target="../tags/tag165.xml"/><Relationship Id="rId13" Type="http://schemas.openxmlformats.org/officeDocument/2006/relationships/tags" Target="../tags/tag170.xml"/><Relationship Id="rId3" Type="http://schemas.openxmlformats.org/officeDocument/2006/relationships/tags" Target="../tags/tag160.xml"/><Relationship Id="rId7" Type="http://schemas.openxmlformats.org/officeDocument/2006/relationships/tags" Target="../tags/tag164.xml"/><Relationship Id="rId12" Type="http://schemas.openxmlformats.org/officeDocument/2006/relationships/tags" Target="../tags/tag169.xml"/><Relationship Id="rId17" Type="http://schemas.microsoft.com/office/2018/10/relationships/comments" Target="../comments/modernComment_14B_8D3C7B92.xml"/><Relationship Id="rId2" Type="http://schemas.openxmlformats.org/officeDocument/2006/relationships/tags" Target="../tags/tag159.xml"/><Relationship Id="rId16" Type="http://schemas.openxmlformats.org/officeDocument/2006/relationships/notesSlide" Target="../notesSlides/notesSlide15.xml"/><Relationship Id="rId1" Type="http://schemas.openxmlformats.org/officeDocument/2006/relationships/tags" Target="../tags/tag158.xml"/><Relationship Id="rId6" Type="http://schemas.openxmlformats.org/officeDocument/2006/relationships/tags" Target="../tags/tag163.xml"/><Relationship Id="rId11" Type="http://schemas.openxmlformats.org/officeDocument/2006/relationships/tags" Target="../tags/tag168.xml"/><Relationship Id="rId5" Type="http://schemas.openxmlformats.org/officeDocument/2006/relationships/tags" Target="../tags/tag162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67.xml"/><Relationship Id="rId4" Type="http://schemas.openxmlformats.org/officeDocument/2006/relationships/tags" Target="../tags/tag161.xml"/><Relationship Id="rId9" Type="http://schemas.openxmlformats.org/officeDocument/2006/relationships/tags" Target="../tags/tag166.xml"/><Relationship Id="rId14" Type="http://schemas.openxmlformats.org/officeDocument/2006/relationships/tags" Target="../tags/tag171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tags" Target="../tags/tag179.xml"/><Relationship Id="rId13" Type="http://schemas.openxmlformats.org/officeDocument/2006/relationships/tags" Target="../tags/tag184.xml"/><Relationship Id="rId18" Type="http://schemas.microsoft.com/office/2018/10/relationships/comments" Target="../comments/modernComment_14C_56210C4C.xml"/><Relationship Id="rId3" Type="http://schemas.openxmlformats.org/officeDocument/2006/relationships/tags" Target="../tags/tag174.xml"/><Relationship Id="rId7" Type="http://schemas.openxmlformats.org/officeDocument/2006/relationships/tags" Target="../tags/tag178.xml"/><Relationship Id="rId12" Type="http://schemas.openxmlformats.org/officeDocument/2006/relationships/tags" Target="../tags/tag183.xml"/><Relationship Id="rId17" Type="http://schemas.openxmlformats.org/officeDocument/2006/relationships/notesSlide" Target="../notesSlides/notesSlide16.xml"/><Relationship Id="rId2" Type="http://schemas.openxmlformats.org/officeDocument/2006/relationships/tags" Target="../tags/tag173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72.xml"/><Relationship Id="rId6" Type="http://schemas.openxmlformats.org/officeDocument/2006/relationships/tags" Target="../tags/tag177.xml"/><Relationship Id="rId11" Type="http://schemas.openxmlformats.org/officeDocument/2006/relationships/tags" Target="../tags/tag182.xml"/><Relationship Id="rId5" Type="http://schemas.openxmlformats.org/officeDocument/2006/relationships/tags" Target="../tags/tag176.xml"/><Relationship Id="rId15" Type="http://schemas.openxmlformats.org/officeDocument/2006/relationships/tags" Target="../tags/tag186.xml"/><Relationship Id="rId10" Type="http://schemas.openxmlformats.org/officeDocument/2006/relationships/tags" Target="../tags/tag181.xml"/><Relationship Id="rId4" Type="http://schemas.openxmlformats.org/officeDocument/2006/relationships/tags" Target="../tags/tag175.xml"/><Relationship Id="rId9" Type="http://schemas.openxmlformats.org/officeDocument/2006/relationships/tags" Target="../tags/tag180.xml"/><Relationship Id="rId14" Type="http://schemas.openxmlformats.org/officeDocument/2006/relationships/tags" Target="../tags/tag185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tags" Target="../tags/tag194.xml"/><Relationship Id="rId13" Type="http://schemas.openxmlformats.org/officeDocument/2006/relationships/tags" Target="../tags/tag199.xml"/><Relationship Id="rId18" Type="http://schemas.openxmlformats.org/officeDocument/2006/relationships/notesSlide" Target="../notesSlides/notesSlide17.xml"/><Relationship Id="rId3" Type="http://schemas.openxmlformats.org/officeDocument/2006/relationships/tags" Target="../tags/tag189.xml"/><Relationship Id="rId7" Type="http://schemas.openxmlformats.org/officeDocument/2006/relationships/tags" Target="../tags/tag193.xml"/><Relationship Id="rId12" Type="http://schemas.openxmlformats.org/officeDocument/2006/relationships/tags" Target="../tags/tag198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88.xml"/><Relationship Id="rId16" Type="http://schemas.openxmlformats.org/officeDocument/2006/relationships/tags" Target="../tags/tag202.xml"/><Relationship Id="rId1" Type="http://schemas.openxmlformats.org/officeDocument/2006/relationships/tags" Target="../tags/tag187.xml"/><Relationship Id="rId6" Type="http://schemas.openxmlformats.org/officeDocument/2006/relationships/tags" Target="../tags/tag192.xml"/><Relationship Id="rId11" Type="http://schemas.openxmlformats.org/officeDocument/2006/relationships/tags" Target="../tags/tag197.xml"/><Relationship Id="rId5" Type="http://schemas.openxmlformats.org/officeDocument/2006/relationships/tags" Target="../tags/tag191.xml"/><Relationship Id="rId15" Type="http://schemas.openxmlformats.org/officeDocument/2006/relationships/tags" Target="../tags/tag201.xml"/><Relationship Id="rId10" Type="http://schemas.openxmlformats.org/officeDocument/2006/relationships/tags" Target="../tags/tag196.xml"/><Relationship Id="rId19" Type="http://schemas.microsoft.com/office/2018/10/relationships/comments" Target="../comments/modernComment_14D_814E2472.xml"/><Relationship Id="rId4" Type="http://schemas.openxmlformats.org/officeDocument/2006/relationships/tags" Target="../tags/tag190.xml"/><Relationship Id="rId9" Type="http://schemas.openxmlformats.org/officeDocument/2006/relationships/tags" Target="../tags/tag195.xml"/><Relationship Id="rId14" Type="http://schemas.openxmlformats.org/officeDocument/2006/relationships/tags" Target="../tags/tag200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10.xml"/><Relationship Id="rId13" Type="http://schemas.openxmlformats.org/officeDocument/2006/relationships/tags" Target="../tags/tag215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205.xml"/><Relationship Id="rId7" Type="http://schemas.openxmlformats.org/officeDocument/2006/relationships/tags" Target="../tags/tag209.xml"/><Relationship Id="rId12" Type="http://schemas.openxmlformats.org/officeDocument/2006/relationships/tags" Target="../tags/tag214.xml"/><Relationship Id="rId17" Type="http://schemas.openxmlformats.org/officeDocument/2006/relationships/tags" Target="../tags/tag219.xml"/><Relationship Id="rId2" Type="http://schemas.openxmlformats.org/officeDocument/2006/relationships/tags" Target="../tags/tag204.xml"/><Relationship Id="rId16" Type="http://schemas.openxmlformats.org/officeDocument/2006/relationships/tags" Target="../tags/tag218.xml"/><Relationship Id="rId20" Type="http://schemas.microsoft.com/office/2018/10/relationships/comments" Target="../comments/modernComment_14E_B72DFCF6.xml"/><Relationship Id="rId1" Type="http://schemas.openxmlformats.org/officeDocument/2006/relationships/tags" Target="../tags/tag203.xml"/><Relationship Id="rId6" Type="http://schemas.openxmlformats.org/officeDocument/2006/relationships/tags" Target="../tags/tag208.xml"/><Relationship Id="rId11" Type="http://schemas.openxmlformats.org/officeDocument/2006/relationships/tags" Target="../tags/tag213.xml"/><Relationship Id="rId5" Type="http://schemas.openxmlformats.org/officeDocument/2006/relationships/tags" Target="../tags/tag207.xml"/><Relationship Id="rId15" Type="http://schemas.openxmlformats.org/officeDocument/2006/relationships/tags" Target="../tags/tag217.xml"/><Relationship Id="rId10" Type="http://schemas.openxmlformats.org/officeDocument/2006/relationships/tags" Target="../tags/tag212.xml"/><Relationship Id="rId19" Type="http://schemas.openxmlformats.org/officeDocument/2006/relationships/notesSlide" Target="../notesSlides/notesSlide18.xml"/><Relationship Id="rId4" Type="http://schemas.openxmlformats.org/officeDocument/2006/relationships/tags" Target="../tags/tag206.xml"/><Relationship Id="rId9" Type="http://schemas.openxmlformats.org/officeDocument/2006/relationships/tags" Target="../tags/tag211.xml"/><Relationship Id="rId14" Type="http://schemas.openxmlformats.org/officeDocument/2006/relationships/tags" Target="../tags/tag216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tags" Target="../tags/tag227.xml"/><Relationship Id="rId13" Type="http://schemas.openxmlformats.org/officeDocument/2006/relationships/tags" Target="../tags/tag232.xml"/><Relationship Id="rId18" Type="http://schemas.openxmlformats.org/officeDocument/2006/relationships/tags" Target="../tags/tag237.xml"/><Relationship Id="rId3" Type="http://schemas.openxmlformats.org/officeDocument/2006/relationships/tags" Target="../tags/tag222.xml"/><Relationship Id="rId21" Type="http://schemas.microsoft.com/office/2018/10/relationships/comments" Target="../comments/modernComment_14F_9DF322E5.xml"/><Relationship Id="rId7" Type="http://schemas.openxmlformats.org/officeDocument/2006/relationships/tags" Target="../tags/tag226.xml"/><Relationship Id="rId12" Type="http://schemas.openxmlformats.org/officeDocument/2006/relationships/tags" Target="../tags/tag231.xml"/><Relationship Id="rId17" Type="http://schemas.openxmlformats.org/officeDocument/2006/relationships/tags" Target="../tags/tag236.xml"/><Relationship Id="rId2" Type="http://schemas.openxmlformats.org/officeDocument/2006/relationships/tags" Target="../tags/tag221.xml"/><Relationship Id="rId16" Type="http://schemas.openxmlformats.org/officeDocument/2006/relationships/tags" Target="../tags/tag235.xml"/><Relationship Id="rId20" Type="http://schemas.openxmlformats.org/officeDocument/2006/relationships/notesSlide" Target="../notesSlides/notesSlide19.xml"/><Relationship Id="rId1" Type="http://schemas.openxmlformats.org/officeDocument/2006/relationships/tags" Target="../tags/tag220.xml"/><Relationship Id="rId6" Type="http://schemas.openxmlformats.org/officeDocument/2006/relationships/tags" Target="../tags/tag225.xml"/><Relationship Id="rId11" Type="http://schemas.openxmlformats.org/officeDocument/2006/relationships/tags" Target="../tags/tag230.xml"/><Relationship Id="rId5" Type="http://schemas.openxmlformats.org/officeDocument/2006/relationships/tags" Target="../tags/tag224.xml"/><Relationship Id="rId15" Type="http://schemas.openxmlformats.org/officeDocument/2006/relationships/tags" Target="../tags/tag234.xml"/><Relationship Id="rId10" Type="http://schemas.openxmlformats.org/officeDocument/2006/relationships/tags" Target="../tags/tag229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223.xml"/><Relationship Id="rId9" Type="http://schemas.openxmlformats.org/officeDocument/2006/relationships/tags" Target="../tags/tag228.xml"/><Relationship Id="rId14" Type="http://schemas.openxmlformats.org/officeDocument/2006/relationships/tags" Target="../tags/tag233.xml"/></Relationships>
</file>

<file path=ppt/slides/_rels/slide24.xml.rels><?xml version="1.0" encoding="UTF-8" standalone="yes"?>
<Relationships xmlns="http://schemas.openxmlformats.org/package/2006/relationships"><Relationship Id="rId8" Type="http://schemas.openxmlformats.org/officeDocument/2006/relationships/tags" Target="../tags/tag245.xml"/><Relationship Id="rId13" Type="http://schemas.openxmlformats.org/officeDocument/2006/relationships/tags" Target="../tags/tag250.xml"/><Relationship Id="rId18" Type="http://schemas.openxmlformats.org/officeDocument/2006/relationships/tags" Target="../tags/tag255.xml"/><Relationship Id="rId3" Type="http://schemas.openxmlformats.org/officeDocument/2006/relationships/tags" Target="../tags/tag240.xml"/><Relationship Id="rId21" Type="http://schemas.openxmlformats.org/officeDocument/2006/relationships/notesSlide" Target="../notesSlides/notesSlide20.xml"/><Relationship Id="rId7" Type="http://schemas.openxmlformats.org/officeDocument/2006/relationships/tags" Target="../tags/tag244.xml"/><Relationship Id="rId12" Type="http://schemas.openxmlformats.org/officeDocument/2006/relationships/tags" Target="../tags/tag249.xml"/><Relationship Id="rId17" Type="http://schemas.openxmlformats.org/officeDocument/2006/relationships/tags" Target="../tags/tag254.xml"/><Relationship Id="rId2" Type="http://schemas.openxmlformats.org/officeDocument/2006/relationships/tags" Target="../tags/tag239.xml"/><Relationship Id="rId16" Type="http://schemas.openxmlformats.org/officeDocument/2006/relationships/tags" Target="../tags/tag253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238.xml"/><Relationship Id="rId6" Type="http://schemas.openxmlformats.org/officeDocument/2006/relationships/tags" Target="../tags/tag243.xml"/><Relationship Id="rId11" Type="http://schemas.openxmlformats.org/officeDocument/2006/relationships/tags" Target="../tags/tag248.xml"/><Relationship Id="rId5" Type="http://schemas.openxmlformats.org/officeDocument/2006/relationships/tags" Target="../tags/tag242.xml"/><Relationship Id="rId15" Type="http://schemas.openxmlformats.org/officeDocument/2006/relationships/tags" Target="../tags/tag252.xml"/><Relationship Id="rId10" Type="http://schemas.openxmlformats.org/officeDocument/2006/relationships/tags" Target="../tags/tag247.xml"/><Relationship Id="rId19" Type="http://schemas.openxmlformats.org/officeDocument/2006/relationships/tags" Target="../tags/tag256.xml"/><Relationship Id="rId4" Type="http://schemas.openxmlformats.org/officeDocument/2006/relationships/tags" Target="../tags/tag241.xml"/><Relationship Id="rId9" Type="http://schemas.openxmlformats.org/officeDocument/2006/relationships/tags" Target="../tags/tag246.xml"/><Relationship Id="rId14" Type="http://schemas.openxmlformats.org/officeDocument/2006/relationships/tags" Target="../tags/tag251.xml"/><Relationship Id="rId22" Type="http://schemas.microsoft.com/office/2018/10/relationships/comments" Target="../comments/modernComment_150_780FC63E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tags" Target="../tags/tag264.xml"/><Relationship Id="rId13" Type="http://schemas.openxmlformats.org/officeDocument/2006/relationships/tags" Target="../tags/tag269.xml"/><Relationship Id="rId18" Type="http://schemas.openxmlformats.org/officeDocument/2006/relationships/tags" Target="../tags/tag274.xml"/><Relationship Id="rId3" Type="http://schemas.openxmlformats.org/officeDocument/2006/relationships/tags" Target="../tags/tag259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263.xml"/><Relationship Id="rId12" Type="http://schemas.openxmlformats.org/officeDocument/2006/relationships/tags" Target="../tags/tag268.xml"/><Relationship Id="rId17" Type="http://schemas.openxmlformats.org/officeDocument/2006/relationships/tags" Target="../tags/tag273.xml"/><Relationship Id="rId2" Type="http://schemas.openxmlformats.org/officeDocument/2006/relationships/tags" Target="../tags/tag258.xml"/><Relationship Id="rId16" Type="http://schemas.openxmlformats.org/officeDocument/2006/relationships/tags" Target="../tags/tag272.xml"/><Relationship Id="rId20" Type="http://schemas.openxmlformats.org/officeDocument/2006/relationships/tags" Target="../tags/tag276.xml"/><Relationship Id="rId1" Type="http://schemas.openxmlformats.org/officeDocument/2006/relationships/tags" Target="../tags/tag257.xml"/><Relationship Id="rId6" Type="http://schemas.openxmlformats.org/officeDocument/2006/relationships/tags" Target="../tags/tag262.xml"/><Relationship Id="rId11" Type="http://schemas.openxmlformats.org/officeDocument/2006/relationships/tags" Target="../tags/tag267.xml"/><Relationship Id="rId5" Type="http://schemas.openxmlformats.org/officeDocument/2006/relationships/tags" Target="../tags/tag261.xml"/><Relationship Id="rId15" Type="http://schemas.openxmlformats.org/officeDocument/2006/relationships/tags" Target="../tags/tag271.xml"/><Relationship Id="rId23" Type="http://schemas.microsoft.com/office/2018/10/relationships/comments" Target="../comments/modernComment_151_7D68008B.xml"/><Relationship Id="rId10" Type="http://schemas.openxmlformats.org/officeDocument/2006/relationships/tags" Target="../tags/tag266.xml"/><Relationship Id="rId19" Type="http://schemas.openxmlformats.org/officeDocument/2006/relationships/tags" Target="../tags/tag275.xml"/><Relationship Id="rId4" Type="http://schemas.openxmlformats.org/officeDocument/2006/relationships/tags" Target="../tags/tag260.xml"/><Relationship Id="rId9" Type="http://schemas.openxmlformats.org/officeDocument/2006/relationships/tags" Target="../tags/tag265.xml"/><Relationship Id="rId14" Type="http://schemas.openxmlformats.org/officeDocument/2006/relationships/tags" Target="../tags/tag270.xml"/><Relationship Id="rId22" Type="http://schemas.openxmlformats.org/officeDocument/2006/relationships/notesSlide" Target="../notesSlides/notesSlide21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tags" Target="../tags/tag284.xml"/><Relationship Id="rId13" Type="http://schemas.openxmlformats.org/officeDocument/2006/relationships/tags" Target="../tags/tag289.xml"/><Relationship Id="rId18" Type="http://schemas.openxmlformats.org/officeDocument/2006/relationships/tags" Target="../tags/tag294.xml"/><Relationship Id="rId3" Type="http://schemas.openxmlformats.org/officeDocument/2006/relationships/tags" Target="../tags/tag279.xml"/><Relationship Id="rId21" Type="http://schemas.openxmlformats.org/officeDocument/2006/relationships/tags" Target="../tags/tag297.xml"/><Relationship Id="rId7" Type="http://schemas.openxmlformats.org/officeDocument/2006/relationships/tags" Target="../tags/tag283.xml"/><Relationship Id="rId12" Type="http://schemas.openxmlformats.org/officeDocument/2006/relationships/tags" Target="../tags/tag288.xml"/><Relationship Id="rId17" Type="http://schemas.openxmlformats.org/officeDocument/2006/relationships/tags" Target="../tags/tag293.xml"/><Relationship Id="rId2" Type="http://schemas.openxmlformats.org/officeDocument/2006/relationships/tags" Target="../tags/tag278.xml"/><Relationship Id="rId16" Type="http://schemas.openxmlformats.org/officeDocument/2006/relationships/tags" Target="../tags/tag292.xml"/><Relationship Id="rId20" Type="http://schemas.openxmlformats.org/officeDocument/2006/relationships/tags" Target="../tags/tag296.xml"/><Relationship Id="rId1" Type="http://schemas.openxmlformats.org/officeDocument/2006/relationships/tags" Target="../tags/tag277.xml"/><Relationship Id="rId6" Type="http://schemas.openxmlformats.org/officeDocument/2006/relationships/tags" Target="../tags/tag282.xml"/><Relationship Id="rId11" Type="http://schemas.openxmlformats.org/officeDocument/2006/relationships/tags" Target="../tags/tag287.xml"/><Relationship Id="rId24" Type="http://schemas.microsoft.com/office/2018/10/relationships/comments" Target="../comments/modernComment_152_41B8A6AC.xml"/><Relationship Id="rId5" Type="http://schemas.openxmlformats.org/officeDocument/2006/relationships/tags" Target="../tags/tag281.xml"/><Relationship Id="rId15" Type="http://schemas.openxmlformats.org/officeDocument/2006/relationships/tags" Target="../tags/tag291.xml"/><Relationship Id="rId23" Type="http://schemas.openxmlformats.org/officeDocument/2006/relationships/notesSlide" Target="../notesSlides/notesSlide22.xml"/><Relationship Id="rId10" Type="http://schemas.openxmlformats.org/officeDocument/2006/relationships/tags" Target="../tags/tag286.xml"/><Relationship Id="rId19" Type="http://schemas.openxmlformats.org/officeDocument/2006/relationships/tags" Target="../tags/tag295.xml"/><Relationship Id="rId4" Type="http://schemas.openxmlformats.org/officeDocument/2006/relationships/tags" Target="../tags/tag280.xml"/><Relationship Id="rId9" Type="http://schemas.openxmlformats.org/officeDocument/2006/relationships/tags" Target="../tags/tag285.xml"/><Relationship Id="rId14" Type="http://schemas.openxmlformats.org/officeDocument/2006/relationships/tags" Target="../tags/tag290.xml"/><Relationship Id="rId22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tags" Target="../tags/tag305.xml"/><Relationship Id="rId13" Type="http://schemas.openxmlformats.org/officeDocument/2006/relationships/tags" Target="../tags/tag310.xml"/><Relationship Id="rId18" Type="http://schemas.openxmlformats.org/officeDocument/2006/relationships/tags" Target="../tags/tag315.xml"/><Relationship Id="rId3" Type="http://schemas.openxmlformats.org/officeDocument/2006/relationships/tags" Target="../tags/tag300.xml"/><Relationship Id="rId21" Type="http://schemas.openxmlformats.org/officeDocument/2006/relationships/tags" Target="../tags/tag318.xml"/><Relationship Id="rId7" Type="http://schemas.openxmlformats.org/officeDocument/2006/relationships/tags" Target="../tags/tag304.xml"/><Relationship Id="rId12" Type="http://schemas.openxmlformats.org/officeDocument/2006/relationships/tags" Target="../tags/tag309.xml"/><Relationship Id="rId17" Type="http://schemas.openxmlformats.org/officeDocument/2006/relationships/tags" Target="../tags/tag314.xml"/><Relationship Id="rId25" Type="http://schemas.microsoft.com/office/2018/10/relationships/comments" Target="../comments/modernComment_153_9BA96D95.xml"/><Relationship Id="rId2" Type="http://schemas.openxmlformats.org/officeDocument/2006/relationships/tags" Target="../tags/tag299.xml"/><Relationship Id="rId16" Type="http://schemas.openxmlformats.org/officeDocument/2006/relationships/tags" Target="../tags/tag313.xml"/><Relationship Id="rId20" Type="http://schemas.openxmlformats.org/officeDocument/2006/relationships/tags" Target="../tags/tag317.xml"/><Relationship Id="rId1" Type="http://schemas.openxmlformats.org/officeDocument/2006/relationships/tags" Target="../tags/tag298.xml"/><Relationship Id="rId6" Type="http://schemas.openxmlformats.org/officeDocument/2006/relationships/tags" Target="../tags/tag303.xml"/><Relationship Id="rId11" Type="http://schemas.openxmlformats.org/officeDocument/2006/relationships/tags" Target="../tags/tag308.xml"/><Relationship Id="rId24" Type="http://schemas.openxmlformats.org/officeDocument/2006/relationships/notesSlide" Target="../notesSlides/notesSlide23.xml"/><Relationship Id="rId5" Type="http://schemas.openxmlformats.org/officeDocument/2006/relationships/tags" Target="../tags/tag302.xml"/><Relationship Id="rId15" Type="http://schemas.openxmlformats.org/officeDocument/2006/relationships/tags" Target="../tags/tag312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307.xml"/><Relationship Id="rId19" Type="http://schemas.openxmlformats.org/officeDocument/2006/relationships/tags" Target="../tags/tag316.xml"/><Relationship Id="rId4" Type="http://schemas.openxmlformats.org/officeDocument/2006/relationships/tags" Target="../tags/tag301.xml"/><Relationship Id="rId9" Type="http://schemas.openxmlformats.org/officeDocument/2006/relationships/tags" Target="../tags/tag306.xml"/><Relationship Id="rId14" Type="http://schemas.openxmlformats.org/officeDocument/2006/relationships/tags" Target="../tags/tag311.xml"/><Relationship Id="rId22" Type="http://schemas.openxmlformats.org/officeDocument/2006/relationships/tags" Target="../tags/tag319.xml"/></Relationships>
</file>

<file path=ppt/slides/_rels/slide28.xml.rels><?xml version="1.0" encoding="UTF-8" standalone="yes"?>
<Relationships xmlns="http://schemas.openxmlformats.org/package/2006/relationships"><Relationship Id="rId8" Type="http://schemas.openxmlformats.org/officeDocument/2006/relationships/tags" Target="../tags/tag327.xml"/><Relationship Id="rId13" Type="http://schemas.openxmlformats.org/officeDocument/2006/relationships/tags" Target="../tags/tag332.xml"/><Relationship Id="rId18" Type="http://schemas.openxmlformats.org/officeDocument/2006/relationships/tags" Target="../tags/tag337.xml"/><Relationship Id="rId26" Type="http://schemas.microsoft.com/office/2018/10/relationships/comments" Target="../comments/modernComment_154_2425E8EE.xml"/><Relationship Id="rId3" Type="http://schemas.openxmlformats.org/officeDocument/2006/relationships/tags" Target="../tags/tag322.xml"/><Relationship Id="rId21" Type="http://schemas.openxmlformats.org/officeDocument/2006/relationships/tags" Target="../tags/tag340.xml"/><Relationship Id="rId7" Type="http://schemas.openxmlformats.org/officeDocument/2006/relationships/tags" Target="../tags/tag326.xml"/><Relationship Id="rId12" Type="http://schemas.openxmlformats.org/officeDocument/2006/relationships/tags" Target="../tags/tag331.xml"/><Relationship Id="rId17" Type="http://schemas.openxmlformats.org/officeDocument/2006/relationships/tags" Target="../tags/tag336.xml"/><Relationship Id="rId25" Type="http://schemas.openxmlformats.org/officeDocument/2006/relationships/notesSlide" Target="../notesSlides/notesSlide24.xml"/><Relationship Id="rId2" Type="http://schemas.openxmlformats.org/officeDocument/2006/relationships/tags" Target="../tags/tag321.xml"/><Relationship Id="rId16" Type="http://schemas.openxmlformats.org/officeDocument/2006/relationships/tags" Target="../tags/tag335.xml"/><Relationship Id="rId20" Type="http://schemas.openxmlformats.org/officeDocument/2006/relationships/tags" Target="../tags/tag339.xml"/><Relationship Id="rId1" Type="http://schemas.openxmlformats.org/officeDocument/2006/relationships/tags" Target="../tags/tag320.xml"/><Relationship Id="rId6" Type="http://schemas.openxmlformats.org/officeDocument/2006/relationships/tags" Target="../tags/tag325.xml"/><Relationship Id="rId11" Type="http://schemas.openxmlformats.org/officeDocument/2006/relationships/tags" Target="../tags/tag330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324.xml"/><Relationship Id="rId15" Type="http://schemas.openxmlformats.org/officeDocument/2006/relationships/tags" Target="../tags/tag334.xml"/><Relationship Id="rId23" Type="http://schemas.openxmlformats.org/officeDocument/2006/relationships/tags" Target="../tags/tag342.xml"/><Relationship Id="rId10" Type="http://schemas.openxmlformats.org/officeDocument/2006/relationships/tags" Target="../tags/tag329.xml"/><Relationship Id="rId19" Type="http://schemas.openxmlformats.org/officeDocument/2006/relationships/tags" Target="../tags/tag338.xml"/><Relationship Id="rId4" Type="http://schemas.openxmlformats.org/officeDocument/2006/relationships/tags" Target="../tags/tag323.xml"/><Relationship Id="rId9" Type="http://schemas.openxmlformats.org/officeDocument/2006/relationships/tags" Target="../tags/tag328.xml"/><Relationship Id="rId14" Type="http://schemas.openxmlformats.org/officeDocument/2006/relationships/tags" Target="../tags/tag333.xml"/><Relationship Id="rId22" Type="http://schemas.openxmlformats.org/officeDocument/2006/relationships/tags" Target="../tags/tag341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tags" Target="../tags/tag350.xml"/><Relationship Id="rId13" Type="http://schemas.openxmlformats.org/officeDocument/2006/relationships/tags" Target="../tags/tag355.xml"/><Relationship Id="rId18" Type="http://schemas.openxmlformats.org/officeDocument/2006/relationships/tags" Target="../tags/tag360.xml"/><Relationship Id="rId26" Type="http://schemas.openxmlformats.org/officeDocument/2006/relationships/notesSlide" Target="../notesSlides/notesSlide25.xml"/><Relationship Id="rId3" Type="http://schemas.openxmlformats.org/officeDocument/2006/relationships/tags" Target="../tags/tag345.xml"/><Relationship Id="rId21" Type="http://schemas.openxmlformats.org/officeDocument/2006/relationships/tags" Target="../tags/tag363.xml"/><Relationship Id="rId7" Type="http://schemas.openxmlformats.org/officeDocument/2006/relationships/tags" Target="../tags/tag349.xml"/><Relationship Id="rId12" Type="http://schemas.openxmlformats.org/officeDocument/2006/relationships/tags" Target="../tags/tag354.xml"/><Relationship Id="rId17" Type="http://schemas.openxmlformats.org/officeDocument/2006/relationships/tags" Target="../tags/tag359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344.xml"/><Relationship Id="rId16" Type="http://schemas.openxmlformats.org/officeDocument/2006/relationships/tags" Target="../tags/tag358.xml"/><Relationship Id="rId20" Type="http://schemas.openxmlformats.org/officeDocument/2006/relationships/tags" Target="../tags/tag362.xml"/><Relationship Id="rId1" Type="http://schemas.openxmlformats.org/officeDocument/2006/relationships/tags" Target="../tags/tag343.xml"/><Relationship Id="rId6" Type="http://schemas.openxmlformats.org/officeDocument/2006/relationships/tags" Target="../tags/tag348.xml"/><Relationship Id="rId11" Type="http://schemas.openxmlformats.org/officeDocument/2006/relationships/tags" Target="../tags/tag353.xml"/><Relationship Id="rId24" Type="http://schemas.openxmlformats.org/officeDocument/2006/relationships/tags" Target="../tags/tag366.xml"/><Relationship Id="rId5" Type="http://schemas.openxmlformats.org/officeDocument/2006/relationships/tags" Target="../tags/tag347.xml"/><Relationship Id="rId15" Type="http://schemas.openxmlformats.org/officeDocument/2006/relationships/tags" Target="../tags/tag357.xml"/><Relationship Id="rId23" Type="http://schemas.openxmlformats.org/officeDocument/2006/relationships/tags" Target="../tags/tag365.xml"/><Relationship Id="rId10" Type="http://schemas.openxmlformats.org/officeDocument/2006/relationships/tags" Target="../tags/tag352.xml"/><Relationship Id="rId19" Type="http://schemas.openxmlformats.org/officeDocument/2006/relationships/tags" Target="../tags/tag361.xml"/><Relationship Id="rId4" Type="http://schemas.openxmlformats.org/officeDocument/2006/relationships/tags" Target="../tags/tag346.xml"/><Relationship Id="rId9" Type="http://schemas.openxmlformats.org/officeDocument/2006/relationships/tags" Target="../tags/tag351.xml"/><Relationship Id="rId14" Type="http://schemas.openxmlformats.org/officeDocument/2006/relationships/tags" Target="../tags/tag356.xml"/><Relationship Id="rId22" Type="http://schemas.openxmlformats.org/officeDocument/2006/relationships/tags" Target="../tags/tag364.xml"/><Relationship Id="rId27" Type="http://schemas.microsoft.com/office/2018/10/relationships/comments" Target="../comments/modernComment_155_BBC1524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tags" Target="../tags/tag374.xml"/><Relationship Id="rId13" Type="http://schemas.openxmlformats.org/officeDocument/2006/relationships/tags" Target="../tags/tag379.xml"/><Relationship Id="rId18" Type="http://schemas.openxmlformats.org/officeDocument/2006/relationships/tags" Target="../tags/tag384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369.xml"/><Relationship Id="rId21" Type="http://schemas.openxmlformats.org/officeDocument/2006/relationships/tags" Target="../tags/tag387.xml"/><Relationship Id="rId7" Type="http://schemas.openxmlformats.org/officeDocument/2006/relationships/tags" Target="../tags/tag373.xml"/><Relationship Id="rId12" Type="http://schemas.openxmlformats.org/officeDocument/2006/relationships/tags" Target="../tags/tag378.xml"/><Relationship Id="rId17" Type="http://schemas.openxmlformats.org/officeDocument/2006/relationships/tags" Target="../tags/tag383.xml"/><Relationship Id="rId25" Type="http://schemas.openxmlformats.org/officeDocument/2006/relationships/tags" Target="../tags/tag391.xml"/><Relationship Id="rId2" Type="http://schemas.openxmlformats.org/officeDocument/2006/relationships/tags" Target="../tags/tag368.xml"/><Relationship Id="rId16" Type="http://schemas.openxmlformats.org/officeDocument/2006/relationships/tags" Target="../tags/tag382.xml"/><Relationship Id="rId20" Type="http://schemas.openxmlformats.org/officeDocument/2006/relationships/tags" Target="../tags/tag386.xml"/><Relationship Id="rId1" Type="http://schemas.openxmlformats.org/officeDocument/2006/relationships/tags" Target="../tags/tag367.xml"/><Relationship Id="rId6" Type="http://schemas.openxmlformats.org/officeDocument/2006/relationships/tags" Target="../tags/tag372.xml"/><Relationship Id="rId11" Type="http://schemas.openxmlformats.org/officeDocument/2006/relationships/tags" Target="../tags/tag377.xml"/><Relationship Id="rId24" Type="http://schemas.openxmlformats.org/officeDocument/2006/relationships/tags" Target="../tags/tag390.xml"/><Relationship Id="rId5" Type="http://schemas.openxmlformats.org/officeDocument/2006/relationships/tags" Target="../tags/tag371.xml"/><Relationship Id="rId15" Type="http://schemas.openxmlformats.org/officeDocument/2006/relationships/tags" Target="../tags/tag381.xml"/><Relationship Id="rId23" Type="http://schemas.openxmlformats.org/officeDocument/2006/relationships/tags" Target="../tags/tag389.xml"/><Relationship Id="rId28" Type="http://schemas.microsoft.com/office/2018/10/relationships/comments" Target="../comments/modernComment_156_AB028FE2.xml"/><Relationship Id="rId10" Type="http://schemas.openxmlformats.org/officeDocument/2006/relationships/tags" Target="../tags/tag376.xml"/><Relationship Id="rId19" Type="http://schemas.openxmlformats.org/officeDocument/2006/relationships/tags" Target="../tags/tag385.xml"/><Relationship Id="rId4" Type="http://schemas.openxmlformats.org/officeDocument/2006/relationships/tags" Target="../tags/tag370.xml"/><Relationship Id="rId9" Type="http://schemas.openxmlformats.org/officeDocument/2006/relationships/tags" Target="../tags/tag375.xml"/><Relationship Id="rId14" Type="http://schemas.openxmlformats.org/officeDocument/2006/relationships/tags" Target="../tags/tag380.xml"/><Relationship Id="rId22" Type="http://schemas.openxmlformats.org/officeDocument/2006/relationships/tags" Target="../tags/tag388.xml"/><Relationship Id="rId27" Type="http://schemas.openxmlformats.org/officeDocument/2006/relationships/notesSlide" Target="../notesSlides/notesSlide26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tags" Target="../tags/tag399.xml"/><Relationship Id="rId13" Type="http://schemas.openxmlformats.org/officeDocument/2006/relationships/tags" Target="../tags/tag404.xml"/><Relationship Id="rId18" Type="http://schemas.openxmlformats.org/officeDocument/2006/relationships/tags" Target="../tags/tag409.xml"/><Relationship Id="rId26" Type="http://schemas.openxmlformats.org/officeDocument/2006/relationships/tags" Target="../tags/tag417.xml"/><Relationship Id="rId3" Type="http://schemas.openxmlformats.org/officeDocument/2006/relationships/tags" Target="../tags/tag394.xml"/><Relationship Id="rId21" Type="http://schemas.openxmlformats.org/officeDocument/2006/relationships/tags" Target="../tags/tag412.xml"/><Relationship Id="rId7" Type="http://schemas.openxmlformats.org/officeDocument/2006/relationships/tags" Target="../tags/tag398.xml"/><Relationship Id="rId12" Type="http://schemas.openxmlformats.org/officeDocument/2006/relationships/tags" Target="../tags/tag403.xml"/><Relationship Id="rId17" Type="http://schemas.openxmlformats.org/officeDocument/2006/relationships/tags" Target="../tags/tag408.xml"/><Relationship Id="rId25" Type="http://schemas.openxmlformats.org/officeDocument/2006/relationships/tags" Target="../tags/tag416.xml"/><Relationship Id="rId2" Type="http://schemas.openxmlformats.org/officeDocument/2006/relationships/tags" Target="../tags/tag393.xml"/><Relationship Id="rId16" Type="http://schemas.openxmlformats.org/officeDocument/2006/relationships/tags" Target="../tags/tag407.xml"/><Relationship Id="rId20" Type="http://schemas.openxmlformats.org/officeDocument/2006/relationships/tags" Target="../tags/tag411.xml"/><Relationship Id="rId29" Type="http://schemas.microsoft.com/office/2018/10/relationships/comments" Target="../comments/modernComment_157_C7F69907.xml"/><Relationship Id="rId1" Type="http://schemas.openxmlformats.org/officeDocument/2006/relationships/tags" Target="../tags/tag392.xml"/><Relationship Id="rId6" Type="http://schemas.openxmlformats.org/officeDocument/2006/relationships/tags" Target="../tags/tag397.xml"/><Relationship Id="rId11" Type="http://schemas.openxmlformats.org/officeDocument/2006/relationships/tags" Target="../tags/tag402.xml"/><Relationship Id="rId24" Type="http://schemas.openxmlformats.org/officeDocument/2006/relationships/tags" Target="../tags/tag415.xml"/><Relationship Id="rId5" Type="http://schemas.openxmlformats.org/officeDocument/2006/relationships/tags" Target="../tags/tag396.xml"/><Relationship Id="rId15" Type="http://schemas.openxmlformats.org/officeDocument/2006/relationships/tags" Target="../tags/tag406.xml"/><Relationship Id="rId23" Type="http://schemas.openxmlformats.org/officeDocument/2006/relationships/tags" Target="../tags/tag414.xml"/><Relationship Id="rId28" Type="http://schemas.openxmlformats.org/officeDocument/2006/relationships/notesSlide" Target="../notesSlides/notesSlide27.xml"/><Relationship Id="rId10" Type="http://schemas.openxmlformats.org/officeDocument/2006/relationships/tags" Target="../tags/tag401.xml"/><Relationship Id="rId19" Type="http://schemas.openxmlformats.org/officeDocument/2006/relationships/tags" Target="../tags/tag410.xml"/><Relationship Id="rId4" Type="http://schemas.openxmlformats.org/officeDocument/2006/relationships/tags" Target="../tags/tag395.xml"/><Relationship Id="rId9" Type="http://schemas.openxmlformats.org/officeDocument/2006/relationships/tags" Target="../tags/tag400.xml"/><Relationship Id="rId14" Type="http://schemas.openxmlformats.org/officeDocument/2006/relationships/tags" Target="../tags/tag405.xml"/><Relationship Id="rId22" Type="http://schemas.openxmlformats.org/officeDocument/2006/relationships/tags" Target="../tags/tag413.xml"/><Relationship Id="rId27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tags" Target="../tags/tag425.xml"/><Relationship Id="rId13" Type="http://schemas.openxmlformats.org/officeDocument/2006/relationships/tags" Target="../tags/tag430.xml"/><Relationship Id="rId18" Type="http://schemas.openxmlformats.org/officeDocument/2006/relationships/tags" Target="../tags/tag435.xml"/><Relationship Id="rId26" Type="http://schemas.openxmlformats.org/officeDocument/2006/relationships/tags" Target="../tags/tag443.xml"/><Relationship Id="rId3" Type="http://schemas.openxmlformats.org/officeDocument/2006/relationships/tags" Target="../tags/tag420.xml"/><Relationship Id="rId21" Type="http://schemas.openxmlformats.org/officeDocument/2006/relationships/tags" Target="../tags/tag438.xml"/><Relationship Id="rId7" Type="http://schemas.openxmlformats.org/officeDocument/2006/relationships/tags" Target="../tags/tag424.xml"/><Relationship Id="rId12" Type="http://schemas.openxmlformats.org/officeDocument/2006/relationships/tags" Target="../tags/tag429.xml"/><Relationship Id="rId17" Type="http://schemas.openxmlformats.org/officeDocument/2006/relationships/tags" Target="../tags/tag434.xml"/><Relationship Id="rId25" Type="http://schemas.openxmlformats.org/officeDocument/2006/relationships/tags" Target="../tags/tag442.xml"/><Relationship Id="rId2" Type="http://schemas.openxmlformats.org/officeDocument/2006/relationships/tags" Target="../tags/tag419.xml"/><Relationship Id="rId16" Type="http://schemas.openxmlformats.org/officeDocument/2006/relationships/tags" Target="../tags/tag433.xml"/><Relationship Id="rId20" Type="http://schemas.openxmlformats.org/officeDocument/2006/relationships/tags" Target="../tags/tag437.xml"/><Relationship Id="rId29" Type="http://schemas.openxmlformats.org/officeDocument/2006/relationships/notesSlide" Target="../notesSlides/notesSlide28.xml"/><Relationship Id="rId1" Type="http://schemas.openxmlformats.org/officeDocument/2006/relationships/tags" Target="../tags/tag418.xml"/><Relationship Id="rId6" Type="http://schemas.openxmlformats.org/officeDocument/2006/relationships/tags" Target="../tags/tag423.xml"/><Relationship Id="rId11" Type="http://schemas.openxmlformats.org/officeDocument/2006/relationships/tags" Target="../tags/tag428.xml"/><Relationship Id="rId24" Type="http://schemas.openxmlformats.org/officeDocument/2006/relationships/tags" Target="../tags/tag441.xml"/><Relationship Id="rId5" Type="http://schemas.openxmlformats.org/officeDocument/2006/relationships/tags" Target="../tags/tag422.xml"/><Relationship Id="rId15" Type="http://schemas.openxmlformats.org/officeDocument/2006/relationships/tags" Target="../tags/tag432.xml"/><Relationship Id="rId23" Type="http://schemas.openxmlformats.org/officeDocument/2006/relationships/tags" Target="../tags/tag440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427.xml"/><Relationship Id="rId19" Type="http://schemas.openxmlformats.org/officeDocument/2006/relationships/tags" Target="../tags/tag436.xml"/><Relationship Id="rId4" Type="http://schemas.openxmlformats.org/officeDocument/2006/relationships/tags" Target="../tags/tag421.xml"/><Relationship Id="rId9" Type="http://schemas.openxmlformats.org/officeDocument/2006/relationships/tags" Target="../tags/tag426.xml"/><Relationship Id="rId14" Type="http://schemas.openxmlformats.org/officeDocument/2006/relationships/tags" Target="../tags/tag431.xml"/><Relationship Id="rId22" Type="http://schemas.openxmlformats.org/officeDocument/2006/relationships/tags" Target="../tags/tag439.xml"/><Relationship Id="rId27" Type="http://schemas.openxmlformats.org/officeDocument/2006/relationships/tags" Target="../tags/tag444.xml"/><Relationship Id="rId30" Type="http://schemas.microsoft.com/office/2018/10/relationships/comments" Target="../comments/modernComment_158_1DB906A5.xml"/></Relationships>
</file>

<file path=ppt/slides/_rels/slide33.xml.rels><?xml version="1.0" encoding="UTF-8" standalone="yes"?>
<Relationships xmlns="http://schemas.openxmlformats.org/package/2006/relationships"><Relationship Id="rId8" Type="http://schemas.openxmlformats.org/officeDocument/2006/relationships/tags" Target="../tags/tag452.xml"/><Relationship Id="rId13" Type="http://schemas.openxmlformats.org/officeDocument/2006/relationships/tags" Target="../tags/tag457.xml"/><Relationship Id="rId18" Type="http://schemas.openxmlformats.org/officeDocument/2006/relationships/tags" Target="../tags/tag462.xml"/><Relationship Id="rId26" Type="http://schemas.openxmlformats.org/officeDocument/2006/relationships/tags" Target="../tags/tag470.xml"/><Relationship Id="rId3" Type="http://schemas.openxmlformats.org/officeDocument/2006/relationships/tags" Target="../tags/tag447.xml"/><Relationship Id="rId21" Type="http://schemas.openxmlformats.org/officeDocument/2006/relationships/tags" Target="../tags/tag465.xml"/><Relationship Id="rId7" Type="http://schemas.openxmlformats.org/officeDocument/2006/relationships/tags" Target="../tags/tag451.xml"/><Relationship Id="rId12" Type="http://schemas.openxmlformats.org/officeDocument/2006/relationships/tags" Target="../tags/tag456.xml"/><Relationship Id="rId17" Type="http://schemas.openxmlformats.org/officeDocument/2006/relationships/tags" Target="../tags/tag461.xml"/><Relationship Id="rId25" Type="http://schemas.openxmlformats.org/officeDocument/2006/relationships/tags" Target="../tags/tag469.xml"/><Relationship Id="rId2" Type="http://schemas.openxmlformats.org/officeDocument/2006/relationships/tags" Target="../tags/tag446.xml"/><Relationship Id="rId16" Type="http://schemas.openxmlformats.org/officeDocument/2006/relationships/tags" Target="../tags/tag460.xml"/><Relationship Id="rId20" Type="http://schemas.openxmlformats.org/officeDocument/2006/relationships/tags" Target="../tags/tag464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445.xml"/><Relationship Id="rId6" Type="http://schemas.openxmlformats.org/officeDocument/2006/relationships/tags" Target="../tags/tag450.xml"/><Relationship Id="rId11" Type="http://schemas.openxmlformats.org/officeDocument/2006/relationships/tags" Target="../tags/tag455.xml"/><Relationship Id="rId24" Type="http://schemas.openxmlformats.org/officeDocument/2006/relationships/tags" Target="../tags/tag468.xml"/><Relationship Id="rId5" Type="http://schemas.openxmlformats.org/officeDocument/2006/relationships/tags" Target="../tags/tag449.xml"/><Relationship Id="rId15" Type="http://schemas.openxmlformats.org/officeDocument/2006/relationships/tags" Target="../tags/tag459.xml"/><Relationship Id="rId23" Type="http://schemas.openxmlformats.org/officeDocument/2006/relationships/tags" Target="../tags/tag467.xml"/><Relationship Id="rId28" Type="http://schemas.openxmlformats.org/officeDocument/2006/relationships/tags" Target="../tags/tag472.xml"/><Relationship Id="rId10" Type="http://schemas.openxmlformats.org/officeDocument/2006/relationships/tags" Target="../tags/tag454.xml"/><Relationship Id="rId19" Type="http://schemas.openxmlformats.org/officeDocument/2006/relationships/tags" Target="../tags/tag463.xml"/><Relationship Id="rId31" Type="http://schemas.microsoft.com/office/2018/10/relationships/comments" Target="../comments/modernComment_159_26EB5CD2.xml"/><Relationship Id="rId4" Type="http://schemas.openxmlformats.org/officeDocument/2006/relationships/tags" Target="../tags/tag448.xml"/><Relationship Id="rId9" Type="http://schemas.openxmlformats.org/officeDocument/2006/relationships/tags" Target="../tags/tag453.xml"/><Relationship Id="rId14" Type="http://schemas.openxmlformats.org/officeDocument/2006/relationships/tags" Target="../tags/tag458.xml"/><Relationship Id="rId22" Type="http://schemas.openxmlformats.org/officeDocument/2006/relationships/tags" Target="../tags/tag466.xml"/><Relationship Id="rId27" Type="http://schemas.openxmlformats.org/officeDocument/2006/relationships/tags" Target="../tags/tag471.xml"/><Relationship Id="rId30" Type="http://schemas.openxmlformats.org/officeDocument/2006/relationships/notesSlide" Target="../notesSlides/notesSlide29.xml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tags" Target="../tags/tag480.xml"/><Relationship Id="rId13" Type="http://schemas.openxmlformats.org/officeDocument/2006/relationships/tags" Target="../tags/tag485.xml"/><Relationship Id="rId18" Type="http://schemas.openxmlformats.org/officeDocument/2006/relationships/tags" Target="../tags/tag490.xml"/><Relationship Id="rId26" Type="http://schemas.openxmlformats.org/officeDocument/2006/relationships/tags" Target="../tags/tag498.xml"/><Relationship Id="rId3" Type="http://schemas.openxmlformats.org/officeDocument/2006/relationships/tags" Target="../tags/tag475.xml"/><Relationship Id="rId21" Type="http://schemas.openxmlformats.org/officeDocument/2006/relationships/tags" Target="../tags/tag493.xml"/><Relationship Id="rId7" Type="http://schemas.openxmlformats.org/officeDocument/2006/relationships/tags" Target="../tags/tag479.xml"/><Relationship Id="rId12" Type="http://schemas.openxmlformats.org/officeDocument/2006/relationships/tags" Target="../tags/tag484.xml"/><Relationship Id="rId17" Type="http://schemas.openxmlformats.org/officeDocument/2006/relationships/tags" Target="../tags/tag489.xml"/><Relationship Id="rId25" Type="http://schemas.openxmlformats.org/officeDocument/2006/relationships/tags" Target="../tags/tag497.xml"/><Relationship Id="rId2" Type="http://schemas.openxmlformats.org/officeDocument/2006/relationships/tags" Target="../tags/tag474.xml"/><Relationship Id="rId16" Type="http://schemas.openxmlformats.org/officeDocument/2006/relationships/tags" Target="../tags/tag488.xml"/><Relationship Id="rId20" Type="http://schemas.openxmlformats.org/officeDocument/2006/relationships/tags" Target="../tags/tag492.xml"/><Relationship Id="rId29" Type="http://schemas.openxmlformats.org/officeDocument/2006/relationships/tags" Target="../tags/tag501.xml"/><Relationship Id="rId1" Type="http://schemas.openxmlformats.org/officeDocument/2006/relationships/tags" Target="../tags/tag473.xml"/><Relationship Id="rId6" Type="http://schemas.openxmlformats.org/officeDocument/2006/relationships/tags" Target="../tags/tag478.xml"/><Relationship Id="rId11" Type="http://schemas.openxmlformats.org/officeDocument/2006/relationships/tags" Target="../tags/tag483.xml"/><Relationship Id="rId24" Type="http://schemas.openxmlformats.org/officeDocument/2006/relationships/tags" Target="../tags/tag496.xml"/><Relationship Id="rId32" Type="http://schemas.microsoft.com/office/2018/10/relationships/comments" Target="../comments/modernComment_15A_61860518.xml"/><Relationship Id="rId5" Type="http://schemas.openxmlformats.org/officeDocument/2006/relationships/tags" Target="../tags/tag477.xml"/><Relationship Id="rId15" Type="http://schemas.openxmlformats.org/officeDocument/2006/relationships/tags" Target="../tags/tag487.xml"/><Relationship Id="rId23" Type="http://schemas.openxmlformats.org/officeDocument/2006/relationships/tags" Target="../tags/tag495.xml"/><Relationship Id="rId28" Type="http://schemas.openxmlformats.org/officeDocument/2006/relationships/tags" Target="../tags/tag500.xml"/><Relationship Id="rId10" Type="http://schemas.openxmlformats.org/officeDocument/2006/relationships/tags" Target="../tags/tag482.xml"/><Relationship Id="rId19" Type="http://schemas.openxmlformats.org/officeDocument/2006/relationships/tags" Target="../tags/tag491.xml"/><Relationship Id="rId31" Type="http://schemas.openxmlformats.org/officeDocument/2006/relationships/notesSlide" Target="../notesSlides/notesSlide30.xml"/><Relationship Id="rId4" Type="http://schemas.openxmlformats.org/officeDocument/2006/relationships/tags" Target="../tags/tag476.xml"/><Relationship Id="rId9" Type="http://schemas.openxmlformats.org/officeDocument/2006/relationships/tags" Target="../tags/tag481.xml"/><Relationship Id="rId14" Type="http://schemas.openxmlformats.org/officeDocument/2006/relationships/tags" Target="../tags/tag486.xml"/><Relationship Id="rId22" Type="http://schemas.openxmlformats.org/officeDocument/2006/relationships/tags" Target="../tags/tag494.xml"/><Relationship Id="rId27" Type="http://schemas.openxmlformats.org/officeDocument/2006/relationships/tags" Target="../tags/tag499.xml"/><Relationship Id="rId30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3" Type="http://schemas.openxmlformats.org/officeDocument/2006/relationships/tags" Target="../tags/tag514.xml"/><Relationship Id="rId18" Type="http://schemas.openxmlformats.org/officeDocument/2006/relationships/tags" Target="../tags/tag519.xml"/><Relationship Id="rId26" Type="http://schemas.openxmlformats.org/officeDocument/2006/relationships/tags" Target="../tags/tag527.xml"/><Relationship Id="rId3" Type="http://schemas.openxmlformats.org/officeDocument/2006/relationships/tags" Target="../tags/tag504.xml"/><Relationship Id="rId21" Type="http://schemas.openxmlformats.org/officeDocument/2006/relationships/tags" Target="../tags/tag522.xml"/><Relationship Id="rId7" Type="http://schemas.openxmlformats.org/officeDocument/2006/relationships/tags" Target="../tags/tag508.xml"/><Relationship Id="rId12" Type="http://schemas.openxmlformats.org/officeDocument/2006/relationships/tags" Target="../tags/tag513.xml"/><Relationship Id="rId17" Type="http://schemas.openxmlformats.org/officeDocument/2006/relationships/tags" Target="../tags/tag518.xml"/><Relationship Id="rId25" Type="http://schemas.openxmlformats.org/officeDocument/2006/relationships/tags" Target="../tags/tag526.xml"/><Relationship Id="rId33" Type="http://schemas.microsoft.com/office/2018/10/relationships/comments" Target="../comments/modernComment_15B_857E43A4.xml"/><Relationship Id="rId2" Type="http://schemas.openxmlformats.org/officeDocument/2006/relationships/tags" Target="../tags/tag503.xml"/><Relationship Id="rId16" Type="http://schemas.openxmlformats.org/officeDocument/2006/relationships/tags" Target="../tags/tag517.xml"/><Relationship Id="rId20" Type="http://schemas.openxmlformats.org/officeDocument/2006/relationships/tags" Target="../tags/tag521.xml"/><Relationship Id="rId29" Type="http://schemas.openxmlformats.org/officeDocument/2006/relationships/tags" Target="../tags/tag530.xml"/><Relationship Id="rId1" Type="http://schemas.openxmlformats.org/officeDocument/2006/relationships/tags" Target="../tags/tag502.xml"/><Relationship Id="rId6" Type="http://schemas.openxmlformats.org/officeDocument/2006/relationships/tags" Target="../tags/tag507.xml"/><Relationship Id="rId11" Type="http://schemas.openxmlformats.org/officeDocument/2006/relationships/tags" Target="../tags/tag512.xml"/><Relationship Id="rId24" Type="http://schemas.openxmlformats.org/officeDocument/2006/relationships/tags" Target="../tags/tag525.xml"/><Relationship Id="rId32" Type="http://schemas.openxmlformats.org/officeDocument/2006/relationships/notesSlide" Target="../notesSlides/notesSlide31.xml"/><Relationship Id="rId5" Type="http://schemas.openxmlformats.org/officeDocument/2006/relationships/tags" Target="../tags/tag506.xml"/><Relationship Id="rId15" Type="http://schemas.openxmlformats.org/officeDocument/2006/relationships/tags" Target="../tags/tag516.xml"/><Relationship Id="rId23" Type="http://schemas.openxmlformats.org/officeDocument/2006/relationships/tags" Target="../tags/tag524.xml"/><Relationship Id="rId28" Type="http://schemas.openxmlformats.org/officeDocument/2006/relationships/tags" Target="../tags/tag529.xml"/><Relationship Id="rId10" Type="http://schemas.openxmlformats.org/officeDocument/2006/relationships/tags" Target="../tags/tag511.xml"/><Relationship Id="rId19" Type="http://schemas.openxmlformats.org/officeDocument/2006/relationships/tags" Target="../tags/tag520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505.xml"/><Relationship Id="rId9" Type="http://schemas.openxmlformats.org/officeDocument/2006/relationships/tags" Target="../tags/tag510.xml"/><Relationship Id="rId14" Type="http://schemas.openxmlformats.org/officeDocument/2006/relationships/tags" Target="../tags/tag515.xml"/><Relationship Id="rId22" Type="http://schemas.openxmlformats.org/officeDocument/2006/relationships/tags" Target="../tags/tag523.xml"/><Relationship Id="rId27" Type="http://schemas.openxmlformats.org/officeDocument/2006/relationships/tags" Target="../tags/tag528.xml"/><Relationship Id="rId30" Type="http://schemas.openxmlformats.org/officeDocument/2006/relationships/tags" Target="../tags/tag531.xml"/><Relationship Id="rId8" Type="http://schemas.openxmlformats.org/officeDocument/2006/relationships/tags" Target="../tags/tag509.xml"/></Relationships>
</file>

<file path=ppt/slides/_rels/slide36.xml.rels><?xml version="1.0" encoding="UTF-8" standalone="yes"?>
<Relationships xmlns="http://schemas.openxmlformats.org/package/2006/relationships"><Relationship Id="rId13" Type="http://schemas.openxmlformats.org/officeDocument/2006/relationships/tags" Target="../tags/tag544.xml"/><Relationship Id="rId18" Type="http://schemas.openxmlformats.org/officeDocument/2006/relationships/tags" Target="../tags/tag549.xml"/><Relationship Id="rId26" Type="http://schemas.openxmlformats.org/officeDocument/2006/relationships/tags" Target="../tags/tag557.xml"/><Relationship Id="rId3" Type="http://schemas.openxmlformats.org/officeDocument/2006/relationships/tags" Target="../tags/tag534.xml"/><Relationship Id="rId21" Type="http://schemas.openxmlformats.org/officeDocument/2006/relationships/tags" Target="../tags/tag552.xml"/><Relationship Id="rId34" Type="http://schemas.microsoft.com/office/2018/10/relationships/comments" Target="../comments/modernComment_15C_383D3070.xml"/><Relationship Id="rId7" Type="http://schemas.openxmlformats.org/officeDocument/2006/relationships/tags" Target="../tags/tag538.xml"/><Relationship Id="rId12" Type="http://schemas.openxmlformats.org/officeDocument/2006/relationships/tags" Target="../tags/tag543.xml"/><Relationship Id="rId17" Type="http://schemas.openxmlformats.org/officeDocument/2006/relationships/tags" Target="../tags/tag548.xml"/><Relationship Id="rId25" Type="http://schemas.openxmlformats.org/officeDocument/2006/relationships/tags" Target="../tags/tag556.xml"/><Relationship Id="rId33" Type="http://schemas.openxmlformats.org/officeDocument/2006/relationships/notesSlide" Target="../notesSlides/notesSlide32.xml"/><Relationship Id="rId2" Type="http://schemas.openxmlformats.org/officeDocument/2006/relationships/tags" Target="../tags/tag533.xml"/><Relationship Id="rId16" Type="http://schemas.openxmlformats.org/officeDocument/2006/relationships/tags" Target="../tags/tag547.xml"/><Relationship Id="rId20" Type="http://schemas.openxmlformats.org/officeDocument/2006/relationships/tags" Target="../tags/tag551.xml"/><Relationship Id="rId29" Type="http://schemas.openxmlformats.org/officeDocument/2006/relationships/tags" Target="../tags/tag560.xml"/><Relationship Id="rId1" Type="http://schemas.openxmlformats.org/officeDocument/2006/relationships/tags" Target="../tags/tag532.xml"/><Relationship Id="rId6" Type="http://schemas.openxmlformats.org/officeDocument/2006/relationships/tags" Target="../tags/tag537.xml"/><Relationship Id="rId11" Type="http://schemas.openxmlformats.org/officeDocument/2006/relationships/tags" Target="../tags/tag542.xml"/><Relationship Id="rId24" Type="http://schemas.openxmlformats.org/officeDocument/2006/relationships/tags" Target="../tags/tag555.xml"/><Relationship Id="rId32" Type="http://schemas.openxmlformats.org/officeDocument/2006/relationships/slideLayout" Target="../slideLayouts/slideLayout1.xml"/><Relationship Id="rId5" Type="http://schemas.openxmlformats.org/officeDocument/2006/relationships/tags" Target="../tags/tag536.xml"/><Relationship Id="rId15" Type="http://schemas.openxmlformats.org/officeDocument/2006/relationships/tags" Target="../tags/tag546.xml"/><Relationship Id="rId23" Type="http://schemas.openxmlformats.org/officeDocument/2006/relationships/tags" Target="../tags/tag554.xml"/><Relationship Id="rId28" Type="http://schemas.openxmlformats.org/officeDocument/2006/relationships/tags" Target="../tags/tag559.xml"/><Relationship Id="rId10" Type="http://schemas.openxmlformats.org/officeDocument/2006/relationships/tags" Target="../tags/tag541.xml"/><Relationship Id="rId19" Type="http://schemas.openxmlformats.org/officeDocument/2006/relationships/tags" Target="../tags/tag550.xml"/><Relationship Id="rId31" Type="http://schemas.openxmlformats.org/officeDocument/2006/relationships/tags" Target="../tags/tag562.xml"/><Relationship Id="rId4" Type="http://schemas.openxmlformats.org/officeDocument/2006/relationships/tags" Target="../tags/tag535.xml"/><Relationship Id="rId9" Type="http://schemas.openxmlformats.org/officeDocument/2006/relationships/tags" Target="../tags/tag540.xml"/><Relationship Id="rId14" Type="http://schemas.openxmlformats.org/officeDocument/2006/relationships/tags" Target="../tags/tag545.xml"/><Relationship Id="rId22" Type="http://schemas.openxmlformats.org/officeDocument/2006/relationships/tags" Target="../tags/tag553.xml"/><Relationship Id="rId27" Type="http://schemas.openxmlformats.org/officeDocument/2006/relationships/tags" Target="../tags/tag558.xml"/><Relationship Id="rId30" Type="http://schemas.openxmlformats.org/officeDocument/2006/relationships/tags" Target="../tags/tag561.xml"/><Relationship Id="rId8" Type="http://schemas.openxmlformats.org/officeDocument/2006/relationships/tags" Target="../tags/tag539.xml"/></Relationships>
</file>

<file path=ppt/slides/_rels/slide37.xml.rels><?xml version="1.0" encoding="UTF-8" standalone="yes"?>
<Relationships xmlns="http://schemas.openxmlformats.org/package/2006/relationships"><Relationship Id="rId13" Type="http://schemas.openxmlformats.org/officeDocument/2006/relationships/tags" Target="../tags/tag575.xml"/><Relationship Id="rId18" Type="http://schemas.openxmlformats.org/officeDocument/2006/relationships/tags" Target="../tags/tag580.xml"/><Relationship Id="rId26" Type="http://schemas.openxmlformats.org/officeDocument/2006/relationships/tags" Target="../tags/tag588.xml"/><Relationship Id="rId3" Type="http://schemas.openxmlformats.org/officeDocument/2006/relationships/tags" Target="../tags/tag565.xml"/><Relationship Id="rId21" Type="http://schemas.openxmlformats.org/officeDocument/2006/relationships/tags" Target="../tags/tag583.xml"/><Relationship Id="rId34" Type="http://schemas.openxmlformats.org/officeDocument/2006/relationships/notesSlide" Target="../notesSlides/notesSlide33.xml"/><Relationship Id="rId7" Type="http://schemas.openxmlformats.org/officeDocument/2006/relationships/tags" Target="../tags/tag569.xml"/><Relationship Id="rId12" Type="http://schemas.openxmlformats.org/officeDocument/2006/relationships/tags" Target="../tags/tag574.xml"/><Relationship Id="rId17" Type="http://schemas.openxmlformats.org/officeDocument/2006/relationships/tags" Target="../tags/tag579.xml"/><Relationship Id="rId25" Type="http://schemas.openxmlformats.org/officeDocument/2006/relationships/tags" Target="../tags/tag587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564.xml"/><Relationship Id="rId16" Type="http://schemas.openxmlformats.org/officeDocument/2006/relationships/tags" Target="../tags/tag578.xml"/><Relationship Id="rId20" Type="http://schemas.openxmlformats.org/officeDocument/2006/relationships/tags" Target="../tags/tag582.xml"/><Relationship Id="rId29" Type="http://schemas.openxmlformats.org/officeDocument/2006/relationships/tags" Target="../tags/tag591.xml"/><Relationship Id="rId1" Type="http://schemas.openxmlformats.org/officeDocument/2006/relationships/tags" Target="../tags/tag563.xml"/><Relationship Id="rId6" Type="http://schemas.openxmlformats.org/officeDocument/2006/relationships/tags" Target="../tags/tag568.xml"/><Relationship Id="rId11" Type="http://schemas.openxmlformats.org/officeDocument/2006/relationships/tags" Target="../tags/tag573.xml"/><Relationship Id="rId24" Type="http://schemas.openxmlformats.org/officeDocument/2006/relationships/tags" Target="../tags/tag586.xml"/><Relationship Id="rId32" Type="http://schemas.openxmlformats.org/officeDocument/2006/relationships/tags" Target="../tags/tag594.xml"/><Relationship Id="rId5" Type="http://schemas.openxmlformats.org/officeDocument/2006/relationships/tags" Target="../tags/tag567.xml"/><Relationship Id="rId15" Type="http://schemas.openxmlformats.org/officeDocument/2006/relationships/tags" Target="../tags/tag577.xml"/><Relationship Id="rId23" Type="http://schemas.openxmlformats.org/officeDocument/2006/relationships/tags" Target="../tags/tag585.xml"/><Relationship Id="rId28" Type="http://schemas.openxmlformats.org/officeDocument/2006/relationships/tags" Target="../tags/tag590.xml"/><Relationship Id="rId10" Type="http://schemas.openxmlformats.org/officeDocument/2006/relationships/tags" Target="../tags/tag572.xml"/><Relationship Id="rId19" Type="http://schemas.openxmlformats.org/officeDocument/2006/relationships/tags" Target="../tags/tag581.xml"/><Relationship Id="rId31" Type="http://schemas.openxmlformats.org/officeDocument/2006/relationships/tags" Target="../tags/tag593.xml"/><Relationship Id="rId4" Type="http://schemas.openxmlformats.org/officeDocument/2006/relationships/tags" Target="../tags/tag566.xml"/><Relationship Id="rId9" Type="http://schemas.openxmlformats.org/officeDocument/2006/relationships/tags" Target="../tags/tag571.xml"/><Relationship Id="rId14" Type="http://schemas.openxmlformats.org/officeDocument/2006/relationships/tags" Target="../tags/tag576.xml"/><Relationship Id="rId22" Type="http://schemas.openxmlformats.org/officeDocument/2006/relationships/tags" Target="../tags/tag584.xml"/><Relationship Id="rId27" Type="http://schemas.openxmlformats.org/officeDocument/2006/relationships/tags" Target="../tags/tag589.xml"/><Relationship Id="rId30" Type="http://schemas.openxmlformats.org/officeDocument/2006/relationships/tags" Target="../tags/tag592.xml"/><Relationship Id="rId35" Type="http://schemas.microsoft.com/office/2018/10/relationships/comments" Target="../comments/modernComment_15D_5F40D732.xml"/><Relationship Id="rId8" Type="http://schemas.openxmlformats.org/officeDocument/2006/relationships/tags" Target="../tags/tag570.xml"/></Relationships>
</file>

<file path=ppt/slides/_rels/slide38.xml.rels><?xml version="1.0" encoding="UTF-8" standalone="yes"?>
<Relationships xmlns="http://schemas.openxmlformats.org/package/2006/relationships"><Relationship Id="rId13" Type="http://schemas.openxmlformats.org/officeDocument/2006/relationships/tags" Target="../tags/tag607.xml"/><Relationship Id="rId18" Type="http://schemas.openxmlformats.org/officeDocument/2006/relationships/tags" Target="../tags/tag612.xml"/><Relationship Id="rId26" Type="http://schemas.openxmlformats.org/officeDocument/2006/relationships/tags" Target="../tags/tag620.xml"/><Relationship Id="rId3" Type="http://schemas.openxmlformats.org/officeDocument/2006/relationships/tags" Target="../tags/tag597.xml"/><Relationship Id="rId21" Type="http://schemas.openxmlformats.org/officeDocument/2006/relationships/tags" Target="../tags/tag615.xml"/><Relationship Id="rId34" Type="http://schemas.openxmlformats.org/officeDocument/2006/relationships/slideLayout" Target="../slideLayouts/slideLayout1.xml"/><Relationship Id="rId7" Type="http://schemas.openxmlformats.org/officeDocument/2006/relationships/tags" Target="../tags/tag601.xml"/><Relationship Id="rId12" Type="http://schemas.openxmlformats.org/officeDocument/2006/relationships/tags" Target="../tags/tag606.xml"/><Relationship Id="rId17" Type="http://schemas.openxmlformats.org/officeDocument/2006/relationships/tags" Target="../tags/tag611.xml"/><Relationship Id="rId25" Type="http://schemas.openxmlformats.org/officeDocument/2006/relationships/tags" Target="../tags/tag619.xml"/><Relationship Id="rId33" Type="http://schemas.openxmlformats.org/officeDocument/2006/relationships/tags" Target="../tags/tag627.xml"/><Relationship Id="rId2" Type="http://schemas.openxmlformats.org/officeDocument/2006/relationships/tags" Target="../tags/tag596.xml"/><Relationship Id="rId16" Type="http://schemas.openxmlformats.org/officeDocument/2006/relationships/tags" Target="../tags/tag610.xml"/><Relationship Id="rId20" Type="http://schemas.openxmlformats.org/officeDocument/2006/relationships/tags" Target="../tags/tag614.xml"/><Relationship Id="rId29" Type="http://schemas.openxmlformats.org/officeDocument/2006/relationships/tags" Target="../tags/tag623.xml"/><Relationship Id="rId1" Type="http://schemas.openxmlformats.org/officeDocument/2006/relationships/tags" Target="../tags/tag595.xml"/><Relationship Id="rId6" Type="http://schemas.openxmlformats.org/officeDocument/2006/relationships/tags" Target="../tags/tag600.xml"/><Relationship Id="rId11" Type="http://schemas.openxmlformats.org/officeDocument/2006/relationships/tags" Target="../tags/tag605.xml"/><Relationship Id="rId24" Type="http://schemas.openxmlformats.org/officeDocument/2006/relationships/tags" Target="../tags/tag618.xml"/><Relationship Id="rId32" Type="http://schemas.openxmlformats.org/officeDocument/2006/relationships/tags" Target="../tags/tag626.xml"/><Relationship Id="rId5" Type="http://schemas.openxmlformats.org/officeDocument/2006/relationships/tags" Target="../tags/tag599.xml"/><Relationship Id="rId15" Type="http://schemas.openxmlformats.org/officeDocument/2006/relationships/tags" Target="../tags/tag609.xml"/><Relationship Id="rId23" Type="http://schemas.openxmlformats.org/officeDocument/2006/relationships/tags" Target="../tags/tag617.xml"/><Relationship Id="rId28" Type="http://schemas.openxmlformats.org/officeDocument/2006/relationships/tags" Target="../tags/tag622.xml"/><Relationship Id="rId36" Type="http://schemas.microsoft.com/office/2018/10/relationships/comments" Target="../comments/modernComment_15E_74881EA6.xml"/><Relationship Id="rId10" Type="http://schemas.openxmlformats.org/officeDocument/2006/relationships/tags" Target="../tags/tag604.xml"/><Relationship Id="rId19" Type="http://schemas.openxmlformats.org/officeDocument/2006/relationships/tags" Target="../tags/tag613.xml"/><Relationship Id="rId31" Type="http://schemas.openxmlformats.org/officeDocument/2006/relationships/tags" Target="../tags/tag625.xml"/><Relationship Id="rId4" Type="http://schemas.openxmlformats.org/officeDocument/2006/relationships/tags" Target="../tags/tag598.xml"/><Relationship Id="rId9" Type="http://schemas.openxmlformats.org/officeDocument/2006/relationships/tags" Target="../tags/tag603.xml"/><Relationship Id="rId14" Type="http://schemas.openxmlformats.org/officeDocument/2006/relationships/tags" Target="../tags/tag608.xml"/><Relationship Id="rId22" Type="http://schemas.openxmlformats.org/officeDocument/2006/relationships/tags" Target="../tags/tag616.xml"/><Relationship Id="rId27" Type="http://schemas.openxmlformats.org/officeDocument/2006/relationships/tags" Target="../tags/tag621.xml"/><Relationship Id="rId30" Type="http://schemas.openxmlformats.org/officeDocument/2006/relationships/tags" Target="../tags/tag624.xml"/><Relationship Id="rId35" Type="http://schemas.openxmlformats.org/officeDocument/2006/relationships/notesSlide" Target="../notesSlides/notesSlide34.xml"/><Relationship Id="rId8" Type="http://schemas.openxmlformats.org/officeDocument/2006/relationships/tags" Target="../tags/tag602.xml"/></Relationships>
</file>

<file path=ppt/slides/_rels/slide39.xml.rels><?xml version="1.0" encoding="UTF-8" standalone="yes"?>
<Relationships xmlns="http://schemas.openxmlformats.org/package/2006/relationships"><Relationship Id="rId13" Type="http://schemas.openxmlformats.org/officeDocument/2006/relationships/tags" Target="../tags/tag640.xml"/><Relationship Id="rId18" Type="http://schemas.openxmlformats.org/officeDocument/2006/relationships/tags" Target="../tags/tag645.xml"/><Relationship Id="rId26" Type="http://schemas.openxmlformats.org/officeDocument/2006/relationships/tags" Target="../tags/tag653.xml"/><Relationship Id="rId21" Type="http://schemas.openxmlformats.org/officeDocument/2006/relationships/tags" Target="../tags/tag648.xml"/><Relationship Id="rId34" Type="http://schemas.openxmlformats.org/officeDocument/2006/relationships/tags" Target="../tags/tag661.xml"/><Relationship Id="rId7" Type="http://schemas.openxmlformats.org/officeDocument/2006/relationships/tags" Target="../tags/tag634.xml"/><Relationship Id="rId12" Type="http://schemas.openxmlformats.org/officeDocument/2006/relationships/tags" Target="../tags/tag639.xml"/><Relationship Id="rId17" Type="http://schemas.openxmlformats.org/officeDocument/2006/relationships/tags" Target="../tags/tag644.xml"/><Relationship Id="rId25" Type="http://schemas.openxmlformats.org/officeDocument/2006/relationships/tags" Target="../tags/tag652.xml"/><Relationship Id="rId33" Type="http://schemas.openxmlformats.org/officeDocument/2006/relationships/tags" Target="../tags/tag660.xml"/><Relationship Id="rId2" Type="http://schemas.openxmlformats.org/officeDocument/2006/relationships/tags" Target="../tags/tag629.xml"/><Relationship Id="rId16" Type="http://schemas.openxmlformats.org/officeDocument/2006/relationships/tags" Target="../tags/tag643.xml"/><Relationship Id="rId20" Type="http://schemas.openxmlformats.org/officeDocument/2006/relationships/tags" Target="../tags/tag647.xml"/><Relationship Id="rId29" Type="http://schemas.openxmlformats.org/officeDocument/2006/relationships/tags" Target="../tags/tag656.xml"/><Relationship Id="rId1" Type="http://schemas.openxmlformats.org/officeDocument/2006/relationships/tags" Target="../tags/tag628.xml"/><Relationship Id="rId6" Type="http://schemas.openxmlformats.org/officeDocument/2006/relationships/tags" Target="../tags/tag633.xml"/><Relationship Id="rId11" Type="http://schemas.openxmlformats.org/officeDocument/2006/relationships/tags" Target="../tags/tag638.xml"/><Relationship Id="rId24" Type="http://schemas.openxmlformats.org/officeDocument/2006/relationships/tags" Target="../tags/tag651.xml"/><Relationship Id="rId32" Type="http://schemas.openxmlformats.org/officeDocument/2006/relationships/tags" Target="../tags/tag659.xml"/><Relationship Id="rId37" Type="http://schemas.microsoft.com/office/2018/10/relationships/comments" Target="../comments/modernComment_15F_BE4F8F8E.xml"/><Relationship Id="rId5" Type="http://schemas.openxmlformats.org/officeDocument/2006/relationships/tags" Target="../tags/tag632.xml"/><Relationship Id="rId15" Type="http://schemas.openxmlformats.org/officeDocument/2006/relationships/tags" Target="../tags/tag642.xml"/><Relationship Id="rId23" Type="http://schemas.openxmlformats.org/officeDocument/2006/relationships/tags" Target="../tags/tag650.xml"/><Relationship Id="rId28" Type="http://schemas.openxmlformats.org/officeDocument/2006/relationships/tags" Target="../tags/tag655.xml"/><Relationship Id="rId36" Type="http://schemas.openxmlformats.org/officeDocument/2006/relationships/notesSlide" Target="../notesSlides/notesSlide35.xml"/><Relationship Id="rId10" Type="http://schemas.openxmlformats.org/officeDocument/2006/relationships/tags" Target="../tags/tag637.xml"/><Relationship Id="rId19" Type="http://schemas.openxmlformats.org/officeDocument/2006/relationships/tags" Target="../tags/tag646.xml"/><Relationship Id="rId31" Type="http://schemas.openxmlformats.org/officeDocument/2006/relationships/tags" Target="../tags/tag658.xml"/><Relationship Id="rId4" Type="http://schemas.openxmlformats.org/officeDocument/2006/relationships/tags" Target="../tags/tag631.xml"/><Relationship Id="rId9" Type="http://schemas.openxmlformats.org/officeDocument/2006/relationships/tags" Target="../tags/tag636.xml"/><Relationship Id="rId14" Type="http://schemas.openxmlformats.org/officeDocument/2006/relationships/tags" Target="../tags/tag641.xml"/><Relationship Id="rId22" Type="http://schemas.openxmlformats.org/officeDocument/2006/relationships/tags" Target="../tags/tag649.xml"/><Relationship Id="rId27" Type="http://schemas.openxmlformats.org/officeDocument/2006/relationships/tags" Target="../tags/tag654.xml"/><Relationship Id="rId30" Type="http://schemas.openxmlformats.org/officeDocument/2006/relationships/tags" Target="../tags/tag657.xml"/><Relationship Id="rId35" Type="http://schemas.openxmlformats.org/officeDocument/2006/relationships/slideLayout" Target="../slideLayouts/slideLayout1.xml"/><Relationship Id="rId8" Type="http://schemas.openxmlformats.org/officeDocument/2006/relationships/tags" Target="../tags/tag635.xml"/><Relationship Id="rId3" Type="http://schemas.openxmlformats.org/officeDocument/2006/relationships/tags" Target="../tags/tag630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tags" Target="../tags/tag664.xml"/><Relationship Id="rId2" Type="http://schemas.openxmlformats.org/officeDocument/2006/relationships/tags" Target="../tags/tag663.xml"/><Relationship Id="rId1" Type="http://schemas.openxmlformats.org/officeDocument/2006/relationships/tags" Target="../tags/tag662.xml"/><Relationship Id="rId5" Type="http://schemas.microsoft.com/office/2018/10/relationships/comments" Target="../comments/modernComment_160_12F6B964.xml"/><Relationship Id="rId4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tags" Target="../tags/tag667.xml"/><Relationship Id="rId2" Type="http://schemas.openxmlformats.org/officeDocument/2006/relationships/tags" Target="../tags/tag666.xml"/><Relationship Id="rId1" Type="http://schemas.openxmlformats.org/officeDocument/2006/relationships/tags" Target="../tags/tag665.xml"/><Relationship Id="rId6" Type="http://schemas.microsoft.com/office/2018/10/relationships/comments" Target="../comments/modernComment_161_C59ED8C4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68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tags" Target="../tags/tag671.xml"/><Relationship Id="rId7" Type="http://schemas.microsoft.com/office/2018/10/relationships/comments" Target="../comments/modernComment_162_5A2A42F3.xml"/><Relationship Id="rId2" Type="http://schemas.openxmlformats.org/officeDocument/2006/relationships/tags" Target="../tags/tag670.xml"/><Relationship Id="rId1" Type="http://schemas.openxmlformats.org/officeDocument/2006/relationships/tags" Target="../tags/tag669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3.xml"/><Relationship Id="rId4" Type="http://schemas.openxmlformats.org/officeDocument/2006/relationships/tags" Target="../tags/tag672.xml"/></Relationships>
</file>

<file path=ppt/slides/_rels/slide43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63_C2FD54A8.xml"/><Relationship Id="rId3" Type="http://schemas.openxmlformats.org/officeDocument/2006/relationships/tags" Target="../tags/tag67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675.xml"/><Relationship Id="rId1" Type="http://schemas.openxmlformats.org/officeDocument/2006/relationships/tags" Target="../tags/tag674.xml"/><Relationship Id="rId6" Type="http://schemas.openxmlformats.org/officeDocument/2006/relationships/tags" Target="../tags/tag679.xml"/><Relationship Id="rId5" Type="http://schemas.openxmlformats.org/officeDocument/2006/relationships/tags" Target="../tags/tag678.xml"/><Relationship Id="rId4" Type="http://schemas.openxmlformats.org/officeDocument/2006/relationships/tags" Target="../tags/tag677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682.xml"/><Relationship Id="rId7" Type="http://schemas.openxmlformats.org/officeDocument/2006/relationships/tags" Target="../tags/tag686.xml"/><Relationship Id="rId2" Type="http://schemas.openxmlformats.org/officeDocument/2006/relationships/tags" Target="../tags/tag681.xml"/><Relationship Id="rId1" Type="http://schemas.openxmlformats.org/officeDocument/2006/relationships/tags" Target="../tags/tag680.xml"/><Relationship Id="rId6" Type="http://schemas.openxmlformats.org/officeDocument/2006/relationships/tags" Target="../tags/tag685.xml"/><Relationship Id="rId5" Type="http://schemas.openxmlformats.org/officeDocument/2006/relationships/tags" Target="../tags/tag684.xml"/><Relationship Id="rId4" Type="http://schemas.openxmlformats.org/officeDocument/2006/relationships/tags" Target="../tags/tag683.xml"/><Relationship Id="rId9" Type="http://schemas.microsoft.com/office/2018/10/relationships/comments" Target="../comments/modernComment_164_76416FD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tags" Target="../tags/tag689.xml"/><Relationship Id="rId7" Type="http://schemas.microsoft.com/office/2018/10/relationships/comments" Target="../comments/modernComment_165_94CD3A6E.xml"/><Relationship Id="rId2" Type="http://schemas.openxmlformats.org/officeDocument/2006/relationships/tags" Target="../tags/tag688.xml"/><Relationship Id="rId1" Type="http://schemas.openxmlformats.org/officeDocument/2006/relationships/tags" Target="../tags/tag68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91.xml"/><Relationship Id="rId4" Type="http://schemas.openxmlformats.org/officeDocument/2006/relationships/tags" Target="../tags/tag690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tags" Target="../tags/tag694.xml"/><Relationship Id="rId7" Type="http://schemas.microsoft.com/office/2018/10/relationships/comments" Target="../comments/modernComment_166_88130BAF.xml"/><Relationship Id="rId2" Type="http://schemas.openxmlformats.org/officeDocument/2006/relationships/tags" Target="../tags/tag693.xml"/><Relationship Id="rId1" Type="http://schemas.openxmlformats.org/officeDocument/2006/relationships/tags" Target="../tags/tag69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96.xml"/><Relationship Id="rId4" Type="http://schemas.openxmlformats.org/officeDocument/2006/relationships/tags" Target="../tags/tag695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tags" Target="../tags/tag699.xml"/><Relationship Id="rId7" Type="http://schemas.microsoft.com/office/2018/10/relationships/comments" Target="../comments/modernComment_167_CE478D23.xml"/><Relationship Id="rId2" Type="http://schemas.openxmlformats.org/officeDocument/2006/relationships/tags" Target="../tags/tag698.xml"/><Relationship Id="rId1" Type="http://schemas.openxmlformats.org/officeDocument/2006/relationships/tags" Target="../tags/tag69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01.xml"/><Relationship Id="rId4" Type="http://schemas.openxmlformats.org/officeDocument/2006/relationships/tags" Target="../tags/tag700.xml"/></Relationships>
</file>

<file path=ppt/slides/_rels/slide48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68_3097AC8A.xml"/><Relationship Id="rId3" Type="http://schemas.openxmlformats.org/officeDocument/2006/relationships/tags" Target="../tags/tag70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03.xml"/><Relationship Id="rId1" Type="http://schemas.openxmlformats.org/officeDocument/2006/relationships/tags" Target="../tags/tag702.xml"/><Relationship Id="rId6" Type="http://schemas.openxmlformats.org/officeDocument/2006/relationships/tags" Target="../tags/tag707.xml"/><Relationship Id="rId5" Type="http://schemas.openxmlformats.org/officeDocument/2006/relationships/tags" Target="../tags/tag706.xml"/><Relationship Id="rId4" Type="http://schemas.openxmlformats.org/officeDocument/2006/relationships/tags" Target="../tags/tag705.xml"/></Relationships>
</file>

<file path=ppt/slides/_rels/slide49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69_70691804.xml"/><Relationship Id="rId3" Type="http://schemas.openxmlformats.org/officeDocument/2006/relationships/tags" Target="../tags/tag71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09.xml"/><Relationship Id="rId1" Type="http://schemas.openxmlformats.org/officeDocument/2006/relationships/tags" Target="../tags/tag708.xml"/><Relationship Id="rId6" Type="http://schemas.openxmlformats.org/officeDocument/2006/relationships/tags" Target="../tags/tag713.xml"/><Relationship Id="rId5" Type="http://schemas.openxmlformats.org/officeDocument/2006/relationships/tags" Target="../tags/tag712.xml"/><Relationship Id="rId4" Type="http://schemas.openxmlformats.org/officeDocument/2006/relationships/tags" Target="../tags/tag711.xml"/></Relationships>
</file>

<file path=ppt/slides/_rels/slide50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6A_6F451171.xml"/><Relationship Id="rId3" Type="http://schemas.openxmlformats.org/officeDocument/2006/relationships/tags" Target="../tags/tag716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715.xml"/><Relationship Id="rId1" Type="http://schemas.openxmlformats.org/officeDocument/2006/relationships/tags" Target="../tags/tag714.xml"/><Relationship Id="rId6" Type="http://schemas.openxmlformats.org/officeDocument/2006/relationships/tags" Target="../tags/tag719.xml"/><Relationship Id="rId5" Type="http://schemas.openxmlformats.org/officeDocument/2006/relationships/tags" Target="../tags/tag718.xml"/><Relationship Id="rId4" Type="http://schemas.openxmlformats.org/officeDocument/2006/relationships/tags" Target="../tags/tag717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722.xml"/><Relationship Id="rId7" Type="http://schemas.openxmlformats.org/officeDocument/2006/relationships/tags" Target="../tags/tag726.xml"/><Relationship Id="rId2" Type="http://schemas.openxmlformats.org/officeDocument/2006/relationships/tags" Target="../tags/tag721.xml"/><Relationship Id="rId1" Type="http://schemas.openxmlformats.org/officeDocument/2006/relationships/tags" Target="../tags/tag720.xml"/><Relationship Id="rId6" Type="http://schemas.openxmlformats.org/officeDocument/2006/relationships/tags" Target="../tags/tag725.xml"/><Relationship Id="rId5" Type="http://schemas.openxmlformats.org/officeDocument/2006/relationships/tags" Target="../tags/tag724.xml"/><Relationship Id="rId4" Type="http://schemas.openxmlformats.org/officeDocument/2006/relationships/tags" Target="../tags/tag723.xml"/><Relationship Id="rId9" Type="http://schemas.microsoft.com/office/2018/10/relationships/comments" Target="../comments/modernComment_16B_926E38B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tags" Target="../tags/tag734.xml"/><Relationship Id="rId3" Type="http://schemas.openxmlformats.org/officeDocument/2006/relationships/tags" Target="../tags/tag729.xml"/><Relationship Id="rId7" Type="http://schemas.openxmlformats.org/officeDocument/2006/relationships/tags" Target="../tags/tag733.xml"/><Relationship Id="rId2" Type="http://schemas.openxmlformats.org/officeDocument/2006/relationships/tags" Target="../tags/tag728.xml"/><Relationship Id="rId1" Type="http://schemas.openxmlformats.org/officeDocument/2006/relationships/tags" Target="../tags/tag727.xml"/><Relationship Id="rId6" Type="http://schemas.openxmlformats.org/officeDocument/2006/relationships/tags" Target="../tags/tag732.xml"/><Relationship Id="rId5" Type="http://schemas.openxmlformats.org/officeDocument/2006/relationships/tags" Target="../tags/tag731.xml"/><Relationship Id="rId10" Type="http://schemas.microsoft.com/office/2018/10/relationships/comments" Target="../comments/modernComment_16C_AF5191C6.xml"/><Relationship Id="rId4" Type="http://schemas.openxmlformats.org/officeDocument/2006/relationships/tags" Target="../tags/tag730.xml"/><Relationship Id="rId9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737.xml"/><Relationship Id="rId7" Type="http://schemas.openxmlformats.org/officeDocument/2006/relationships/tags" Target="../tags/tag741.xml"/><Relationship Id="rId2" Type="http://schemas.openxmlformats.org/officeDocument/2006/relationships/tags" Target="../tags/tag736.xml"/><Relationship Id="rId1" Type="http://schemas.openxmlformats.org/officeDocument/2006/relationships/tags" Target="../tags/tag735.xml"/><Relationship Id="rId6" Type="http://schemas.openxmlformats.org/officeDocument/2006/relationships/tags" Target="../tags/tag740.xml"/><Relationship Id="rId5" Type="http://schemas.openxmlformats.org/officeDocument/2006/relationships/tags" Target="../tags/tag739.xml"/><Relationship Id="rId4" Type="http://schemas.openxmlformats.org/officeDocument/2006/relationships/tags" Target="../tags/tag738.xml"/><Relationship Id="rId9" Type="http://schemas.microsoft.com/office/2018/10/relationships/comments" Target="../comments/modernComment_16D_E602D695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tags" Target="../tags/tag749.xml"/><Relationship Id="rId3" Type="http://schemas.openxmlformats.org/officeDocument/2006/relationships/tags" Target="../tags/tag744.xml"/><Relationship Id="rId7" Type="http://schemas.openxmlformats.org/officeDocument/2006/relationships/tags" Target="../tags/tag748.xml"/><Relationship Id="rId2" Type="http://schemas.openxmlformats.org/officeDocument/2006/relationships/tags" Target="../tags/tag743.xml"/><Relationship Id="rId1" Type="http://schemas.openxmlformats.org/officeDocument/2006/relationships/tags" Target="../tags/tag742.xml"/><Relationship Id="rId6" Type="http://schemas.openxmlformats.org/officeDocument/2006/relationships/tags" Target="../tags/tag747.xml"/><Relationship Id="rId5" Type="http://schemas.openxmlformats.org/officeDocument/2006/relationships/tags" Target="../tags/tag746.xml"/><Relationship Id="rId10" Type="http://schemas.microsoft.com/office/2018/10/relationships/comments" Target="../comments/modernComment_16E_57BED26B.xml"/><Relationship Id="rId4" Type="http://schemas.openxmlformats.org/officeDocument/2006/relationships/tags" Target="../tags/tag745.xml"/><Relationship Id="rId9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tags" Target="../tags/tag757.xml"/><Relationship Id="rId3" Type="http://schemas.openxmlformats.org/officeDocument/2006/relationships/tags" Target="../tags/tag752.xml"/><Relationship Id="rId7" Type="http://schemas.openxmlformats.org/officeDocument/2006/relationships/tags" Target="../tags/tag756.xml"/><Relationship Id="rId2" Type="http://schemas.openxmlformats.org/officeDocument/2006/relationships/tags" Target="../tags/tag751.xml"/><Relationship Id="rId1" Type="http://schemas.openxmlformats.org/officeDocument/2006/relationships/tags" Target="../tags/tag750.xml"/><Relationship Id="rId6" Type="http://schemas.openxmlformats.org/officeDocument/2006/relationships/tags" Target="../tags/tag755.xml"/><Relationship Id="rId5" Type="http://schemas.openxmlformats.org/officeDocument/2006/relationships/tags" Target="../tags/tag754.xml"/><Relationship Id="rId10" Type="http://schemas.microsoft.com/office/2018/10/relationships/comments" Target="../comments/modernComment_16F_DC7526CE.xml"/><Relationship Id="rId4" Type="http://schemas.openxmlformats.org/officeDocument/2006/relationships/tags" Target="../tags/tag753.xml"/><Relationship Id="rId9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tags" Target="../tags/tag765.xml"/><Relationship Id="rId3" Type="http://schemas.openxmlformats.org/officeDocument/2006/relationships/tags" Target="../tags/tag760.xml"/><Relationship Id="rId7" Type="http://schemas.openxmlformats.org/officeDocument/2006/relationships/tags" Target="../tags/tag764.xml"/><Relationship Id="rId2" Type="http://schemas.openxmlformats.org/officeDocument/2006/relationships/tags" Target="../tags/tag759.xml"/><Relationship Id="rId1" Type="http://schemas.openxmlformats.org/officeDocument/2006/relationships/tags" Target="../tags/tag758.xml"/><Relationship Id="rId6" Type="http://schemas.openxmlformats.org/officeDocument/2006/relationships/tags" Target="../tags/tag763.xml"/><Relationship Id="rId11" Type="http://schemas.microsoft.com/office/2018/10/relationships/comments" Target="../comments/modernComment_170_9F7063E1.xml"/><Relationship Id="rId5" Type="http://schemas.openxmlformats.org/officeDocument/2006/relationships/tags" Target="../tags/tag762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761.xml"/><Relationship Id="rId9" Type="http://schemas.openxmlformats.org/officeDocument/2006/relationships/tags" Target="../tags/tag76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tags" Target="../tags/tag774.xml"/><Relationship Id="rId3" Type="http://schemas.openxmlformats.org/officeDocument/2006/relationships/tags" Target="../tags/tag769.xml"/><Relationship Id="rId7" Type="http://schemas.openxmlformats.org/officeDocument/2006/relationships/tags" Target="../tags/tag773.xml"/><Relationship Id="rId2" Type="http://schemas.openxmlformats.org/officeDocument/2006/relationships/tags" Target="../tags/tag768.xml"/><Relationship Id="rId1" Type="http://schemas.openxmlformats.org/officeDocument/2006/relationships/tags" Target="../tags/tag767.xml"/><Relationship Id="rId6" Type="http://schemas.openxmlformats.org/officeDocument/2006/relationships/tags" Target="../tags/tag772.xml"/><Relationship Id="rId11" Type="http://schemas.microsoft.com/office/2018/10/relationships/comments" Target="../comments/modernComment_171_D282600D.xml"/><Relationship Id="rId5" Type="http://schemas.openxmlformats.org/officeDocument/2006/relationships/tags" Target="../tags/tag771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770.xml"/><Relationship Id="rId9" Type="http://schemas.openxmlformats.org/officeDocument/2006/relationships/tags" Target="../tags/tag775.xml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tags" Target="../tags/tag783.xml"/><Relationship Id="rId3" Type="http://schemas.openxmlformats.org/officeDocument/2006/relationships/tags" Target="../tags/tag778.xml"/><Relationship Id="rId7" Type="http://schemas.openxmlformats.org/officeDocument/2006/relationships/tags" Target="../tags/tag782.xml"/><Relationship Id="rId12" Type="http://schemas.microsoft.com/office/2018/10/relationships/comments" Target="../comments/modernComment_172_86C378FB.xml"/><Relationship Id="rId2" Type="http://schemas.openxmlformats.org/officeDocument/2006/relationships/tags" Target="../tags/tag777.xml"/><Relationship Id="rId1" Type="http://schemas.openxmlformats.org/officeDocument/2006/relationships/tags" Target="../tags/tag776.xml"/><Relationship Id="rId6" Type="http://schemas.openxmlformats.org/officeDocument/2006/relationships/tags" Target="../tags/tag781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780.xml"/><Relationship Id="rId10" Type="http://schemas.openxmlformats.org/officeDocument/2006/relationships/tags" Target="../tags/tag785.xml"/><Relationship Id="rId4" Type="http://schemas.openxmlformats.org/officeDocument/2006/relationships/tags" Target="../tags/tag779.xml"/><Relationship Id="rId9" Type="http://schemas.openxmlformats.org/officeDocument/2006/relationships/tags" Target="../tags/tag784.xml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tags" Target="../tags/tag793.xml"/><Relationship Id="rId13" Type="http://schemas.microsoft.com/office/2018/10/relationships/comments" Target="../comments/modernComment_173_69EAB024.xml"/><Relationship Id="rId3" Type="http://schemas.openxmlformats.org/officeDocument/2006/relationships/tags" Target="../tags/tag788.xml"/><Relationship Id="rId7" Type="http://schemas.openxmlformats.org/officeDocument/2006/relationships/tags" Target="../tags/tag792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787.xml"/><Relationship Id="rId1" Type="http://schemas.openxmlformats.org/officeDocument/2006/relationships/tags" Target="../tags/tag786.xml"/><Relationship Id="rId6" Type="http://schemas.openxmlformats.org/officeDocument/2006/relationships/tags" Target="../tags/tag791.xml"/><Relationship Id="rId11" Type="http://schemas.openxmlformats.org/officeDocument/2006/relationships/tags" Target="../tags/tag796.xml"/><Relationship Id="rId5" Type="http://schemas.openxmlformats.org/officeDocument/2006/relationships/tags" Target="../tags/tag790.xml"/><Relationship Id="rId10" Type="http://schemas.openxmlformats.org/officeDocument/2006/relationships/tags" Target="../tags/tag795.xml"/><Relationship Id="rId4" Type="http://schemas.openxmlformats.org/officeDocument/2006/relationships/tags" Target="../tags/tag789.xml"/><Relationship Id="rId9" Type="http://schemas.openxmlformats.org/officeDocument/2006/relationships/tags" Target="../tags/tag794.xml"/></Relationships>
</file>

<file path=ppt/slides/_rels/slide60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74_F4226E38.xml"/><Relationship Id="rId3" Type="http://schemas.openxmlformats.org/officeDocument/2006/relationships/tags" Target="../tags/tag799.xml"/><Relationship Id="rId7" Type="http://schemas.openxmlformats.org/officeDocument/2006/relationships/notesSlide" Target="../notesSlides/notesSlide36.xml"/><Relationship Id="rId2" Type="http://schemas.openxmlformats.org/officeDocument/2006/relationships/tags" Target="../tags/tag798.xml"/><Relationship Id="rId1" Type="http://schemas.openxmlformats.org/officeDocument/2006/relationships/tags" Target="../tags/tag79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801.xml"/><Relationship Id="rId4" Type="http://schemas.openxmlformats.org/officeDocument/2006/relationships/tags" Target="../tags/tag800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7.xml"/><Relationship Id="rId3" Type="http://schemas.openxmlformats.org/officeDocument/2006/relationships/tags" Target="../tags/tag80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803.xml"/><Relationship Id="rId1" Type="http://schemas.openxmlformats.org/officeDocument/2006/relationships/tags" Target="../tags/tag802.xml"/><Relationship Id="rId6" Type="http://schemas.openxmlformats.org/officeDocument/2006/relationships/tags" Target="../tags/tag807.xml"/><Relationship Id="rId5" Type="http://schemas.openxmlformats.org/officeDocument/2006/relationships/tags" Target="../tags/tag806.xml"/><Relationship Id="rId4" Type="http://schemas.openxmlformats.org/officeDocument/2006/relationships/tags" Target="../tags/tag805.xml"/><Relationship Id="rId9" Type="http://schemas.microsoft.com/office/2018/10/relationships/comments" Target="../comments/modernComment_175_FEBC0BF5.xml"/></Relationships>
</file>

<file path=ppt/slides/_rels/slide6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8.xml"/><Relationship Id="rId3" Type="http://schemas.openxmlformats.org/officeDocument/2006/relationships/tags" Target="../tags/tag81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809.xml"/><Relationship Id="rId1" Type="http://schemas.openxmlformats.org/officeDocument/2006/relationships/tags" Target="../tags/tag808.xml"/><Relationship Id="rId6" Type="http://schemas.openxmlformats.org/officeDocument/2006/relationships/tags" Target="../tags/tag813.xml"/><Relationship Id="rId5" Type="http://schemas.openxmlformats.org/officeDocument/2006/relationships/tags" Target="../tags/tag812.xml"/><Relationship Id="rId4" Type="http://schemas.openxmlformats.org/officeDocument/2006/relationships/tags" Target="../tags/tag811.xml"/><Relationship Id="rId9" Type="http://schemas.microsoft.com/office/2018/10/relationships/comments" Target="../comments/modernComment_176_E300012F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816.xml"/><Relationship Id="rId7" Type="http://schemas.openxmlformats.org/officeDocument/2006/relationships/tags" Target="../tags/tag820.xml"/><Relationship Id="rId2" Type="http://schemas.openxmlformats.org/officeDocument/2006/relationships/tags" Target="../tags/tag815.xml"/><Relationship Id="rId1" Type="http://schemas.openxmlformats.org/officeDocument/2006/relationships/tags" Target="../tags/tag814.xml"/><Relationship Id="rId6" Type="http://schemas.openxmlformats.org/officeDocument/2006/relationships/tags" Target="../tags/tag819.xml"/><Relationship Id="rId5" Type="http://schemas.openxmlformats.org/officeDocument/2006/relationships/tags" Target="../tags/tag818.xml"/><Relationship Id="rId10" Type="http://schemas.microsoft.com/office/2018/10/relationships/comments" Target="../comments/modernComment_177_58ACA085.xml"/><Relationship Id="rId4" Type="http://schemas.openxmlformats.org/officeDocument/2006/relationships/tags" Target="../tags/tag817.xml"/><Relationship Id="rId9" Type="http://schemas.openxmlformats.org/officeDocument/2006/relationships/notesSlide" Target="../notesSlides/notesSlide39.xml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823.xml"/><Relationship Id="rId7" Type="http://schemas.openxmlformats.org/officeDocument/2006/relationships/tags" Target="../tags/tag827.xml"/><Relationship Id="rId2" Type="http://schemas.openxmlformats.org/officeDocument/2006/relationships/tags" Target="../tags/tag822.xml"/><Relationship Id="rId1" Type="http://schemas.openxmlformats.org/officeDocument/2006/relationships/tags" Target="../tags/tag821.xml"/><Relationship Id="rId6" Type="http://schemas.openxmlformats.org/officeDocument/2006/relationships/tags" Target="../tags/tag826.xml"/><Relationship Id="rId5" Type="http://schemas.openxmlformats.org/officeDocument/2006/relationships/tags" Target="../tags/tag825.xml"/><Relationship Id="rId10" Type="http://schemas.microsoft.com/office/2018/10/relationships/comments" Target="../comments/modernComment_178_FD356F99.xml"/><Relationship Id="rId4" Type="http://schemas.openxmlformats.org/officeDocument/2006/relationships/tags" Target="../tags/tag824.xml"/><Relationship Id="rId9" Type="http://schemas.openxmlformats.org/officeDocument/2006/relationships/notesSlide" Target="../notesSlides/notesSlide40.xml"/></Relationships>
</file>

<file path=ppt/slides/_rels/slide65.xml.rels><?xml version="1.0" encoding="UTF-8" standalone="yes"?>
<Relationships xmlns="http://schemas.openxmlformats.org/package/2006/relationships"><Relationship Id="rId8" Type="http://schemas.openxmlformats.org/officeDocument/2006/relationships/tags" Target="../tags/tag835.xml"/><Relationship Id="rId3" Type="http://schemas.openxmlformats.org/officeDocument/2006/relationships/tags" Target="../tags/tag830.xml"/><Relationship Id="rId7" Type="http://schemas.openxmlformats.org/officeDocument/2006/relationships/tags" Target="../tags/tag834.xml"/><Relationship Id="rId2" Type="http://schemas.openxmlformats.org/officeDocument/2006/relationships/tags" Target="../tags/tag829.xml"/><Relationship Id="rId1" Type="http://schemas.openxmlformats.org/officeDocument/2006/relationships/tags" Target="../tags/tag828.xml"/><Relationship Id="rId6" Type="http://schemas.openxmlformats.org/officeDocument/2006/relationships/tags" Target="../tags/tag833.xml"/><Relationship Id="rId11" Type="http://schemas.microsoft.com/office/2018/10/relationships/comments" Target="../comments/modernComment_179_8B0EFB41.xml"/><Relationship Id="rId5" Type="http://schemas.openxmlformats.org/officeDocument/2006/relationships/tags" Target="../tags/tag832.xml"/><Relationship Id="rId10" Type="http://schemas.openxmlformats.org/officeDocument/2006/relationships/notesSlide" Target="../notesSlides/notesSlide41.xml"/><Relationship Id="rId4" Type="http://schemas.openxmlformats.org/officeDocument/2006/relationships/tags" Target="../tags/tag831.xml"/><Relationship Id="rId9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8" Type="http://schemas.openxmlformats.org/officeDocument/2006/relationships/tags" Target="../tags/tag843.xml"/><Relationship Id="rId3" Type="http://schemas.openxmlformats.org/officeDocument/2006/relationships/tags" Target="../tags/tag838.xml"/><Relationship Id="rId7" Type="http://schemas.openxmlformats.org/officeDocument/2006/relationships/tags" Target="../tags/tag842.xml"/><Relationship Id="rId12" Type="http://schemas.microsoft.com/office/2018/10/relationships/comments" Target="../comments/modernComment_17A_59CC288.xml"/><Relationship Id="rId2" Type="http://schemas.openxmlformats.org/officeDocument/2006/relationships/tags" Target="../tags/tag837.xml"/><Relationship Id="rId1" Type="http://schemas.openxmlformats.org/officeDocument/2006/relationships/tags" Target="../tags/tag836.xml"/><Relationship Id="rId6" Type="http://schemas.openxmlformats.org/officeDocument/2006/relationships/tags" Target="../tags/tag841.xml"/><Relationship Id="rId11" Type="http://schemas.openxmlformats.org/officeDocument/2006/relationships/notesSlide" Target="../notesSlides/notesSlide42.xml"/><Relationship Id="rId5" Type="http://schemas.openxmlformats.org/officeDocument/2006/relationships/tags" Target="../tags/tag840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839.xml"/><Relationship Id="rId9" Type="http://schemas.openxmlformats.org/officeDocument/2006/relationships/tags" Target="../tags/tag844.xml"/></Relationships>
</file>

<file path=ppt/slides/_rels/slide67.xml.rels><?xml version="1.0" encoding="UTF-8" standalone="yes"?>
<Relationships xmlns="http://schemas.openxmlformats.org/package/2006/relationships"><Relationship Id="rId8" Type="http://schemas.openxmlformats.org/officeDocument/2006/relationships/tags" Target="../tags/tag852.xml"/><Relationship Id="rId3" Type="http://schemas.openxmlformats.org/officeDocument/2006/relationships/tags" Target="../tags/tag847.xml"/><Relationship Id="rId7" Type="http://schemas.openxmlformats.org/officeDocument/2006/relationships/tags" Target="../tags/tag851.xml"/><Relationship Id="rId12" Type="http://schemas.microsoft.com/office/2018/10/relationships/comments" Target="../comments/modernComment_17B_6DBAB06B.xml"/><Relationship Id="rId2" Type="http://schemas.openxmlformats.org/officeDocument/2006/relationships/tags" Target="../tags/tag846.xml"/><Relationship Id="rId1" Type="http://schemas.openxmlformats.org/officeDocument/2006/relationships/tags" Target="../tags/tag845.xml"/><Relationship Id="rId6" Type="http://schemas.openxmlformats.org/officeDocument/2006/relationships/tags" Target="../tags/tag850.xml"/><Relationship Id="rId11" Type="http://schemas.openxmlformats.org/officeDocument/2006/relationships/notesSlide" Target="../notesSlides/notesSlide43.xml"/><Relationship Id="rId5" Type="http://schemas.openxmlformats.org/officeDocument/2006/relationships/tags" Target="../tags/tag849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848.xml"/><Relationship Id="rId9" Type="http://schemas.openxmlformats.org/officeDocument/2006/relationships/tags" Target="../tags/tag853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tags" Target="../tags/tag861.xml"/><Relationship Id="rId13" Type="http://schemas.microsoft.com/office/2018/10/relationships/comments" Target="../comments/modernComment_17C_CB6FACCF.xml"/><Relationship Id="rId3" Type="http://schemas.openxmlformats.org/officeDocument/2006/relationships/tags" Target="../tags/tag856.xml"/><Relationship Id="rId7" Type="http://schemas.openxmlformats.org/officeDocument/2006/relationships/tags" Target="../tags/tag860.xml"/><Relationship Id="rId12" Type="http://schemas.openxmlformats.org/officeDocument/2006/relationships/notesSlide" Target="../notesSlides/notesSlide44.xml"/><Relationship Id="rId2" Type="http://schemas.openxmlformats.org/officeDocument/2006/relationships/tags" Target="../tags/tag855.xml"/><Relationship Id="rId1" Type="http://schemas.openxmlformats.org/officeDocument/2006/relationships/tags" Target="../tags/tag854.xml"/><Relationship Id="rId6" Type="http://schemas.openxmlformats.org/officeDocument/2006/relationships/tags" Target="../tags/tag859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858.xml"/><Relationship Id="rId10" Type="http://schemas.openxmlformats.org/officeDocument/2006/relationships/tags" Target="../tags/tag863.xml"/><Relationship Id="rId4" Type="http://schemas.openxmlformats.org/officeDocument/2006/relationships/tags" Target="../tags/tag857.xml"/><Relationship Id="rId9" Type="http://schemas.openxmlformats.org/officeDocument/2006/relationships/tags" Target="../tags/tag862.xml"/></Relationships>
</file>

<file path=ppt/slides/_rels/slide69.xml.rels><?xml version="1.0" encoding="UTF-8" standalone="yes"?>
<Relationships xmlns="http://schemas.openxmlformats.org/package/2006/relationships"><Relationship Id="rId8" Type="http://schemas.openxmlformats.org/officeDocument/2006/relationships/tags" Target="../tags/tag871.xml"/><Relationship Id="rId13" Type="http://schemas.microsoft.com/office/2018/10/relationships/comments" Target="../comments/modernComment_17D_97D7E8AB.xml"/><Relationship Id="rId3" Type="http://schemas.openxmlformats.org/officeDocument/2006/relationships/tags" Target="../tags/tag866.xml"/><Relationship Id="rId7" Type="http://schemas.openxmlformats.org/officeDocument/2006/relationships/tags" Target="../tags/tag870.xml"/><Relationship Id="rId12" Type="http://schemas.openxmlformats.org/officeDocument/2006/relationships/notesSlide" Target="../notesSlides/notesSlide45.xml"/><Relationship Id="rId2" Type="http://schemas.openxmlformats.org/officeDocument/2006/relationships/tags" Target="../tags/tag865.xml"/><Relationship Id="rId1" Type="http://schemas.openxmlformats.org/officeDocument/2006/relationships/tags" Target="../tags/tag864.xml"/><Relationship Id="rId6" Type="http://schemas.openxmlformats.org/officeDocument/2006/relationships/tags" Target="../tags/tag869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868.xml"/><Relationship Id="rId10" Type="http://schemas.openxmlformats.org/officeDocument/2006/relationships/tags" Target="../tags/tag873.xml"/><Relationship Id="rId4" Type="http://schemas.openxmlformats.org/officeDocument/2006/relationships/tags" Target="../tags/tag867.xml"/><Relationship Id="rId9" Type="http://schemas.openxmlformats.org/officeDocument/2006/relationships/tags" Target="../tags/tag872.xml"/></Relationships>
</file>

<file path=ppt/slides/_rels/slide70.xml.rels><?xml version="1.0" encoding="UTF-8" standalone="yes"?>
<Relationships xmlns="http://schemas.openxmlformats.org/package/2006/relationships"><Relationship Id="rId8" Type="http://schemas.openxmlformats.org/officeDocument/2006/relationships/tags" Target="../tags/tag881.xml"/><Relationship Id="rId13" Type="http://schemas.openxmlformats.org/officeDocument/2006/relationships/notesSlide" Target="../notesSlides/notesSlide46.xml"/><Relationship Id="rId3" Type="http://schemas.openxmlformats.org/officeDocument/2006/relationships/tags" Target="../tags/tag876.xml"/><Relationship Id="rId7" Type="http://schemas.openxmlformats.org/officeDocument/2006/relationships/tags" Target="../tags/tag880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875.xml"/><Relationship Id="rId1" Type="http://schemas.openxmlformats.org/officeDocument/2006/relationships/tags" Target="../tags/tag874.xml"/><Relationship Id="rId6" Type="http://schemas.openxmlformats.org/officeDocument/2006/relationships/tags" Target="../tags/tag879.xml"/><Relationship Id="rId11" Type="http://schemas.openxmlformats.org/officeDocument/2006/relationships/tags" Target="../tags/tag884.xml"/><Relationship Id="rId5" Type="http://schemas.openxmlformats.org/officeDocument/2006/relationships/tags" Target="../tags/tag878.xml"/><Relationship Id="rId10" Type="http://schemas.openxmlformats.org/officeDocument/2006/relationships/tags" Target="../tags/tag883.xml"/><Relationship Id="rId4" Type="http://schemas.openxmlformats.org/officeDocument/2006/relationships/tags" Target="../tags/tag877.xml"/><Relationship Id="rId9" Type="http://schemas.openxmlformats.org/officeDocument/2006/relationships/tags" Target="../tags/tag882.xml"/><Relationship Id="rId14" Type="http://schemas.microsoft.com/office/2018/10/relationships/comments" Target="../comments/modernComment_17E_1CB9163F.xml"/></Relationships>
</file>

<file path=ppt/slides/_rels/slide71.xml.rels><?xml version="1.0" encoding="UTF-8" standalone="yes"?>
<Relationships xmlns="http://schemas.openxmlformats.org/package/2006/relationships"><Relationship Id="rId8" Type="http://schemas.openxmlformats.org/officeDocument/2006/relationships/tags" Target="../tags/tag89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887.xml"/><Relationship Id="rId7" Type="http://schemas.openxmlformats.org/officeDocument/2006/relationships/tags" Target="../tags/tag891.xml"/><Relationship Id="rId12" Type="http://schemas.openxmlformats.org/officeDocument/2006/relationships/tags" Target="../tags/tag896.xml"/><Relationship Id="rId2" Type="http://schemas.openxmlformats.org/officeDocument/2006/relationships/tags" Target="../tags/tag886.xml"/><Relationship Id="rId1" Type="http://schemas.openxmlformats.org/officeDocument/2006/relationships/tags" Target="../tags/tag885.xml"/><Relationship Id="rId6" Type="http://schemas.openxmlformats.org/officeDocument/2006/relationships/tags" Target="../tags/tag890.xml"/><Relationship Id="rId11" Type="http://schemas.openxmlformats.org/officeDocument/2006/relationships/tags" Target="../tags/tag895.xml"/><Relationship Id="rId5" Type="http://schemas.openxmlformats.org/officeDocument/2006/relationships/tags" Target="../tags/tag889.xml"/><Relationship Id="rId15" Type="http://schemas.microsoft.com/office/2018/10/relationships/comments" Target="../comments/modernComment_17F_1F8C15BF.xml"/><Relationship Id="rId10" Type="http://schemas.openxmlformats.org/officeDocument/2006/relationships/tags" Target="../tags/tag894.xml"/><Relationship Id="rId4" Type="http://schemas.openxmlformats.org/officeDocument/2006/relationships/tags" Target="../tags/tag888.xml"/><Relationship Id="rId9" Type="http://schemas.openxmlformats.org/officeDocument/2006/relationships/tags" Target="../tags/tag893.xml"/><Relationship Id="rId14" Type="http://schemas.openxmlformats.org/officeDocument/2006/relationships/notesSlide" Target="../notesSlides/notesSlide47.xml"/></Relationships>
</file>

<file path=ppt/slides/_rels/slide72.xml.rels><?xml version="1.0" encoding="UTF-8" standalone="yes"?>
<Relationships xmlns="http://schemas.openxmlformats.org/package/2006/relationships"><Relationship Id="rId8" Type="http://schemas.openxmlformats.org/officeDocument/2006/relationships/tags" Target="../tags/tag904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899.xml"/><Relationship Id="rId7" Type="http://schemas.openxmlformats.org/officeDocument/2006/relationships/tags" Target="../tags/tag903.xml"/><Relationship Id="rId12" Type="http://schemas.openxmlformats.org/officeDocument/2006/relationships/tags" Target="../tags/tag908.xml"/><Relationship Id="rId2" Type="http://schemas.openxmlformats.org/officeDocument/2006/relationships/tags" Target="../tags/tag898.xml"/><Relationship Id="rId1" Type="http://schemas.openxmlformats.org/officeDocument/2006/relationships/tags" Target="../tags/tag897.xml"/><Relationship Id="rId6" Type="http://schemas.openxmlformats.org/officeDocument/2006/relationships/tags" Target="../tags/tag902.xml"/><Relationship Id="rId11" Type="http://schemas.openxmlformats.org/officeDocument/2006/relationships/tags" Target="../tags/tag907.xml"/><Relationship Id="rId5" Type="http://schemas.openxmlformats.org/officeDocument/2006/relationships/tags" Target="../tags/tag901.xml"/><Relationship Id="rId15" Type="http://schemas.microsoft.com/office/2018/10/relationships/comments" Target="../comments/modernComment_180_C8AF8C6E.xml"/><Relationship Id="rId10" Type="http://schemas.openxmlformats.org/officeDocument/2006/relationships/tags" Target="../tags/tag906.xml"/><Relationship Id="rId4" Type="http://schemas.openxmlformats.org/officeDocument/2006/relationships/tags" Target="../tags/tag900.xml"/><Relationship Id="rId9" Type="http://schemas.openxmlformats.org/officeDocument/2006/relationships/tags" Target="../tags/tag905.xml"/><Relationship Id="rId14" Type="http://schemas.openxmlformats.org/officeDocument/2006/relationships/notesSlide" Target="../notesSlides/notesSlide48.xml"/></Relationships>
</file>

<file path=ppt/slides/_rels/slide73.xml.rels><?xml version="1.0" encoding="UTF-8" standalone="yes"?>
<Relationships xmlns="http://schemas.openxmlformats.org/package/2006/relationships"><Relationship Id="rId8" Type="http://schemas.openxmlformats.org/officeDocument/2006/relationships/tags" Target="../tags/tag916.xml"/><Relationship Id="rId13" Type="http://schemas.openxmlformats.org/officeDocument/2006/relationships/tags" Target="../tags/tag921.xml"/><Relationship Id="rId3" Type="http://schemas.openxmlformats.org/officeDocument/2006/relationships/tags" Target="../tags/tag911.xml"/><Relationship Id="rId7" Type="http://schemas.openxmlformats.org/officeDocument/2006/relationships/tags" Target="../tags/tag915.xml"/><Relationship Id="rId12" Type="http://schemas.openxmlformats.org/officeDocument/2006/relationships/tags" Target="../tags/tag920.xml"/><Relationship Id="rId2" Type="http://schemas.openxmlformats.org/officeDocument/2006/relationships/tags" Target="../tags/tag910.xml"/><Relationship Id="rId16" Type="http://schemas.microsoft.com/office/2018/10/relationships/comments" Target="../comments/modernComment_181_4C8585AB.xml"/><Relationship Id="rId1" Type="http://schemas.openxmlformats.org/officeDocument/2006/relationships/tags" Target="../tags/tag909.xml"/><Relationship Id="rId6" Type="http://schemas.openxmlformats.org/officeDocument/2006/relationships/tags" Target="../tags/tag914.xml"/><Relationship Id="rId11" Type="http://schemas.openxmlformats.org/officeDocument/2006/relationships/tags" Target="../tags/tag919.xml"/><Relationship Id="rId5" Type="http://schemas.openxmlformats.org/officeDocument/2006/relationships/tags" Target="../tags/tag913.xml"/><Relationship Id="rId15" Type="http://schemas.openxmlformats.org/officeDocument/2006/relationships/notesSlide" Target="../notesSlides/notesSlide49.xml"/><Relationship Id="rId10" Type="http://schemas.openxmlformats.org/officeDocument/2006/relationships/tags" Target="../tags/tag918.xml"/><Relationship Id="rId4" Type="http://schemas.openxmlformats.org/officeDocument/2006/relationships/tags" Target="../tags/tag912.xml"/><Relationship Id="rId9" Type="http://schemas.openxmlformats.org/officeDocument/2006/relationships/tags" Target="../tags/tag917.xml"/><Relationship Id="rId14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8" Type="http://schemas.openxmlformats.org/officeDocument/2006/relationships/tags" Target="../tags/tag929.xml"/><Relationship Id="rId13" Type="http://schemas.openxmlformats.org/officeDocument/2006/relationships/tags" Target="../tags/tag934.xml"/><Relationship Id="rId3" Type="http://schemas.openxmlformats.org/officeDocument/2006/relationships/tags" Target="../tags/tag924.xml"/><Relationship Id="rId7" Type="http://schemas.openxmlformats.org/officeDocument/2006/relationships/tags" Target="../tags/tag928.xml"/><Relationship Id="rId12" Type="http://schemas.openxmlformats.org/officeDocument/2006/relationships/tags" Target="../tags/tag933.xml"/><Relationship Id="rId2" Type="http://schemas.openxmlformats.org/officeDocument/2006/relationships/tags" Target="../tags/tag923.xml"/><Relationship Id="rId16" Type="http://schemas.microsoft.com/office/2018/10/relationships/comments" Target="../comments/modernComment_182_BFA9673.xml"/><Relationship Id="rId1" Type="http://schemas.openxmlformats.org/officeDocument/2006/relationships/tags" Target="../tags/tag922.xml"/><Relationship Id="rId6" Type="http://schemas.openxmlformats.org/officeDocument/2006/relationships/tags" Target="../tags/tag927.xml"/><Relationship Id="rId11" Type="http://schemas.openxmlformats.org/officeDocument/2006/relationships/tags" Target="../tags/tag932.xml"/><Relationship Id="rId5" Type="http://schemas.openxmlformats.org/officeDocument/2006/relationships/tags" Target="../tags/tag926.xml"/><Relationship Id="rId15" Type="http://schemas.openxmlformats.org/officeDocument/2006/relationships/notesSlide" Target="../notesSlides/notesSlide50.xml"/><Relationship Id="rId10" Type="http://schemas.openxmlformats.org/officeDocument/2006/relationships/tags" Target="../tags/tag931.xml"/><Relationship Id="rId4" Type="http://schemas.openxmlformats.org/officeDocument/2006/relationships/tags" Target="../tags/tag925.xml"/><Relationship Id="rId9" Type="http://schemas.openxmlformats.org/officeDocument/2006/relationships/tags" Target="../tags/tag930.xml"/><Relationship Id="rId14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8" Type="http://schemas.openxmlformats.org/officeDocument/2006/relationships/tags" Target="../tags/tag942.xml"/><Relationship Id="rId13" Type="http://schemas.openxmlformats.org/officeDocument/2006/relationships/tags" Target="../tags/tag947.xml"/><Relationship Id="rId3" Type="http://schemas.openxmlformats.org/officeDocument/2006/relationships/tags" Target="../tags/tag937.xml"/><Relationship Id="rId7" Type="http://schemas.openxmlformats.org/officeDocument/2006/relationships/tags" Target="../tags/tag941.xml"/><Relationship Id="rId12" Type="http://schemas.openxmlformats.org/officeDocument/2006/relationships/tags" Target="../tags/tag946.xml"/><Relationship Id="rId17" Type="http://schemas.microsoft.com/office/2018/10/relationships/comments" Target="../comments/modernComment_183_BF4D2E44.xml"/><Relationship Id="rId2" Type="http://schemas.openxmlformats.org/officeDocument/2006/relationships/tags" Target="../tags/tag936.xml"/><Relationship Id="rId16" Type="http://schemas.openxmlformats.org/officeDocument/2006/relationships/notesSlide" Target="../notesSlides/notesSlide51.xml"/><Relationship Id="rId1" Type="http://schemas.openxmlformats.org/officeDocument/2006/relationships/tags" Target="../tags/tag935.xml"/><Relationship Id="rId6" Type="http://schemas.openxmlformats.org/officeDocument/2006/relationships/tags" Target="../tags/tag940.xml"/><Relationship Id="rId11" Type="http://schemas.openxmlformats.org/officeDocument/2006/relationships/tags" Target="../tags/tag945.xml"/><Relationship Id="rId5" Type="http://schemas.openxmlformats.org/officeDocument/2006/relationships/tags" Target="../tags/tag939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944.xml"/><Relationship Id="rId4" Type="http://schemas.openxmlformats.org/officeDocument/2006/relationships/tags" Target="../tags/tag938.xml"/><Relationship Id="rId9" Type="http://schemas.openxmlformats.org/officeDocument/2006/relationships/tags" Target="../tags/tag943.xml"/><Relationship Id="rId14" Type="http://schemas.openxmlformats.org/officeDocument/2006/relationships/tags" Target="../tags/tag948.xml"/></Relationships>
</file>

<file path=ppt/slides/_rels/slide76.xml.rels><?xml version="1.0" encoding="UTF-8" standalone="yes"?>
<Relationships xmlns="http://schemas.openxmlformats.org/package/2006/relationships"><Relationship Id="rId8" Type="http://schemas.openxmlformats.org/officeDocument/2006/relationships/tags" Target="../tags/tag956.xml"/><Relationship Id="rId13" Type="http://schemas.openxmlformats.org/officeDocument/2006/relationships/tags" Target="../tags/tag961.xml"/><Relationship Id="rId18" Type="http://schemas.microsoft.com/office/2018/10/relationships/comments" Target="../comments/modernComment_184_BA2F0805.xml"/><Relationship Id="rId3" Type="http://schemas.openxmlformats.org/officeDocument/2006/relationships/tags" Target="../tags/tag951.xml"/><Relationship Id="rId7" Type="http://schemas.openxmlformats.org/officeDocument/2006/relationships/tags" Target="../tags/tag955.xml"/><Relationship Id="rId12" Type="http://schemas.openxmlformats.org/officeDocument/2006/relationships/tags" Target="../tags/tag960.xml"/><Relationship Id="rId17" Type="http://schemas.openxmlformats.org/officeDocument/2006/relationships/notesSlide" Target="../notesSlides/notesSlide52.xml"/><Relationship Id="rId2" Type="http://schemas.openxmlformats.org/officeDocument/2006/relationships/tags" Target="../tags/tag950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949.xml"/><Relationship Id="rId6" Type="http://schemas.openxmlformats.org/officeDocument/2006/relationships/tags" Target="../tags/tag954.xml"/><Relationship Id="rId11" Type="http://schemas.openxmlformats.org/officeDocument/2006/relationships/tags" Target="../tags/tag959.xml"/><Relationship Id="rId5" Type="http://schemas.openxmlformats.org/officeDocument/2006/relationships/tags" Target="../tags/tag953.xml"/><Relationship Id="rId15" Type="http://schemas.openxmlformats.org/officeDocument/2006/relationships/tags" Target="../tags/tag963.xml"/><Relationship Id="rId10" Type="http://schemas.openxmlformats.org/officeDocument/2006/relationships/tags" Target="../tags/tag958.xml"/><Relationship Id="rId4" Type="http://schemas.openxmlformats.org/officeDocument/2006/relationships/tags" Target="../tags/tag952.xml"/><Relationship Id="rId9" Type="http://schemas.openxmlformats.org/officeDocument/2006/relationships/tags" Target="../tags/tag957.xml"/><Relationship Id="rId14" Type="http://schemas.openxmlformats.org/officeDocument/2006/relationships/tags" Target="../tags/tag962.xml"/></Relationships>
</file>

<file path=ppt/slides/_rels/slide77.xml.rels><?xml version="1.0" encoding="UTF-8" standalone="yes"?>
<Relationships xmlns="http://schemas.openxmlformats.org/package/2006/relationships"><Relationship Id="rId8" Type="http://schemas.openxmlformats.org/officeDocument/2006/relationships/tags" Target="../tags/tag971.xml"/><Relationship Id="rId13" Type="http://schemas.openxmlformats.org/officeDocument/2006/relationships/tags" Target="../tags/tag976.xml"/><Relationship Id="rId18" Type="http://schemas.microsoft.com/office/2018/10/relationships/comments" Target="../comments/modernComment_185_D41A2488.xml"/><Relationship Id="rId3" Type="http://schemas.openxmlformats.org/officeDocument/2006/relationships/tags" Target="../tags/tag966.xml"/><Relationship Id="rId7" Type="http://schemas.openxmlformats.org/officeDocument/2006/relationships/tags" Target="../tags/tag970.xml"/><Relationship Id="rId12" Type="http://schemas.openxmlformats.org/officeDocument/2006/relationships/tags" Target="../tags/tag975.xml"/><Relationship Id="rId17" Type="http://schemas.openxmlformats.org/officeDocument/2006/relationships/notesSlide" Target="../notesSlides/notesSlide53.xml"/><Relationship Id="rId2" Type="http://schemas.openxmlformats.org/officeDocument/2006/relationships/tags" Target="../tags/tag965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964.xml"/><Relationship Id="rId6" Type="http://schemas.openxmlformats.org/officeDocument/2006/relationships/tags" Target="../tags/tag969.xml"/><Relationship Id="rId11" Type="http://schemas.openxmlformats.org/officeDocument/2006/relationships/tags" Target="../tags/tag974.xml"/><Relationship Id="rId5" Type="http://schemas.openxmlformats.org/officeDocument/2006/relationships/tags" Target="../tags/tag968.xml"/><Relationship Id="rId15" Type="http://schemas.openxmlformats.org/officeDocument/2006/relationships/tags" Target="../tags/tag978.xml"/><Relationship Id="rId10" Type="http://schemas.openxmlformats.org/officeDocument/2006/relationships/tags" Target="../tags/tag973.xml"/><Relationship Id="rId4" Type="http://schemas.openxmlformats.org/officeDocument/2006/relationships/tags" Target="../tags/tag967.xml"/><Relationship Id="rId9" Type="http://schemas.openxmlformats.org/officeDocument/2006/relationships/tags" Target="../tags/tag972.xml"/><Relationship Id="rId14" Type="http://schemas.openxmlformats.org/officeDocument/2006/relationships/tags" Target="../tags/tag977.xml"/></Relationships>
</file>

<file path=ppt/slides/_rels/slide78.xml.rels><?xml version="1.0" encoding="UTF-8" standalone="yes"?>
<Relationships xmlns="http://schemas.openxmlformats.org/package/2006/relationships"><Relationship Id="rId8" Type="http://schemas.openxmlformats.org/officeDocument/2006/relationships/tags" Target="../tags/tag986.xml"/><Relationship Id="rId13" Type="http://schemas.openxmlformats.org/officeDocument/2006/relationships/tags" Target="../tags/tag991.xml"/><Relationship Id="rId18" Type="http://schemas.openxmlformats.org/officeDocument/2006/relationships/notesSlide" Target="../notesSlides/notesSlide54.xml"/><Relationship Id="rId3" Type="http://schemas.openxmlformats.org/officeDocument/2006/relationships/tags" Target="../tags/tag981.xml"/><Relationship Id="rId7" Type="http://schemas.openxmlformats.org/officeDocument/2006/relationships/tags" Target="../tags/tag985.xml"/><Relationship Id="rId12" Type="http://schemas.openxmlformats.org/officeDocument/2006/relationships/tags" Target="../tags/tag990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980.xml"/><Relationship Id="rId16" Type="http://schemas.openxmlformats.org/officeDocument/2006/relationships/tags" Target="../tags/tag994.xml"/><Relationship Id="rId1" Type="http://schemas.openxmlformats.org/officeDocument/2006/relationships/tags" Target="../tags/tag979.xml"/><Relationship Id="rId6" Type="http://schemas.openxmlformats.org/officeDocument/2006/relationships/tags" Target="../tags/tag984.xml"/><Relationship Id="rId11" Type="http://schemas.openxmlformats.org/officeDocument/2006/relationships/tags" Target="../tags/tag989.xml"/><Relationship Id="rId5" Type="http://schemas.openxmlformats.org/officeDocument/2006/relationships/tags" Target="../tags/tag983.xml"/><Relationship Id="rId15" Type="http://schemas.openxmlformats.org/officeDocument/2006/relationships/tags" Target="../tags/tag993.xml"/><Relationship Id="rId10" Type="http://schemas.openxmlformats.org/officeDocument/2006/relationships/tags" Target="../tags/tag988.xml"/><Relationship Id="rId19" Type="http://schemas.microsoft.com/office/2018/10/relationships/comments" Target="../comments/modernComment_186_92123C9.xml"/><Relationship Id="rId4" Type="http://schemas.openxmlformats.org/officeDocument/2006/relationships/tags" Target="../tags/tag982.xml"/><Relationship Id="rId9" Type="http://schemas.openxmlformats.org/officeDocument/2006/relationships/tags" Target="../tags/tag987.xml"/><Relationship Id="rId14" Type="http://schemas.openxmlformats.org/officeDocument/2006/relationships/tags" Target="../tags/tag992.xml"/></Relationships>
</file>

<file path=ppt/slides/_rels/slide79.xml.rels><?xml version="1.0" encoding="UTF-8" standalone="yes"?>
<Relationships xmlns="http://schemas.openxmlformats.org/package/2006/relationships"><Relationship Id="rId8" Type="http://schemas.openxmlformats.org/officeDocument/2006/relationships/tags" Target="../tags/tag1002.xml"/><Relationship Id="rId13" Type="http://schemas.openxmlformats.org/officeDocument/2006/relationships/tags" Target="../tags/tag1007.xml"/><Relationship Id="rId18" Type="http://schemas.openxmlformats.org/officeDocument/2006/relationships/notesSlide" Target="../notesSlides/notesSlide55.xml"/><Relationship Id="rId3" Type="http://schemas.openxmlformats.org/officeDocument/2006/relationships/tags" Target="../tags/tag997.xml"/><Relationship Id="rId7" Type="http://schemas.openxmlformats.org/officeDocument/2006/relationships/tags" Target="../tags/tag1001.xml"/><Relationship Id="rId12" Type="http://schemas.openxmlformats.org/officeDocument/2006/relationships/tags" Target="../tags/tag1006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996.xml"/><Relationship Id="rId16" Type="http://schemas.openxmlformats.org/officeDocument/2006/relationships/tags" Target="../tags/tag1010.xml"/><Relationship Id="rId1" Type="http://schemas.openxmlformats.org/officeDocument/2006/relationships/tags" Target="../tags/tag995.xml"/><Relationship Id="rId6" Type="http://schemas.openxmlformats.org/officeDocument/2006/relationships/tags" Target="../tags/tag1000.xml"/><Relationship Id="rId11" Type="http://schemas.openxmlformats.org/officeDocument/2006/relationships/tags" Target="../tags/tag1005.xml"/><Relationship Id="rId5" Type="http://schemas.openxmlformats.org/officeDocument/2006/relationships/tags" Target="../tags/tag999.xml"/><Relationship Id="rId15" Type="http://schemas.openxmlformats.org/officeDocument/2006/relationships/tags" Target="../tags/tag1009.xml"/><Relationship Id="rId10" Type="http://schemas.openxmlformats.org/officeDocument/2006/relationships/tags" Target="../tags/tag1004.xml"/><Relationship Id="rId19" Type="http://schemas.microsoft.com/office/2018/10/relationships/comments" Target="../comments/modernComment_187_A723D7B5.xml"/><Relationship Id="rId4" Type="http://schemas.openxmlformats.org/officeDocument/2006/relationships/tags" Target="../tags/tag998.xml"/><Relationship Id="rId9" Type="http://schemas.openxmlformats.org/officeDocument/2006/relationships/tags" Target="../tags/tag1003.xml"/><Relationship Id="rId14" Type="http://schemas.openxmlformats.org/officeDocument/2006/relationships/tags" Target="../tags/tag1008.xml"/></Relationships>
</file>

<file path=ppt/slides/_rels/slide80.xml.rels><?xml version="1.0" encoding="UTF-8" standalone="yes"?>
<Relationships xmlns="http://schemas.openxmlformats.org/package/2006/relationships"><Relationship Id="rId8" Type="http://schemas.openxmlformats.org/officeDocument/2006/relationships/tags" Target="../tags/tag1018.xml"/><Relationship Id="rId13" Type="http://schemas.openxmlformats.org/officeDocument/2006/relationships/tags" Target="../tags/tag102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013.xml"/><Relationship Id="rId7" Type="http://schemas.openxmlformats.org/officeDocument/2006/relationships/tags" Target="../tags/tag1017.xml"/><Relationship Id="rId12" Type="http://schemas.openxmlformats.org/officeDocument/2006/relationships/tags" Target="../tags/tag1022.xml"/><Relationship Id="rId17" Type="http://schemas.openxmlformats.org/officeDocument/2006/relationships/tags" Target="../tags/tag1027.xml"/><Relationship Id="rId2" Type="http://schemas.openxmlformats.org/officeDocument/2006/relationships/tags" Target="../tags/tag1012.xml"/><Relationship Id="rId16" Type="http://schemas.openxmlformats.org/officeDocument/2006/relationships/tags" Target="../tags/tag1026.xml"/><Relationship Id="rId20" Type="http://schemas.microsoft.com/office/2018/10/relationships/comments" Target="../comments/modernComment_188_EEEF9FF2.xml"/><Relationship Id="rId1" Type="http://schemas.openxmlformats.org/officeDocument/2006/relationships/tags" Target="../tags/tag1011.xml"/><Relationship Id="rId6" Type="http://schemas.openxmlformats.org/officeDocument/2006/relationships/tags" Target="../tags/tag1016.xml"/><Relationship Id="rId11" Type="http://schemas.openxmlformats.org/officeDocument/2006/relationships/tags" Target="../tags/tag1021.xml"/><Relationship Id="rId5" Type="http://schemas.openxmlformats.org/officeDocument/2006/relationships/tags" Target="../tags/tag1015.xml"/><Relationship Id="rId15" Type="http://schemas.openxmlformats.org/officeDocument/2006/relationships/tags" Target="../tags/tag1025.xml"/><Relationship Id="rId10" Type="http://schemas.openxmlformats.org/officeDocument/2006/relationships/tags" Target="../tags/tag1020.xml"/><Relationship Id="rId19" Type="http://schemas.openxmlformats.org/officeDocument/2006/relationships/notesSlide" Target="../notesSlides/notesSlide56.xml"/><Relationship Id="rId4" Type="http://schemas.openxmlformats.org/officeDocument/2006/relationships/tags" Target="../tags/tag1014.xml"/><Relationship Id="rId9" Type="http://schemas.openxmlformats.org/officeDocument/2006/relationships/tags" Target="../tags/tag1019.xml"/><Relationship Id="rId14" Type="http://schemas.openxmlformats.org/officeDocument/2006/relationships/tags" Target="../tags/tag1024.xml"/></Relationships>
</file>

<file path=ppt/slides/_rels/slide81.xml.rels><?xml version="1.0" encoding="UTF-8" standalone="yes"?>
<Relationships xmlns="http://schemas.openxmlformats.org/package/2006/relationships"><Relationship Id="rId8" Type="http://schemas.openxmlformats.org/officeDocument/2006/relationships/tags" Target="../tags/tag1035.xml"/><Relationship Id="rId13" Type="http://schemas.openxmlformats.org/officeDocument/2006/relationships/tags" Target="../tags/tag1040.xml"/><Relationship Id="rId18" Type="http://schemas.openxmlformats.org/officeDocument/2006/relationships/tags" Target="../tags/tag1045.xml"/><Relationship Id="rId3" Type="http://schemas.openxmlformats.org/officeDocument/2006/relationships/tags" Target="../tags/tag1030.xml"/><Relationship Id="rId21" Type="http://schemas.microsoft.com/office/2018/10/relationships/comments" Target="../comments/modernComment_189_EAA42E9C.xml"/><Relationship Id="rId7" Type="http://schemas.openxmlformats.org/officeDocument/2006/relationships/tags" Target="../tags/tag1034.xml"/><Relationship Id="rId12" Type="http://schemas.openxmlformats.org/officeDocument/2006/relationships/tags" Target="../tags/tag1039.xml"/><Relationship Id="rId17" Type="http://schemas.openxmlformats.org/officeDocument/2006/relationships/tags" Target="../tags/tag1044.xml"/><Relationship Id="rId2" Type="http://schemas.openxmlformats.org/officeDocument/2006/relationships/tags" Target="../tags/tag1029.xml"/><Relationship Id="rId16" Type="http://schemas.openxmlformats.org/officeDocument/2006/relationships/tags" Target="../tags/tag1043.xml"/><Relationship Id="rId20" Type="http://schemas.openxmlformats.org/officeDocument/2006/relationships/notesSlide" Target="../notesSlides/notesSlide57.xml"/><Relationship Id="rId1" Type="http://schemas.openxmlformats.org/officeDocument/2006/relationships/tags" Target="../tags/tag1028.xml"/><Relationship Id="rId6" Type="http://schemas.openxmlformats.org/officeDocument/2006/relationships/tags" Target="../tags/tag1033.xml"/><Relationship Id="rId11" Type="http://schemas.openxmlformats.org/officeDocument/2006/relationships/tags" Target="../tags/tag1038.xml"/><Relationship Id="rId5" Type="http://schemas.openxmlformats.org/officeDocument/2006/relationships/tags" Target="../tags/tag1032.xml"/><Relationship Id="rId15" Type="http://schemas.openxmlformats.org/officeDocument/2006/relationships/tags" Target="../tags/tag1042.xml"/><Relationship Id="rId10" Type="http://schemas.openxmlformats.org/officeDocument/2006/relationships/tags" Target="../tags/tag1037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031.xml"/><Relationship Id="rId9" Type="http://schemas.openxmlformats.org/officeDocument/2006/relationships/tags" Target="../tags/tag1036.xml"/><Relationship Id="rId14" Type="http://schemas.openxmlformats.org/officeDocument/2006/relationships/tags" Target="../tags/tag1041.xml"/></Relationships>
</file>

<file path=ppt/slides/_rels/slide82.xml.rels><?xml version="1.0" encoding="UTF-8" standalone="yes"?>
<Relationships xmlns="http://schemas.openxmlformats.org/package/2006/relationships"><Relationship Id="rId8" Type="http://schemas.openxmlformats.org/officeDocument/2006/relationships/tags" Target="../tags/tag1053.xml"/><Relationship Id="rId3" Type="http://schemas.openxmlformats.org/officeDocument/2006/relationships/tags" Target="../tags/tag1048.xml"/><Relationship Id="rId7" Type="http://schemas.openxmlformats.org/officeDocument/2006/relationships/tags" Target="../tags/tag1052.xml"/><Relationship Id="rId2" Type="http://schemas.openxmlformats.org/officeDocument/2006/relationships/tags" Target="../tags/tag1047.xml"/><Relationship Id="rId1" Type="http://schemas.openxmlformats.org/officeDocument/2006/relationships/tags" Target="../tags/tag1046.xml"/><Relationship Id="rId6" Type="http://schemas.openxmlformats.org/officeDocument/2006/relationships/tags" Target="../tags/tag1051.xml"/><Relationship Id="rId5" Type="http://schemas.openxmlformats.org/officeDocument/2006/relationships/tags" Target="../tags/tag1050.xml"/><Relationship Id="rId10" Type="http://schemas.microsoft.com/office/2018/10/relationships/comments" Target="../comments/modernComment_18A_FFCE57FC.xml"/><Relationship Id="rId4" Type="http://schemas.openxmlformats.org/officeDocument/2006/relationships/tags" Target="../tags/tag1049.xml"/><Relationship Id="rId9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8" Type="http://schemas.openxmlformats.org/officeDocument/2006/relationships/tags" Target="../tags/tag1061.xml"/><Relationship Id="rId3" Type="http://schemas.openxmlformats.org/officeDocument/2006/relationships/tags" Target="../tags/tag1056.xml"/><Relationship Id="rId7" Type="http://schemas.openxmlformats.org/officeDocument/2006/relationships/tags" Target="../tags/tag1060.xml"/><Relationship Id="rId2" Type="http://schemas.openxmlformats.org/officeDocument/2006/relationships/tags" Target="../tags/tag1055.xml"/><Relationship Id="rId1" Type="http://schemas.openxmlformats.org/officeDocument/2006/relationships/tags" Target="../tags/tag1054.xml"/><Relationship Id="rId6" Type="http://schemas.openxmlformats.org/officeDocument/2006/relationships/tags" Target="../tags/tag1059.xml"/><Relationship Id="rId5" Type="http://schemas.openxmlformats.org/officeDocument/2006/relationships/tags" Target="../tags/tag1058.xml"/><Relationship Id="rId10" Type="http://schemas.microsoft.com/office/2018/10/relationships/comments" Target="../comments/modernComment_18B_52C0E11B.xml"/><Relationship Id="rId4" Type="http://schemas.openxmlformats.org/officeDocument/2006/relationships/tags" Target="../tags/tag1057.xml"/><Relationship Id="rId9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8" Type="http://schemas.openxmlformats.org/officeDocument/2006/relationships/tags" Target="../tags/tag1069.xml"/><Relationship Id="rId3" Type="http://schemas.openxmlformats.org/officeDocument/2006/relationships/tags" Target="../tags/tag1064.xml"/><Relationship Id="rId7" Type="http://schemas.openxmlformats.org/officeDocument/2006/relationships/tags" Target="../tags/tag1068.xml"/><Relationship Id="rId2" Type="http://schemas.openxmlformats.org/officeDocument/2006/relationships/tags" Target="../tags/tag1063.xml"/><Relationship Id="rId1" Type="http://schemas.openxmlformats.org/officeDocument/2006/relationships/tags" Target="../tags/tag1062.xml"/><Relationship Id="rId6" Type="http://schemas.openxmlformats.org/officeDocument/2006/relationships/tags" Target="../tags/tag1067.xml"/><Relationship Id="rId5" Type="http://schemas.openxmlformats.org/officeDocument/2006/relationships/tags" Target="../tags/tag1066.xml"/><Relationship Id="rId10" Type="http://schemas.microsoft.com/office/2018/10/relationships/comments" Target="../comments/modernComment_18C_3AE0D617.xml"/><Relationship Id="rId4" Type="http://schemas.openxmlformats.org/officeDocument/2006/relationships/tags" Target="../tags/tag1065.xml"/><Relationship Id="rId9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072.xml"/><Relationship Id="rId7" Type="http://schemas.openxmlformats.org/officeDocument/2006/relationships/tags" Target="../tags/tag1076.xml"/><Relationship Id="rId2" Type="http://schemas.openxmlformats.org/officeDocument/2006/relationships/tags" Target="../tags/tag1071.xml"/><Relationship Id="rId1" Type="http://schemas.openxmlformats.org/officeDocument/2006/relationships/tags" Target="../tags/tag1070.xml"/><Relationship Id="rId6" Type="http://schemas.openxmlformats.org/officeDocument/2006/relationships/tags" Target="../tags/tag1075.xml"/><Relationship Id="rId5" Type="http://schemas.openxmlformats.org/officeDocument/2006/relationships/tags" Target="../tags/tag1074.xml"/><Relationship Id="rId4" Type="http://schemas.openxmlformats.org/officeDocument/2006/relationships/tags" Target="../tags/tag1073.xml"/><Relationship Id="rId9" Type="http://schemas.microsoft.com/office/2018/10/relationships/comments" Target="../comments/modernComment_18D_47C12B52.xml"/></Relationships>
</file>

<file path=ppt/slides/_rels/slide8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079.xml"/><Relationship Id="rId7" Type="http://schemas.openxmlformats.org/officeDocument/2006/relationships/tags" Target="../tags/tag1083.xml"/><Relationship Id="rId2" Type="http://schemas.openxmlformats.org/officeDocument/2006/relationships/tags" Target="../tags/tag1078.xml"/><Relationship Id="rId1" Type="http://schemas.openxmlformats.org/officeDocument/2006/relationships/tags" Target="../tags/tag1077.xml"/><Relationship Id="rId6" Type="http://schemas.openxmlformats.org/officeDocument/2006/relationships/tags" Target="../tags/tag1082.xml"/><Relationship Id="rId5" Type="http://schemas.openxmlformats.org/officeDocument/2006/relationships/tags" Target="../tags/tag1081.xml"/><Relationship Id="rId4" Type="http://schemas.openxmlformats.org/officeDocument/2006/relationships/tags" Target="../tags/tag1080.xml"/><Relationship Id="rId9" Type="http://schemas.microsoft.com/office/2018/10/relationships/comments" Target="../comments/modernComment_18E_134F8E20.xml"/></Relationships>
</file>

<file path=ppt/slides/_rels/slide8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086.xml"/><Relationship Id="rId7" Type="http://schemas.openxmlformats.org/officeDocument/2006/relationships/tags" Target="../tags/tag1090.xml"/><Relationship Id="rId2" Type="http://schemas.openxmlformats.org/officeDocument/2006/relationships/tags" Target="../tags/tag1085.xml"/><Relationship Id="rId1" Type="http://schemas.openxmlformats.org/officeDocument/2006/relationships/tags" Target="../tags/tag1084.xml"/><Relationship Id="rId6" Type="http://schemas.openxmlformats.org/officeDocument/2006/relationships/tags" Target="../tags/tag1089.xml"/><Relationship Id="rId5" Type="http://schemas.openxmlformats.org/officeDocument/2006/relationships/tags" Target="../tags/tag1088.xml"/><Relationship Id="rId4" Type="http://schemas.openxmlformats.org/officeDocument/2006/relationships/tags" Target="../tags/tag1087.xml"/><Relationship Id="rId9" Type="http://schemas.microsoft.com/office/2018/10/relationships/comments" Target="../comments/modernComment_18F_BFA246BE.xml"/></Relationships>
</file>

<file path=ppt/slides/_rels/slide88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90_4200DDA.xml"/><Relationship Id="rId3" Type="http://schemas.openxmlformats.org/officeDocument/2006/relationships/tags" Target="../tags/tag1093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092.xml"/><Relationship Id="rId1" Type="http://schemas.openxmlformats.org/officeDocument/2006/relationships/tags" Target="../tags/tag1091.xml"/><Relationship Id="rId6" Type="http://schemas.openxmlformats.org/officeDocument/2006/relationships/tags" Target="../tags/tag1096.xml"/><Relationship Id="rId5" Type="http://schemas.openxmlformats.org/officeDocument/2006/relationships/tags" Target="../tags/tag1095.xml"/><Relationship Id="rId4" Type="http://schemas.openxmlformats.org/officeDocument/2006/relationships/tags" Target="../tags/tag1094.xml"/></Relationships>
</file>

<file path=ppt/slides/_rels/slide8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107_C8A4B3FF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97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98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1.xml.rels><?xml version="1.0" encoding="UTF-8" standalone="yes"?>
<Relationships xmlns="http://schemas.openxmlformats.org/package/2006/relationships"><Relationship Id="rId13" Type="http://schemas.openxmlformats.org/officeDocument/2006/relationships/tags" Target="../tags/tag1111.xml"/><Relationship Id="rId18" Type="http://schemas.openxmlformats.org/officeDocument/2006/relationships/tags" Target="../tags/tag1116.xml"/><Relationship Id="rId26" Type="http://schemas.openxmlformats.org/officeDocument/2006/relationships/tags" Target="../tags/tag1124.xml"/><Relationship Id="rId39" Type="http://schemas.openxmlformats.org/officeDocument/2006/relationships/slideLayout" Target="../slideLayouts/slideLayout1.xml"/><Relationship Id="rId21" Type="http://schemas.openxmlformats.org/officeDocument/2006/relationships/tags" Target="../tags/tag1119.xml"/><Relationship Id="rId34" Type="http://schemas.openxmlformats.org/officeDocument/2006/relationships/tags" Target="../tags/tag1132.xml"/><Relationship Id="rId7" Type="http://schemas.openxmlformats.org/officeDocument/2006/relationships/tags" Target="../tags/tag1105.xml"/><Relationship Id="rId2" Type="http://schemas.openxmlformats.org/officeDocument/2006/relationships/tags" Target="../tags/tag1100.xml"/><Relationship Id="rId16" Type="http://schemas.openxmlformats.org/officeDocument/2006/relationships/tags" Target="../tags/tag1114.xml"/><Relationship Id="rId20" Type="http://schemas.openxmlformats.org/officeDocument/2006/relationships/tags" Target="../tags/tag1118.xml"/><Relationship Id="rId29" Type="http://schemas.openxmlformats.org/officeDocument/2006/relationships/tags" Target="../tags/tag1127.xml"/><Relationship Id="rId41" Type="http://schemas.microsoft.com/office/2018/10/relationships/comments" Target="../comments/modernComment_191_BB91CA1.xml"/><Relationship Id="rId1" Type="http://schemas.openxmlformats.org/officeDocument/2006/relationships/tags" Target="../tags/tag1099.xml"/><Relationship Id="rId6" Type="http://schemas.openxmlformats.org/officeDocument/2006/relationships/tags" Target="../tags/tag1104.xml"/><Relationship Id="rId11" Type="http://schemas.openxmlformats.org/officeDocument/2006/relationships/tags" Target="../tags/tag1109.xml"/><Relationship Id="rId24" Type="http://schemas.openxmlformats.org/officeDocument/2006/relationships/tags" Target="../tags/tag1122.xml"/><Relationship Id="rId32" Type="http://schemas.openxmlformats.org/officeDocument/2006/relationships/tags" Target="../tags/tag1130.xml"/><Relationship Id="rId37" Type="http://schemas.openxmlformats.org/officeDocument/2006/relationships/tags" Target="../tags/tag1135.xml"/><Relationship Id="rId40" Type="http://schemas.openxmlformats.org/officeDocument/2006/relationships/notesSlide" Target="../notesSlides/notesSlide58.xml"/><Relationship Id="rId5" Type="http://schemas.openxmlformats.org/officeDocument/2006/relationships/tags" Target="../tags/tag1103.xml"/><Relationship Id="rId15" Type="http://schemas.openxmlformats.org/officeDocument/2006/relationships/tags" Target="../tags/tag1113.xml"/><Relationship Id="rId23" Type="http://schemas.openxmlformats.org/officeDocument/2006/relationships/tags" Target="../tags/tag1121.xml"/><Relationship Id="rId28" Type="http://schemas.openxmlformats.org/officeDocument/2006/relationships/tags" Target="../tags/tag1126.xml"/><Relationship Id="rId36" Type="http://schemas.openxmlformats.org/officeDocument/2006/relationships/tags" Target="../tags/tag1134.xml"/><Relationship Id="rId10" Type="http://schemas.openxmlformats.org/officeDocument/2006/relationships/tags" Target="../tags/tag1108.xml"/><Relationship Id="rId19" Type="http://schemas.openxmlformats.org/officeDocument/2006/relationships/tags" Target="../tags/tag1117.xml"/><Relationship Id="rId31" Type="http://schemas.openxmlformats.org/officeDocument/2006/relationships/tags" Target="../tags/tag1129.xml"/><Relationship Id="rId4" Type="http://schemas.openxmlformats.org/officeDocument/2006/relationships/tags" Target="../tags/tag1102.xml"/><Relationship Id="rId9" Type="http://schemas.openxmlformats.org/officeDocument/2006/relationships/tags" Target="../tags/tag1107.xml"/><Relationship Id="rId14" Type="http://schemas.openxmlformats.org/officeDocument/2006/relationships/tags" Target="../tags/tag1112.xml"/><Relationship Id="rId22" Type="http://schemas.openxmlformats.org/officeDocument/2006/relationships/tags" Target="../tags/tag1120.xml"/><Relationship Id="rId27" Type="http://schemas.openxmlformats.org/officeDocument/2006/relationships/tags" Target="../tags/tag1125.xml"/><Relationship Id="rId30" Type="http://schemas.openxmlformats.org/officeDocument/2006/relationships/tags" Target="../tags/tag1128.xml"/><Relationship Id="rId35" Type="http://schemas.openxmlformats.org/officeDocument/2006/relationships/tags" Target="../tags/tag1133.xml"/><Relationship Id="rId8" Type="http://schemas.openxmlformats.org/officeDocument/2006/relationships/tags" Target="../tags/tag1106.xml"/><Relationship Id="rId3" Type="http://schemas.openxmlformats.org/officeDocument/2006/relationships/tags" Target="../tags/tag1101.xml"/><Relationship Id="rId12" Type="http://schemas.openxmlformats.org/officeDocument/2006/relationships/tags" Target="../tags/tag1110.xml"/><Relationship Id="rId17" Type="http://schemas.openxmlformats.org/officeDocument/2006/relationships/tags" Target="../tags/tag1115.xml"/><Relationship Id="rId25" Type="http://schemas.openxmlformats.org/officeDocument/2006/relationships/tags" Target="../tags/tag1123.xml"/><Relationship Id="rId33" Type="http://schemas.openxmlformats.org/officeDocument/2006/relationships/tags" Target="../tags/tag1131.xml"/><Relationship Id="rId38" Type="http://schemas.openxmlformats.org/officeDocument/2006/relationships/tags" Target="../tags/tag1136.xml"/></Relationships>
</file>

<file path=ppt/slides/_rels/slide92.xml.rels><?xml version="1.0" encoding="UTF-8" standalone="yes"?>
<Relationships xmlns="http://schemas.openxmlformats.org/package/2006/relationships"><Relationship Id="rId13" Type="http://schemas.openxmlformats.org/officeDocument/2006/relationships/tags" Target="../tags/tag1149.xml"/><Relationship Id="rId18" Type="http://schemas.openxmlformats.org/officeDocument/2006/relationships/tags" Target="../tags/tag1154.xml"/><Relationship Id="rId26" Type="http://schemas.openxmlformats.org/officeDocument/2006/relationships/tags" Target="../tags/tag1162.xml"/><Relationship Id="rId39" Type="http://schemas.openxmlformats.org/officeDocument/2006/relationships/tags" Target="../tags/tag1175.xml"/><Relationship Id="rId21" Type="http://schemas.openxmlformats.org/officeDocument/2006/relationships/tags" Target="../tags/tag1157.xml"/><Relationship Id="rId34" Type="http://schemas.openxmlformats.org/officeDocument/2006/relationships/tags" Target="../tags/tag1170.xml"/><Relationship Id="rId42" Type="http://schemas.microsoft.com/office/2018/10/relationships/comments" Target="../comments/modernComment_192_60E7F33B.xml"/><Relationship Id="rId7" Type="http://schemas.openxmlformats.org/officeDocument/2006/relationships/tags" Target="../tags/tag1143.xml"/><Relationship Id="rId2" Type="http://schemas.openxmlformats.org/officeDocument/2006/relationships/tags" Target="../tags/tag1138.xml"/><Relationship Id="rId16" Type="http://schemas.openxmlformats.org/officeDocument/2006/relationships/tags" Target="../tags/tag1152.xml"/><Relationship Id="rId20" Type="http://schemas.openxmlformats.org/officeDocument/2006/relationships/tags" Target="../tags/tag1156.xml"/><Relationship Id="rId29" Type="http://schemas.openxmlformats.org/officeDocument/2006/relationships/tags" Target="../tags/tag1165.xml"/><Relationship Id="rId41" Type="http://schemas.openxmlformats.org/officeDocument/2006/relationships/notesSlide" Target="../notesSlides/notesSlide59.xml"/><Relationship Id="rId1" Type="http://schemas.openxmlformats.org/officeDocument/2006/relationships/tags" Target="../tags/tag1137.xml"/><Relationship Id="rId6" Type="http://schemas.openxmlformats.org/officeDocument/2006/relationships/tags" Target="../tags/tag1142.xml"/><Relationship Id="rId11" Type="http://schemas.openxmlformats.org/officeDocument/2006/relationships/tags" Target="../tags/tag1147.xml"/><Relationship Id="rId24" Type="http://schemas.openxmlformats.org/officeDocument/2006/relationships/tags" Target="../tags/tag1160.xml"/><Relationship Id="rId32" Type="http://schemas.openxmlformats.org/officeDocument/2006/relationships/tags" Target="../tags/tag1168.xml"/><Relationship Id="rId37" Type="http://schemas.openxmlformats.org/officeDocument/2006/relationships/tags" Target="../tags/tag1173.xml"/><Relationship Id="rId40" Type="http://schemas.openxmlformats.org/officeDocument/2006/relationships/slideLayout" Target="../slideLayouts/slideLayout1.xml"/><Relationship Id="rId5" Type="http://schemas.openxmlformats.org/officeDocument/2006/relationships/tags" Target="../tags/tag1141.xml"/><Relationship Id="rId15" Type="http://schemas.openxmlformats.org/officeDocument/2006/relationships/tags" Target="../tags/tag1151.xml"/><Relationship Id="rId23" Type="http://schemas.openxmlformats.org/officeDocument/2006/relationships/tags" Target="../tags/tag1159.xml"/><Relationship Id="rId28" Type="http://schemas.openxmlformats.org/officeDocument/2006/relationships/tags" Target="../tags/tag1164.xml"/><Relationship Id="rId36" Type="http://schemas.openxmlformats.org/officeDocument/2006/relationships/tags" Target="../tags/tag1172.xml"/><Relationship Id="rId10" Type="http://schemas.openxmlformats.org/officeDocument/2006/relationships/tags" Target="../tags/tag1146.xml"/><Relationship Id="rId19" Type="http://schemas.openxmlformats.org/officeDocument/2006/relationships/tags" Target="../tags/tag1155.xml"/><Relationship Id="rId31" Type="http://schemas.openxmlformats.org/officeDocument/2006/relationships/tags" Target="../tags/tag1167.xml"/><Relationship Id="rId4" Type="http://schemas.openxmlformats.org/officeDocument/2006/relationships/tags" Target="../tags/tag1140.xml"/><Relationship Id="rId9" Type="http://schemas.openxmlformats.org/officeDocument/2006/relationships/tags" Target="../tags/tag1145.xml"/><Relationship Id="rId14" Type="http://schemas.openxmlformats.org/officeDocument/2006/relationships/tags" Target="../tags/tag1150.xml"/><Relationship Id="rId22" Type="http://schemas.openxmlformats.org/officeDocument/2006/relationships/tags" Target="../tags/tag1158.xml"/><Relationship Id="rId27" Type="http://schemas.openxmlformats.org/officeDocument/2006/relationships/tags" Target="../tags/tag1163.xml"/><Relationship Id="rId30" Type="http://schemas.openxmlformats.org/officeDocument/2006/relationships/tags" Target="../tags/tag1166.xml"/><Relationship Id="rId35" Type="http://schemas.openxmlformats.org/officeDocument/2006/relationships/tags" Target="../tags/tag1171.xml"/><Relationship Id="rId8" Type="http://schemas.openxmlformats.org/officeDocument/2006/relationships/tags" Target="../tags/tag1144.xml"/><Relationship Id="rId3" Type="http://schemas.openxmlformats.org/officeDocument/2006/relationships/tags" Target="../tags/tag1139.xml"/><Relationship Id="rId12" Type="http://schemas.openxmlformats.org/officeDocument/2006/relationships/tags" Target="../tags/tag1148.xml"/><Relationship Id="rId17" Type="http://schemas.openxmlformats.org/officeDocument/2006/relationships/tags" Target="../tags/tag1153.xml"/><Relationship Id="rId25" Type="http://schemas.openxmlformats.org/officeDocument/2006/relationships/tags" Target="../tags/tag1161.xml"/><Relationship Id="rId33" Type="http://schemas.openxmlformats.org/officeDocument/2006/relationships/tags" Target="../tags/tag1169.xml"/><Relationship Id="rId38" Type="http://schemas.openxmlformats.org/officeDocument/2006/relationships/tags" Target="../tags/tag1174.xml"/></Relationships>
</file>

<file path=ppt/slides/_rels/slide93.xml.rels><?xml version="1.0" encoding="UTF-8" standalone="yes"?>
<Relationships xmlns="http://schemas.openxmlformats.org/package/2006/relationships"><Relationship Id="rId8" Type="http://schemas.openxmlformats.org/officeDocument/2006/relationships/tags" Target="../tags/tag1183.xml"/><Relationship Id="rId13" Type="http://schemas.openxmlformats.org/officeDocument/2006/relationships/tags" Target="../tags/tag1188.xml"/><Relationship Id="rId18" Type="http://schemas.openxmlformats.org/officeDocument/2006/relationships/tags" Target="../tags/tag1193.xml"/><Relationship Id="rId3" Type="http://schemas.openxmlformats.org/officeDocument/2006/relationships/tags" Target="../tags/tag1178.xml"/><Relationship Id="rId21" Type="http://schemas.openxmlformats.org/officeDocument/2006/relationships/tags" Target="../tags/tag1196.xml"/><Relationship Id="rId7" Type="http://schemas.openxmlformats.org/officeDocument/2006/relationships/tags" Target="../tags/tag1182.xml"/><Relationship Id="rId12" Type="http://schemas.openxmlformats.org/officeDocument/2006/relationships/tags" Target="../tags/tag1187.xml"/><Relationship Id="rId17" Type="http://schemas.openxmlformats.org/officeDocument/2006/relationships/tags" Target="../tags/tag1192.xml"/><Relationship Id="rId25" Type="http://schemas.openxmlformats.org/officeDocument/2006/relationships/image" Target="../media/image7.png"/><Relationship Id="rId2" Type="http://schemas.openxmlformats.org/officeDocument/2006/relationships/tags" Target="../tags/tag1177.xml"/><Relationship Id="rId16" Type="http://schemas.openxmlformats.org/officeDocument/2006/relationships/tags" Target="../tags/tag1191.xml"/><Relationship Id="rId20" Type="http://schemas.openxmlformats.org/officeDocument/2006/relationships/tags" Target="../tags/tag1195.xml"/><Relationship Id="rId1" Type="http://schemas.openxmlformats.org/officeDocument/2006/relationships/tags" Target="../tags/tag1176.xml"/><Relationship Id="rId6" Type="http://schemas.openxmlformats.org/officeDocument/2006/relationships/tags" Target="../tags/tag1181.xml"/><Relationship Id="rId11" Type="http://schemas.openxmlformats.org/officeDocument/2006/relationships/tags" Target="../tags/tag1186.xml"/><Relationship Id="rId24" Type="http://schemas.microsoft.com/office/2018/10/relationships/comments" Target="../comments/modernComment_193_6CB89B25.xml"/><Relationship Id="rId5" Type="http://schemas.openxmlformats.org/officeDocument/2006/relationships/tags" Target="../tags/tag1180.xml"/><Relationship Id="rId15" Type="http://schemas.openxmlformats.org/officeDocument/2006/relationships/tags" Target="../tags/tag1190.xml"/><Relationship Id="rId23" Type="http://schemas.openxmlformats.org/officeDocument/2006/relationships/notesSlide" Target="../notesSlides/notesSlide60.xml"/><Relationship Id="rId10" Type="http://schemas.openxmlformats.org/officeDocument/2006/relationships/tags" Target="../tags/tag1185.xml"/><Relationship Id="rId19" Type="http://schemas.openxmlformats.org/officeDocument/2006/relationships/tags" Target="../tags/tag1194.xml"/><Relationship Id="rId4" Type="http://schemas.openxmlformats.org/officeDocument/2006/relationships/tags" Target="../tags/tag1179.xml"/><Relationship Id="rId9" Type="http://schemas.openxmlformats.org/officeDocument/2006/relationships/tags" Target="../tags/tag1184.xml"/><Relationship Id="rId14" Type="http://schemas.openxmlformats.org/officeDocument/2006/relationships/tags" Target="../tags/tag1189.xml"/><Relationship Id="rId22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8" Type="http://schemas.openxmlformats.org/officeDocument/2006/relationships/tags" Target="../tags/tag1204.xml"/><Relationship Id="rId13" Type="http://schemas.openxmlformats.org/officeDocument/2006/relationships/tags" Target="../tags/tag1209.xml"/><Relationship Id="rId18" Type="http://schemas.openxmlformats.org/officeDocument/2006/relationships/tags" Target="../tags/tag1214.xml"/><Relationship Id="rId3" Type="http://schemas.openxmlformats.org/officeDocument/2006/relationships/tags" Target="../tags/tag1199.xml"/><Relationship Id="rId21" Type="http://schemas.openxmlformats.org/officeDocument/2006/relationships/tags" Target="../tags/tag1217.xml"/><Relationship Id="rId7" Type="http://schemas.openxmlformats.org/officeDocument/2006/relationships/tags" Target="../tags/tag1203.xml"/><Relationship Id="rId12" Type="http://schemas.openxmlformats.org/officeDocument/2006/relationships/tags" Target="../tags/tag1208.xml"/><Relationship Id="rId17" Type="http://schemas.openxmlformats.org/officeDocument/2006/relationships/tags" Target="../tags/tag1213.xml"/><Relationship Id="rId25" Type="http://schemas.openxmlformats.org/officeDocument/2006/relationships/image" Target="../media/image7.png"/><Relationship Id="rId2" Type="http://schemas.openxmlformats.org/officeDocument/2006/relationships/tags" Target="../tags/tag1198.xml"/><Relationship Id="rId16" Type="http://schemas.openxmlformats.org/officeDocument/2006/relationships/tags" Target="../tags/tag1212.xml"/><Relationship Id="rId20" Type="http://schemas.openxmlformats.org/officeDocument/2006/relationships/tags" Target="../tags/tag1216.xml"/><Relationship Id="rId1" Type="http://schemas.openxmlformats.org/officeDocument/2006/relationships/tags" Target="../tags/tag1197.xml"/><Relationship Id="rId6" Type="http://schemas.openxmlformats.org/officeDocument/2006/relationships/tags" Target="../tags/tag1202.xml"/><Relationship Id="rId11" Type="http://schemas.openxmlformats.org/officeDocument/2006/relationships/tags" Target="../tags/tag1207.xml"/><Relationship Id="rId24" Type="http://schemas.microsoft.com/office/2018/10/relationships/comments" Target="../comments/modernComment_194_636F4094.xml"/><Relationship Id="rId5" Type="http://schemas.openxmlformats.org/officeDocument/2006/relationships/tags" Target="../tags/tag1201.xml"/><Relationship Id="rId15" Type="http://schemas.openxmlformats.org/officeDocument/2006/relationships/tags" Target="../tags/tag1211.xml"/><Relationship Id="rId23" Type="http://schemas.openxmlformats.org/officeDocument/2006/relationships/notesSlide" Target="../notesSlides/notesSlide61.xml"/><Relationship Id="rId10" Type="http://schemas.openxmlformats.org/officeDocument/2006/relationships/tags" Target="../tags/tag1206.xml"/><Relationship Id="rId19" Type="http://schemas.openxmlformats.org/officeDocument/2006/relationships/tags" Target="../tags/tag1215.xml"/><Relationship Id="rId4" Type="http://schemas.openxmlformats.org/officeDocument/2006/relationships/tags" Target="../tags/tag1200.xml"/><Relationship Id="rId9" Type="http://schemas.openxmlformats.org/officeDocument/2006/relationships/tags" Target="../tags/tag1205.xml"/><Relationship Id="rId14" Type="http://schemas.openxmlformats.org/officeDocument/2006/relationships/tags" Target="../tags/tag1210.xml"/><Relationship Id="rId22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8" Type="http://schemas.openxmlformats.org/officeDocument/2006/relationships/tags" Target="../tags/tag1225.xml"/><Relationship Id="rId13" Type="http://schemas.openxmlformats.org/officeDocument/2006/relationships/tags" Target="../tags/tag1230.xml"/><Relationship Id="rId18" Type="http://schemas.openxmlformats.org/officeDocument/2006/relationships/tags" Target="../tags/tag1235.xml"/><Relationship Id="rId3" Type="http://schemas.openxmlformats.org/officeDocument/2006/relationships/tags" Target="../tags/tag1220.xml"/><Relationship Id="rId21" Type="http://schemas.openxmlformats.org/officeDocument/2006/relationships/tags" Target="../tags/tag1238.xml"/><Relationship Id="rId7" Type="http://schemas.openxmlformats.org/officeDocument/2006/relationships/tags" Target="../tags/tag1224.xml"/><Relationship Id="rId12" Type="http://schemas.openxmlformats.org/officeDocument/2006/relationships/tags" Target="../tags/tag1229.xml"/><Relationship Id="rId17" Type="http://schemas.openxmlformats.org/officeDocument/2006/relationships/tags" Target="../tags/tag1234.xml"/><Relationship Id="rId25" Type="http://schemas.openxmlformats.org/officeDocument/2006/relationships/image" Target="../media/image7.png"/><Relationship Id="rId2" Type="http://schemas.openxmlformats.org/officeDocument/2006/relationships/tags" Target="../tags/tag1219.xml"/><Relationship Id="rId16" Type="http://schemas.openxmlformats.org/officeDocument/2006/relationships/tags" Target="../tags/tag1233.xml"/><Relationship Id="rId20" Type="http://schemas.openxmlformats.org/officeDocument/2006/relationships/tags" Target="../tags/tag1237.xml"/><Relationship Id="rId1" Type="http://schemas.openxmlformats.org/officeDocument/2006/relationships/tags" Target="../tags/tag1218.xml"/><Relationship Id="rId6" Type="http://schemas.openxmlformats.org/officeDocument/2006/relationships/tags" Target="../tags/tag1223.xml"/><Relationship Id="rId11" Type="http://schemas.openxmlformats.org/officeDocument/2006/relationships/tags" Target="../tags/tag1228.xml"/><Relationship Id="rId24" Type="http://schemas.microsoft.com/office/2018/10/relationships/comments" Target="../comments/modernComment_195_3CC56E2B.xml"/><Relationship Id="rId5" Type="http://schemas.openxmlformats.org/officeDocument/2006/relationships/tags" Target="../tags/tag1222.xml"/><Relationship Id="rId15" Type="http://schemas.openxmlformats.org/officeDocument/2006/relationships/tags" Target="../tags/tag1232.xml"/><Relationship Id="rId23" Type="http://schemas.openxmlformats.org/officeDocument/2006/relationships/notesSlide" Target="../notesSlides/notesSlide62.xml"/><Relationship Id="rId10" Type="http://schemas.openxmlformats.org/officeDocument/2006/relationships/tags" Target="../tags/tag1227.xml"/><Relationship Id="rId19" Type="http://schemas.openxmlformats.org/officeDocument/2006/relationships/tags" Target="../tags/tag1236.xml"/><Relationship Id="rId4" Type="http://schemas.openxmlformats.org/officeDocument/2006/relationships/tags" Target="../tags/tag1221.xml"/><Relationship Id="rId9" Type="http://schemas.openxmlformats.org/officeDocument/2006/relationships/tags" Target="../tags/tag1226.xml"/><Relationship Id="rId14" Type="http://schemas.openxmlformats.org/officeDocument/2006/relationships/tags" Target="../tags/tag1231.xml"/><Relationship Id="rId22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tags" Target="../tags/tag1246.xml"/><Relationship Id="rId13" Type="http://schemas.openxmlformats.org/officeDocument/2006/relationships/tags" Target="../tags/tag1251.xml"/><Relationship Id="rId18" Type="http://schemas.openxmlformats.org/officeDocument/2006/relationships/tags" Target="../tags/tag1256.xml"/><Relationship Id="rId3" Type="http://schemas.openxmlformats.org/officeDocument/2006/relationships/tags" Target="../tags/tag1241.xml"/><Relationship Id="rId21" Type="http://schemas.openxmlformats.org/officeDocument/2006/relationships/tags" Target="../tags/tag1259.xml"/><Relationship Id="rId7" Type="http://schemas.openxmlformats.org/officeDocument/2006/relationships/tags" Target="../tags/tag1245.xml"/><Relationship Id="rId12" Type="http://schemas.openxmlformats.org/officeDocument/2006/relationships/tags" Target="../tags/tag1250.xml"/><Relationship Id="rId17" Type="http://schemas.openxmlformats.org/officeDocument/2006/relationships/tags" Target="../tags/tag1255.xml"/><Relationship Id="rId25" Type="http://schemas.openxmlformats.org/officeDocument/2006/relationships/image" Target="../media/image7.png"/><Relationship Id="rId2" Type="http://schemas.openxmlformats.org/officeDocument/2006/relationships/tags" Target="../tags/tag1240.xml"/><Relationship Id="rId16" Type="http://schemas.openxmlformats.org/officeDocument/2006/relationships/tags" Target="../tags/tag1254.xml"/><Relationship Id="rId20" Type="http://schemas.openxmlformats.org/officeDocument/2006/relationships/tags" Target="../tags/tag1258.xml"/><Relationship Id="rId1" Type="http://schemas.openxmlformats.org/officeDocument/2006/relationships/tags" Target="../tags/tag1239.xml"/><Relationship Id="rId6" Type="http://schemas.openxmlformats.org/officeDocument/2006/relationships/tags" Target="../tags/tag1244.xml"/><Relationship Id="rId11" Type="http://schemas.openxmlformats.org/officeDocument/2006/relationships/tags" Target="../tags/tag1249.xml"/><Relationship Id="rId24" Type="http://schemas.microsoft.com/office/2018/10/relationships/comments" Target="../comments/modernComment_196_1B3F38E8.xml"/><Relationship Id="rId5" Type="http://schemas.openxmlformats.org/officeDocument/2006/relationships/tags" Target="../tags/tag1243.xml"/><Relationship Id="rId15" Type="http://schemas.openxmlformats.org/officeDocument/2006/relationships/tags" Target="../tags/tag1253.xml"/><Relationship Id="rId23" Type="http://schemas.openxmlformats.org/officeDocument/2006/relationships/notesSlide" Target="../notesSlides/notesSlide63.xml"/><Relationship Id="rId10" Type="http://schemas.openxmlformats.org/officeDocument/2006/relationships/tags" Target="../tags/tag1248.xml"/><Relationship Id="rId19" Type="http://schemas.openxmlformats.org/officeDocument/2006/relationships/tags" Target="../tags/tag1257.xml"/><Relationship Id="rId4" Type="http://schemas.openxmlformats.org/officeDocument/2006/relationships/tags" Target="../tags/tag1242.xml"/><Relationship Id="rId9" Type="http://schemas.openxmlformats.org/officeDocument/2006/relationships/tags" Target="../tags/tag1247.xml"/><Relationship Id="rId14" Type="http://schemas.openxmlformats.org/officeDocument/2006/relationships/tags" Target="../tags/tag1252.xml"/><Relationship Id="rId22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8" Type="http://schemas.openxmlformats.org/officeDocument/2006/relationships/tags" Target="../tags/tag1267.xml"/><Relationship Id="rId13" Type="http://schemas.openxmlformats.org/officeDocument/2006/relationships/tags" Target="../tags/tag1272.xml"/><Relationship Id="rId18" Type="http://schemas.openxmlformats.org/officeDocument/2006/relationships/tags" Target="../tags/tag1277.xml"/><Relationship Id="rId3" Type="http://schemas.openxmlformats.org/officeDocument/2006/relationships/tags" Target="../tags/tag1262.xml"/><Relationship Id="rId21" Type="http://schemas.openxmlformats.org/officeDocument/2006/relationships/tags" Target="../tags/tag1280.xml"/><Relationship Id="rId7" Type="http://schemas.openxmlformats.org/officeDocument/2006/relationships/tags" Target="../tags/tag1266.xml"/><Relationship Id="rId12" Type="http://schemas.openxmlformats.org/officeDocument/2006/relationships/tags" Target="../tags/tag1271.xml"/><Relationship Id="rId17" Type="http://schemas.openxmlformats.org/officeDocument/2006/relationships/tags" Target="../tags/tag1276.xml"/><Relationship Id="rId25" Type="http://schemas.openxmlformats.org/officeDocument/2006/relationships/image" Target="../media/image7.png"/><Relationship Id="rId2" Type="http://schemas.openxmlformats.org/officeDocument/2006/relationships/tags" Target="../tags/tag1261.xml"/><Relationship Id="rId16" Type="http://schemas.openxmlformats.org/officeDocument/2006/relationships/tags" Target="../tags/tag1275.xml"/><Relationship Id="rId20" Type="http://schemas.openxmlformats.org/officeDocument/2006/relationships/tags" Target="../tags/tag1279.xml"/><Relationship Id="rId1" Type="http://schemas.openxmlformats.org/officeDocument/2006/relationships/tags" Target="../tags/tag1260.xml"/><Relationship Id="rId6" Type="http://schemas.openxmlformats.org/officeDocument/2006/relationships/tags" Target="../tags/tag1265.xml"/><Relationship Id="rId11" Type="http://schemas.openxmlformats.org/officeDocument/2006/relationships/tags" Target="../tags/tag1270.xml"/><Relationship Id="rId24" Type="http://schemas.microsoft.com/office/2018/10/relationships/comments" Target="../comments/modernComment_197_87B204BE.xml"/><Relationship Id="rId5" Type="http://schemas.openxmlformats.org/officeDocument/2006/relationships/tags" Target="../tags/tag1264.xml"/><Relationship Id="rId15" Type="http://schemas.openxmlformats.org/officeDocument/2006/relationships/tags" Target="../tags/tag1274.xml"/><Relationship Id="rId23" Type="http://schemas.openxmlformats.org/officeDocument/2006/relationships/notesSlide" Target="../notesSlides/notesSlide64.xml"/><Relationship Id="rId10" Type="http://schemas.openxmlformats.org/officeDocument/2006/relationships/tags" Target="../tags/tag1269.xml"/><Relationship Id="rId19" Type="http://schemas.openxmlformats.org/officeDocument/2006/relationships/tags" Target="../tags/tag1278.xml"/><Relationship Id="rId4" Type="http://schemas.openxmlformats.org/officeDocument/2006/relationships/tags" Target="../tags/tag1263.xml"/><Relationship Id="rId9" Type="http://schemas.openxmlformats.org/officeDocument/2006/relationships/tags" Target="../tags/tag1268.xml"/><Relationship Id="rId14" Type="http://schemas.openxmlformats.org/officeDocument/2006/relationships/tags" Target="../tags/tag1273.xml"/><Relationship Id="rId22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8" Type="http://schemas.openxmlformats.org/officeDocument/2006/relationships/tags" Target="../tags/tag1288.xml"/><Relationship Id="rId13" Type="http://schemas.openxmlformats.org/officeDocument/2006/relationships/tags" Target="../tags/tag1293.xml"/><Relationship Id="rId18" Type="http://schemas.openxmlformats.org/officeDocument/2006/relationships/tags" Target="../tags/tag1298.xml"/><Relationship Id="rId26" Type="http://schemas.openxmlformats.org/officeDocument/2006/relationships/image" Target="../media/image7.png"/><Relationship Id="rId3" Type="http://schemas.openxmlformats.org/officeDocument/2006/relationships/tags" Target="../tags/tag1283.xml"/><Relationship Id="rId21" Type="http://schemas.openxmlformats.org/officeDocument/2006/relationships/tags" Target="../tags/tag1301.xml"/><Relationship Id="rId7" Type="http://schemas.openxmlformats.org/officeDocument/2006/relationships/tags" Target="../tags/tag1287.xml"/><Relationship Id="rId12" Type="http://schemas.openxmlformats.org/officeDocument/2006/relationships/tags" Target="../tags/tag1292.xml"/><Relationship Id="rId17" Type="http://schemas.openxmlformats.org/officeDocument/2006/relationships/tags" Target="../tags/tag1297.xml"/><Relationship Id="rId25" Type="http://schemas.microsoft.com/office/2018/10/relationships/comments" Target="../comments/modernComment_198_7E70E89A.xml"/><Relationship Id="rId2" Type="http://schemas.openxmlformats.org/officeDocument/2006/relationships/tags" Target="../tags/tag1282.xml"/><Relationship Id="rId16" Type="http://schemas.openxmlformats.org/officeDocument/2006/relationships/tags" Target="../tags/tag1296.xml"/><Relationship Id="rId20" Type="http://schemas.openxmlformats.org/officeDocument/2006/relationships/tags" Target="../tags/tag1300.xml"/><Relationship Id="rId1" Type="http://schemas.openxmlformats.org/officeDocument/2006/relationships/tags" Target="../tags/tag1281.xml"/><Relationship Id="rId6" Type="http://schemas.openxmlformats.org/officeDocument/2006/relationships/tags" Target="../tags/tag1286.xml"/><Relationship Id="rId11" Type="http://schemas.openxmlformats.org/officeDocument/2006/relationships/tags" Target="../tags/tag1291.xml"/><Relationship Id="rId24" Type="http://schemas.openxmlformats.org/officeDocument/2006/relationships/notesSlide" Target="../notesSlides/notesSlide65.xml"/><Relationship Id="rId5" Type="http://schemas.openxmlformats.org/officeDocument/2006/relationships/tags" Target="../tags/tag1285.xml"/><Relationship Id="rId15" Type="http://schemas.openxmlformats.org/officeDocument/2006/relationships/tags" Target="../tags/tag1295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1290.xml"/><Relationship Id="rId19" Type="http://schemas.openxmlformats.org/officeDocument/2006/relationships/tags" Target="../tags/tag1299.xml"/><Relationship Id="rId4" Type="http://schemas.openxmlformats.org/officeDocument/2006/relationships/tags" Target="../tags/tag1284.xml"/><Relationship Id="rId9" Type="http://schemas.openxmlformats.org/officeDocument/2006/relationships/tags" Target="../tags/tag1289.xml"/><Relationship Id="rId14" Type="http://schemas.openxmlformats.org/officeDocument/2006/relationships/tags" Target="../tags/tag1294.xml"/><Relationship Id="rId22" Type="http://schemas.openxmlformats.org/officeDocument/2006/relationships/tags" Target="../tags/tag1302.xml"/><Relationship Id="rId27" Type="http://schemas.openxmlformats.org/officeDocument/2006/relationships/image" Target="../media/image8.png"/></Relationships>
</file>

<file path=ppt/slides/_rels/slide99.xml.rels><?xml version="1.0" encoding="UTF-8" standalone="yes"?>
<Relationships xmlns="http://schemas.openxmlformats.org/package/2006/relationships"><Relationship Id="rId8" Type="http://schemas.openxmlformats.org/officeDocument/2006/relationships/tags" Target="../tags/tag1310.xml"/><Relationship Id="rId13" Type="http://schemas.openxmlformats.org/officeDocument/2006/relationships/tags" Target="../tags/tag1315.xml"/><Relationship Id="rId18" Type="http://schemas.openxmlformats.org/officeDocument/2006/relationships/tags" Target="../tags/tag1320.xml"/><Relationship Id="rId26" Type="http://schemas.microsoft.com/office/2018/10/relationships/comments" Target="../comments/modernComment_199_7DE61954.xml"/><Relationship Id="rId3" Type="http://schemas.openxmlformats.org/officeDocument/2006/relationships/tags" Target="../tags/tag1305.xml"/><Relationship Id="rId21" Type="http://schemas.openxmlformats.org/officeDocument/2006/relationships/tags" Target="../tags/tag1323.xml"/><Relationship Id="rId7" Type="http://schemas.openxmlformats.org/officeDocument/2006/relationships/tags" Target="../tags/tag1309.xml"/><Relationship Id="rId12" Type="http://schemas.openxmlformats.org/officeDocument/2006/relationships/tags" Target="../tags/tag1314.xml"/><Relationship Id="rId17" Type="http://schemas.openxmlformats.org/officeDocument/2006/relationships/tags" Target="../tags/tag1319.xml"/><Relationship Id="rId25" Type="http://schemas.openxmlformats.org/officeDocument/2006/relationships/notesSlide" Target="../notesSlides/notesSlide66.xml"/><Relationship Id="rId2" Type="http://schemas.openxmlformats.org/officeDocument/2006/relationships/tags" Target="../tags/tag1304.xml"/><Relationship Id="rId16" Type="http://schemas.openxmlformats.org/officeDocument/2006/relationships/tags" Target="../tags/tag1318.xml"/><Relationship Id="rId20" Type="http://schemas.openxmlformats.org/officeDocument/2006/relationships/tags" Target="../tags/tag1322.xml"/><Relationship Id="rId1" Type="http://schemas.openxmlformats.org/officeDocument/2006/relationships/tags" Target="../tags/tag1303.xml"/><Relationship Id="rId6" Type="http://schemas.openxmlformats.org/officeDocument/2006/relationships/tags" Target="../tags/tag1308.xml"/><Relationship Id="rId11" Type="http://schemas.openxmlformats.org/officeDocument/2006/relationships/tags" Target="../tags/tag1313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1307.xml"/><Relationship Id="rId15" Type="http://schemas.openxmlformats.org/officeDocument/2006/relationships/tags" Target="../tags/tag1317.xml"/><Relationship Id="rId23" Type="http://schemas.openxmlformats.org/officeDocument/2006/relationships/tags" Target="../tags/tag1325.xml"/><Relationship Id="rId28" Type="http://schemas.openxmlformats.org/officeDocument/2006/relationships/image" Target="../media/image8.png"/><Relationship Id="rId10" Type="http://schemas.openxmlformats.org/officeDocument/2006/relationships/tags" Target="../tags/tag1312.xml"/><Relationship Id="rId19" Type="http://schemas.openxmlformats.org/officeDocument/2006/relationships/tags" Target="../tags/tag1321.xml"/><Relationship Id="rId4" Type="http://schemas.openxmlformats.org/officeDocument/2006/relationships/tags" Target="../tags/tag1306.xml"/><Relationship Id="rId9" Type="http://schemas.openxmlformats.org/officeDocument/2006/relationships/tags" Target="../tags/tag1311.xml"/><Relationship Id="rId14" Type="http://schemas.openxmlformats.org/officeDocument/2006/relationships/tags" Target="../tags/tag1316.xml"/><Relationship Id="rId22" Type="http://schemas.openxmlformats.org/officeDocument/2006/relationships/tags" Target="../tags/tag1324.xml"/><Relationship Id="rId27" Type="http://schemas.openxmlformats.org/officeDocument/2006/relationships/image" Target="../media/image7.png"/></Relationships>
</file>

<file path=ppt/slides/_rels/slide100.xml.rels><?xml version="1.0" encoding="UTF-8" standalone="yes"?>
<Relationships xmlns="http://schemas.openxmlformats.org/package/2006/relationships"><Relationship Id="rId8" Type="http://schemas.openxmlformats.org/officeDocument/2006/relationships/tags" Target="../tags/tag1333.xml"/><Relationship Id="rId13" Type="http://schemas.openxmlformats.org/officeDocument/2006/relationships/tags" Target="../tags/tag1338.xml"/><Relationship Id="rId18" Type="http://schemas.openxmlformats.org/officeDocument/2006/relationships/tags" Target="../tags/tag1343.xml"/><Relationship Id="rId26" Type="http://schemas.openxmlformats.org/officeDocument/2006/relationships/notesSlide" Target="../notesSlides/notesSlide67.xml"/><Relationship Id="rId3" Type="http://schemas.openxmlformats.org/officeDocument/2006/relationships/tags" Target="../tags/tag1328.xml"/><Relationship Id="rId21" Type="http://schemas.openxmlformats.org/officeDocument/2006/relationships/tags" Target="../tags/tag1346.xml"/><Relationship Id="rId7" Type="http://schemas.openxmlformats.org/officeDocument/2006/relationships/tags" Target="../tags/tag1332.xml"/><Relationship Id="rId12" Type="http://schemas.openxmlformats.org/officeDocument/2006/relationships/tags" Target="../tags/tag1337.xml"/><Relationship Id="rId17" Type="http://schemas.openxmlformats.org/officeDocument/2006/relationships/tags" Target="../tags/tag1342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1327.xml"/><Relationship Id="rId16" Type="http://schemas.openxmlformats.org/officeDocument/2006/relationships/tags" Target="../tags/tag1341.xml"/><Relationship Id="rId20" Type="http://schemas.openxmlformats.org/officeDocument/2006/relationships/tags" Target="../tags/tag1345.xml"/><Relationship Id="rId29" Type="http://schemas.openxmlformats.org/officeDocument/2006/relationships/image" Target="../media/image8.png"/><Relationship Id="rId1" Type="http://schemas.openxmlformats.org/officeDocument/2006/relationships/tags" Target="../tags/tag1326.xml"/><Relationship Id="rId6" Type="http://schemas.openxmlformats.org/officeDocument/2006/relationships/tags" Target="../tags/tag1331.xml"/><Relationship Id="rId11" Type="http://schemas.openxmlformats.org/officeDocument/2006/relationships/tags" Target="../tags/tag1336.xml"/><Relationship Id="rId24" Type="http://schemas.openxmlformats.org/officeDocument/2006/relationships/tags" Target="../tags/tag1349.xml"/><Relationship Id="rId5" Type="http://schemas.openxmlformats.org/officeDocument/2006/relationships/tags" Target="../tags/tag1330.xml"/><Relationship Id="rId15" Type="http://schemas.openxmlformats.org/officeDocument/2006/relationships/tags" Target="../tags/tag1340.xml"/><Relationship Id="rId23" Type="http://schemas.openxmlformats.org/officeDocument/2006/relationships/tags" Target="../tags/tag1348.xml"/><Relationship Id="rId28" Type="http://schemas.openxmlformats.org/officeDocument/2006/relationships/image" Target="../media/image7.png"/><Relationship Id="rId10" Type="http://schemas.openxmlformats.org/officeDocument/2006/relationships/tags" Target="../tags/tag1335.xml"/><Relationship Id="rId19" Type="http://schemas.openxmlformats.org/officeDocument/2006/relationships/tags" Target="../tags/tag1344.xml"/><Relationship Id="rId4" Type="http://schemas.openxmlformats.org/officeDocument/2006/relationships/tags" Target="../tags/tag1329.xml"/><Relationship Id="rId9" Type="http://schemas.openxmlformats.org/officeDocument/2006/relationships/tags" Target="../tags/tag1334.xml"/><Relationship Id="rId14" Type="http://schemas.openxmlformats.org/officeDocument/2006/relationships/tags" Target="../tags/tag1339.xml"/><Relationship Id="rId22" Type="http://schemas.openxmlformats.org/officeDocument/2006/relationships/tags" Target="../tags/tag1347.xml"/><Relationship Id="rId27" Type="http://schemas.microsoft.com/office/2018/10/relationships/comments" Target="../comments/modernComment_19A_64281031.xml"/><Relationship Id="rId30" Type="http://schemas.openxmlformats.org/officeDocument/2006/relationships/image" Target="../media/image9.png"/></Relationships>
</file>

<file path=ppt/slides/_rels/slide101.xml.rels><?xml version="1.0" encoding="UTF-8" standalone="yes"?>
<Relationships xmlns="http://schemas.openxmlformats.org/package/2006/relationships"><Relationship Id="rId8" Type="http://schemas.openxmlformats.org/officeDocument/2006/relationships/tags" Target="../tags/tag1357.xml"/><Relationship Id="rId13" Type="http://schemas.openxmlformats.org/officeDocument/2006/relationships/tags" Target="../tags/tag1362.xml"/><Relationship Id="rId18" Type="http://schemas.openxmlformats.org/officeDocument/2006/relationships/tags" Target="../tags/tag1367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1352.xml"/><Relationship Id="rId21" Type="http://schemas.openxmlformats.org/officeDocument/2006/relationships/tags" Target="../tags/tag1370.xml"/><Relationship Id="rId7" Type="http://schemas.openxmlformats.org/officeDocument/2006/relationships/tags" Target="../tags/tag1356.xml"/><Relationship Id="rId12" Type="http://schemas.openxmlformats.org/officeDocument/2006/relationships/tags" Target="../tags/tag1361.xml"/><Relationship Id="rId17" Type="http://schemas.openxmlformats.org/officeDocument/2006/relationships/tags" Target="../tags/tag1366.xml"/><Relationship Id="rId25" Type="http://schemas.openxmlformats.org/officeDocument/2006/relationships/tags" Target="../tags/tag1374.xml"/><Relationship Id="rId2" Type="http://schemas.openxmlformats.org/officeDocument/2006/relationships/tags" Target="../tags/tag1351.xml"/><Relationship Id="rId16" Type="http://schemas.openxmlformats.org/officeDocument/2006/relationships/tags" Target="../tags/tag1365.xml"/><Relationship Id="rId20" Type="http://schemas.openxmlformats.org/officeDocument/2006/relationships/tags" Target="../tags/tag1369.xml"/><Relationship Id="rId29" Type="http://schemas.openxmlformats.org/officeDocument/2006/relationships/image" Target="../media/image7.png"/><Relationship Id="rId1" Type="http://schemas.openxmlformats.org/officeDocument/2006/relationships/tags" Target="../tags/tag1350.xml"/><Relationship Id="rId6" Type="http://schemas.openxmlformats.org/officeDocument/2006/relationships/tags" Target="../tags/tag1355.xml"/><Relationship Id="rId11" Type="http://schemas.openxmlformats.org/officeDocument/2006/relationships/tags" Target="../tags/tag1360.xml"/><Relationship Id="rId24" Type="http://schemas.openxmlformats.org/officeDocument/2006/relationships/tags" Target="../tags/tag1373.xml"/><Relationship Id="rId5" Type="http://schemas.openxmlformats.org/officeDocument/2006/relationships/tags" Target="../tags/tag1354.xml"/><Relationship Id="rId15" Type="http://schemas.openxmlformats.org/officeDocument/2006/relationships/tags" Target="../tags/tag1364.xml"/><Relationship Id="rId23" Type="http://schemas.openxmlformats.org/officeDocument/2006/relationships/tags" Target="../tags/tag1372.xml"/><Relationship Id="rId28" Type="http://schemas.microsoft.com/office/2018/10/relationships/comments" Target="../comments/modernComment_19B_82C7A8E1.xml"/><Relationship Id="rId10" Type="http://schemas.openxmlformats.org/officeDocument/2006/relationships/tags" Target="../tags/tag1359.xml"/><Relationship Id="rId19" Type="http://schemas.openxmlformats.org/officeDocument/2006/relationships/tags" Target="../tags/tag1368.xml"/><Relationship Id="rId31" Type="http://schemas.openxmlformats.org/officeDocument/2006/relationships/image" Target="../media/image9.png"/><Relationship Id="rId4" Type="http://schemas.openxmlformats.org/officeDocument/2006/relationships/tags" Target="../tags/tag1353.xml"/><Relationship Id="rId9" Type="http://schemas.openxmlformats.org/officeDocument/2006/relationships/tags" Target="../tags/tag1358.xml"/><Relationship Id="rId14" Type="http://schemas.openxmlformats.org/officeDocument/2006/relationships/tags" Target="../tags/tag1363.xml"/><Relationship Id="rId22" Type="http://schemas.openxmlformats.org/officeDocument/2006/relationships/tags" Target="../tags/tag1371.xml"/><Relationship Id="rId27" Type="http://schemas.openxmlformats.org/officeDocument/2006/relationships/notesSlide" Target="../notesSlides/notesSlide68.xml"/><Relationship Id="rId30" Type="http://schemas.openxmlformats.org/officeDocument/2006/relationships/image" Target="../media/image8.png"/></Relationships>
</file>

<file path=ppt/slides/_rels/slide10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9.xml"/><Relationship Id="rId7" Type="http://schemas.openxmlformats.org/officeDocument/2006/relationships/image" Target="../media/image10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75.xml"/><Relationship Id="rId6" Type="http://schemas.openxmlformats.org/officeDocument/2006/relationships/image" Target="../media/image9.png"/><Relationship Id="rId5" Type="http://schemas.openxmlformats.org/officeDocument/2006/relationships/image" Target="../media/image7.png"/><Relationship Id="rId4" Type="http://schemas.microsoft.com/office/2018/10/relationships/comments" Target="../comments/modernComment_111_A72B7C8A.xml"/></Relationships>
</file>

<file path=ppt/slides/_rels/slide103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9C_3FC8DA94.xml"/><Relationship Id="rId3" Type="http://schemas.openxmlformats.org/officeDocument/2006/relationships/tags" Target="../tags/tag1378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377.xml"/><Relationship Id="rId1" Type="http://schemas.openxmlformats.org/officeDocument/2006/relationships/tags" Target="../tags/tag1376.xml"/><Relationship Id="rId6" Type="http://schemas.openxmlformats.org/officeDocument/2006/relationships/tags" Target="../tags/tag1381.xml"/><Relationship Id="rId5" Type="http://schemas.openxmlformats.org/officeDocument/2006/relationships/tags" Target="../tags/tag1380.xml"/><Relationship Id="rId4" Type="http://schemas.openxmlformats.org/officeDocument/2006/relationships/tags" Target="../tags/tag1379.xml"/><Relationship Id="rId9" Type="http://schemas.openxmlformats.org/officeDocument/2006/relationships/image" Target="../media/image8.png"/></Relationships>
</file>

<file path=ppt/slides/_rels/slide104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9D_1982334D.xml"/><Relationship Id="rId3" Type="http://schemas.openxmlformats.org/officeDocument/2006/relationships/tags" Target="../tags/tag1384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383.xml"/><Relationship Id="rId1" Type="http://schemas.openxmlformats.org/officeDocument/2006/relationships/tags" Target="../tags/tag1382.xml"/><Relationship Id="rId6" Type="http://schemas.openxmlformats.org/officeDocument/2006/relationships/tags" Target="../tags/tag1387.xml"/><Relationship Id="rId5" Type="http://schemas.openxmlformats.org/officeDocument/2006/relationships/tags" Target="../tags/tag1386.xml"/><Relationship Id="rId4" Type="http://schemas.openxmlformats.org/officeDocument/2006/relationships/tags" Target="../tags/tag1385.xml"/><Relationship Id="rId9" Type="http://schemas.openxmlformats.org/officeDocument/2006/relationships/image" Target="../media/image8.png"/></Relationships>
</file>

<file path=ppt/slides/_rels/slide105.xml.rels><?xml version="1.0" encoding="UTF-8" standalone="yes"?>
<Relationships xmlns="http://schemas.openxmlformats.org/package/2006/relationships"><Relationship Id="rId8" Type="http://schemas.microsoft.com/office/2018/10/relationships/comments" Target="../comments/modernComment_19E_DDD3FC3.xml"/><Relationship Id="rId3" Type="http://schemas.openxmlformats.org/officeDocument/2006/relationships/tags" Target="../tags/tag139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389.xml"/><Relationship Id="rId1" Type="http://schemas.openxmlformats.org/officeDocument/2006/relationships/tags" Target="../tags/tag1388.xml"/><Relationship Id="rId6" Type="http://schemas.openxmlformats.org/officeDocument/2006/relationships/tags" Target="../tags/tag1393.xml"/><Relationship Id="rId5" Type="http://schemas.openxmlformats.org/officeDocument/2006/relationships/tags" Target="../tags/tag1392.xml"/><Relationship Id="rId4" Type="http://schemas.openxmlformats.org/officeDocument/2006/relationships/tags" Target="../tags/tag1391.xml"/><Relationship Id="rId9" Type="http://schemas.openxmlformats.org/officeDocument/2006/relationships/image" Target="../media/image8.png"/></Relationships>
</file>

<file path=ppt/slides/_rels/slide10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396.xml"/><Relationship Id="rId7" Type="http://schemas.openxmlformats.org/officeDocument/2006/relationships/tags" Target="../tags/tag1400.xml"/><Relationship Id="rId2" Type="http://schemas.openxmlformats.org/officeDocument/2006/relationships/tags" Target="../tags/tag1395.xml"/><Relationship Id="rId1" Type="http://schemas.openxmlformats.org/officeDocument/2006/relationships/tags" Target="../tags/tag1394.xml"/><Relationship Id="rId6" Type="http://schemas.openxmlformats.org/officeDocument/2006/relationships/tags" Target="../tags/tag1399.xml"/><Relationship Id="rId5" Type="http://schemas.openxmlformats.org/officeDocument/2006/relationships/tags" Target="../tags/tag1398.xml"/><Relationship Id="rId10" Type="http://schemas.openxmlformats.org/officeDocument/2006/relationships/image" Target="../media/image8.png"/><Relationship Id="rId4" Type="http://schemas.openxmlformats.org/officeDocument/2006/relationships/tags" Target="../tags/tag1397.xml"/><Relationship Id="rId9" Type="http://schemas.microsoft.com/office/2018/10/relationships/comments" Target="../comments/modernComment_19F_F8C55CA1.xml"/></Relationships>
</file>

<file path=ppt/slides/_rels/slide10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403.xml"/><Relationship Id="rId7" Type="http://schemas.openxmlformats.org/officeDocument/2006/relationships/tags" Target="../tags/tag1407.xml"/><Relationship Id="rId2" Type="http://schemas.openxmlformats.org/officeDocument/2006/relationships/tags" Target="../tags/tag1402.xml"/><Relationship Id="rId1" Type="http://schemas.openxmlformats.org/officeDocument/2006/relationships/tags" Target="../tags/tag1401.xml"/><Relationship Id="rId6" Type="http://schemas.openxmlformats.org/officeDocument/2006/relationships/tags" Target="../tags/tag1406.xml"/><Relationship Id="rId5" Type="http://schemas.openxmlformats.org/officeDocument/2006/relationships/tags" Target="../tags/tag1405.xml"/><Relationship Id="rId10" Type="http://schemas.openxmlformats.org/officeDocument/2006/relationships/image" Target="../media/image8.png"/><Relationship Id="rId4" Type="http://schemas.openxmlformats.org/officeDocument/2006/relationships/tags" Target="../tags/tag1404.xml"/><Relationship Id="rId9" Type="http://schemas.microsoft.com/office/2018/10/relationships/comments" Target="../comments/modernComment_1A0_2C214F1F.xml"/></Relationships>
</file>

<file path=ppt/slides/_rels/slide10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410.xml"/><Relationship Id="rId7" Type="http://schemas.openxmlformats.org/officeDocument/2006/relationships/tags" Target="../tags/tag1414.xml"/><Relationship Id="rId2" Type="http://schemas.openxmlformats.org/officeDocument/2006/relationships/tags" Target="../tags/tag1409.xml"/><Relationship Id="rId1" Type="http://schemas.openxmlformats.org/officeDocument/2006/relationships/tags" Target="../tags/tag1408.xml"/><Relationship Id="rId6" Type="http://schemas.openxmlformats.org/officeDocument/2006/relationships/tags" Target="../tags/tag1413.xml"/><Relationship Id="rId5" Type="http://schemas.openxmlformats.org/officeDocument/2006/relationships/tags" Target="../tags/tag1412.xml"/><Relationship Id="rId10" Type="http://schemas.openxmlformats.org/officeDocument/2006/relationships/image" Target="../media/image8.png"/><Relationship Id="rId4" Type="http://schemas.openxmlformats.org/officeDocument/2006/relationships/tags" Target="../tags/tag1411.xml"/><Relationship Id="rId9" Type="http://schemas.microsoft.com/office/2018/10/relationships/comments" Target="../comments/modernComment_1A1_BA9CD5B5.xml"/></Relationships>
</file>

<file path=ppt/slides/_rels/slide109.xml.rels><?xml version="1.0" encoding="UTF-8" standalone="yes"?>
<Relationships xmlns="http://schemas.openxmlformats.org/package/2006/relationships"><Relationship Id="rId8" Type="http://schemas.openxmlformats.org/officeDocument/2006/relationships/tags" Target="../tags/tag1422.xml"/><Relationship Id="rId3" Type="http://schemas.openxmlformats.org/officeDocument/2006/relationships/tags" Target="../tags/tag1417.xml"/><Relationship Id="rId7" Type="http://schemas.openxmlformats.org/officeDocument/2006/relationships/tags" Target="../tags/tag1421.xml"/><Relationship Id="rId2" Type="http://schemas.openxmlformats.org/officeDocument/2006/relationships/tags" Target="../tags/tag1416.xml"/><Relationship Id="rId1" Type="http://schemas.openxmlformats.org/officeDocument/2006/relationships/tags" Target="../tags/tag1415.xml"/><Relationship Id="rId6" Type="http://schemas.openxmlformats.org/officeDocument/2006/relationships/tags" Target="../tags/tag1420.xml"/><Relationship Id="rId11" Type="http://schemas.openxmlformats.org/officeDocument/2006/relationships/image" Target="../media/image8.png"/><Relationship Id="rId5" Type="http://schemas.openxmlformats.org/officeDocument/2006/relationships/tags" Target="../tags/tag1419.xml"/><Relationship Id="rId10" Type="http://schemas.microsoft.com/office/2018/10/relationships/comments" Target="../comments/modernComment_1A2_CFAD6252.xml"/><Relationship Id="rId4" Type="http://schemas.openxmlformats.org/officeDocument/2006/relationships/tags" Target="../tags/tag1418.xml"/><Relationship Id="rId9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8" Type="http://schemas.openxmlformats.org/officeDocument/2006/relationships/tags" Target="../tags/tag1430.xml"/><Relationship Id="rId3" Type="http://schemas.openxmlformats.org/officeDocument/2006/relationships/tags" Target="../tags/tag1425.xml"/><Relationship Id="rId7" Type="http://schemas.openxmlformats.org/officeDocument/2006/relationships/tags" Target="../tags/tag1429.xml"/><Relationship Id="rId12" Type="http://schemas.openxmlformats.org/officeDocument/2006/relationships/image" Target="../media/image8.png"/><Relationship Id="rId2" Type="http://schemas.openxmlformats.org/officeDocument/2006/relationships/tags" Target="../tags/tag1424.xml"/><Relationship Id="rId1" Type="http://schemas.openxmlformats.org/officeDocument/2006/relationships/tags" Target="../tags/tag1423.xml"/><Relationship Id="rId6" Type="http://schemas.openxmlformats.org/officeDocument/2006/relationships/tags" Target="../tags/tag1428.xml"/><Relationship Id="rId11" Type="http://schemas.microsoft.com/office/2018/10/relationships/comments" Target="../comments/modernComment_1A3_3D6ADD7D.xml"/><Relationship Id="rId5" Type="http://schemas.openxmlformats.org/officeDocument/2006/relationships/tags" Target="../tags/tag1427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426.xml"/><Relationship Id="rId9" Type="http://schemas.openxmlformats.org/officeDocument/2006/relationships/tags" Target="../tags/tag1431.xml"/></Relationships>
</file>

<file path=ppt/slides/_rels/slide111.xml.rels><?xml version="1.0" encoding="UTF-8" standalone="yes"?>
<Relationships xmlns="http://schemas.openxmlformats.org/package/2006/relationships"><Relationship Id="rId8" Type="http://schemas.openxmlformats.org/officeDocument/2006/relationships/tags" Target="../tags/tag1439.xml"/><Relationship Id="rId13" Type="http://schemas.openxmlformats.org/officeDocument/2006/relationships/image" Target="../media/image8.png"/><Relationship Id="rId3" Type="http://schemas.openxmlformats.org/officeDocument/2006/relationships/tags" Target="../tags/tag1434.xml"/><Relationship Id="rId7" Type="http://schemas.openxmlformats.org/officeDocument/2006/relationships/tags" Target="../tags/tag1438.xml"/><Relationship Id="rId12" Type="http://schemas.microsoft.com/office/2018/10/relationships/comments" Target="../comments/modernComment_1A4_3B8F0EB8.xml"/><Relationship Id="rId2" Type="http://schemas.openxmlformats.org/officeDocument/2006/relationships/tags" Target="../tags/tag1433.xml"/><Relationship Id="rId1" Type="http://schemas.openxmlformats.org/officeDocument/2006/relationships/tags" Target="../tags/tag1432.xml"/><Relationship Id="rId6" Type="http://schemas.openxmlformats.org/officeDocument/2006/relationships/tags" Target="../tags/tag1437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436.xml"/><Relationship Id="rId10" Type="http://schemas.openxmlformats.org/officeDocument/2006/relationships/tags" Target="../tags/tag1441.xml"/><Relationship Id="rId4" Type="http://schemas.openxmlformats.org/officeDocument/2006/relationships/tags" Target="../tags/tag1435.xml"/><Relationship Id="rId9" Type="http://schemas.openxmlformats.org/officeDocument/2006/relationships/tags" Target="../tags/tag1440.xml"/></Relationships>
</file>

<file path=ppt/slides/_rels/slide112.xml.rels><?xml version="1.0" encoding="UTF-8" standalone="yes"?>
<Relationships xmlns="http://schemas.openxmlformats.org/package/2006/relationships"><Relationship Id="rId8" Type="http://schemas.openxmlformats.org/officeDocument/2006/relationships/tags" Target="../tags/tag1449.xml"/><Relationship Id="rId13" Type="http://schemas.microsoft.com/office/2018/10/relationships/comments" Target="../comments/modernComment_1A5_10C55AEB.xml"/><Relationship Id="rId3" Type="http://schemas.openxmlformats.org/officeDocument/2006/relationships/tags" Target="../tags/tag1444.xml"/><Relationship Id="rId7" Type="http://schemas.openxmlformats.org/officeDocument/2006/relationships/tags" Target="../tags/tag1448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443.xml"/><Relationship Id="rId1" Type="http://schemas.openxmlformats.org/officeDocument/2006/relationships/tags" Target="../tags/tag1442.xml"/><Relationship Id="rId6" Type="http://schemas.openxmlformats.org/officeDocument/2006/relationships/tags" Target="../tags/tag1447.xml"/><Relationship Id="rId11" Type="http://schemas.openxmlformats.org/officeDocument/2006/relationships/tags" Target="../tags/tag1452.xml"/><Relationship Id="rId5" Type="http://schemas.openxmlformats.org/officeDocument/2006/relationships/tags" Target="../tags/tag1446.xml"/><Relationship Id="rId10" Type="http://schemas.openxmlformats.org/officeDocument/2006/relationships/tags" Target="../tags/tag1451.xml"/><Relationship Id="rId4" Type="http://schemas.openxmlformats.org/officeDocument/2006/relationships/tags" Target="../tags/tag1445.xml"/><Relationship Id="rId9" Type="http://schemas.openxmlformats.org/officeDocument/2006/relationships/tags" Target="../tags/tag1450.xml"/><Relationship Id="rId14" Type="http://schemas.openxmlformats.org/officeDocument/2006/relationships/image" Target="../media/image8.png"/></Relationships>
</file>

<file path=ppt/slides/_rels/slide113.xml.rels><?xml version="1.0" encoding="UTF-8" standalone="yes"?>
<Relationships xmlns="http://schemas.openxmlformats.org/package/2006/relationships"><Relationship Id="rId8" Type="http://schemas.openxmlformats.org/officeDocument/2006/relationships/tags" Target="../tags/tag1460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455.xml"/><Relationship Id="rId7" Type="http://schemas.openxmlformats.org/officeDocument/2006/relationships/tags" Target="../tags/tag1459.xml"/><Relationship Id="rId12" Type="http://schemas.openxmlformats.org/officeDocument/2006/relationships/tags" Target="../tags/tag1464.xml"/><Relationship Id="rId2" Type="http://schemas.openxmlformats.org/officeDocument/2006/relationships/tags" Target="../tags/tag1454.xml"/><Relationship Id="rId16" Type="http://schemas.openxmlformats.org/officeDocument/2006/relationships/image" Target="../media/image11.jpeg"/><Relationship Id="rId1" Type="http://schemas.openxmlformats.org/officeDocument/2006/relationships/tags" Target="../tags/tag1453.xml"/><Relationship Id="rId6" Type="http://schemas.openxmlformats.org/officeDocument/2006/relationships/tags" Target="../tags/tag1458.xml"/><Relationship Id="rId11" Type="http://schemas.openxmlformats.org/officeDocument/2006/relationships/tags" Target="../tags/tag1463.xml"/><Relationship Id="rId5" Type="http://schemas.openxmlformats.org/officeDocument/2006/relationships/tags" Target="../tags/tag1457.xml"/><Relationship Id="rId15" Type="http://schemas.openxmlformats.org/officeDocument/2006/relationships/image" Target="../media/image8.png"/><Relationship Id="rId10" Type="http://schemas.openxmlformats.org/officeDocument/2006/relationships/tags" Target="../tags/tag1462.xml"/><Relationship Id="rId4" Type="http://schemas.openxmlformats.org/officeDocument/2006/relationships/tags" Target="../tags/tag1456.xml"/><Relationship Id="rId9" Type="http://schemas.openxmlformats.org/officeDocument/2006/relationships/tags" Target="../tags/tag1461.xml"/><Relationship Id="rId14" Type="http://schemas.microsoft.com/office/2018/10/relationships/comments" Target="../comments/modernComment_1A6_1839EBAC.xml"/></Relationships>
</file>

<file path=ppt/slides/_rels/slide114.xml.rels><?xml version="1.0" encoding="UTF-8" standalone="yes"?>
<Relationships xmlns="http://schemas.openxmlformats.org/package/2006/relationships"><Relationship Id="rId8" Type="http://schemas.openxmlformats.org/officeDocument/2006/relationships/tags" Target="../tags/tag1472.xml"/><Relationship Id="rId13" Type="http://schemas.openxmlformats.org/officeDocument/2006/relationships/tags" Target="../tags/tag1477.xml"/><Relationship Id="rId18" Type="http://schemas.openxmlformats.org/officeDocument/2006/relationships/tags" Target="../tags/tag1482.xml"/><Relationship Id="rId26" Type="http://schemas.openxmlformats.org/officeDocument/2006/relationships/notesSlide" Target="../notesSlides/notesSlide70.xml"/><Relationship Id="rId3" Type="http://schemas.openxmlformats.org/officeDocument/2006/relationships/tags" Target="../tags/tag1467.xml"/><Relationship Id="rId21" Type="http://schemas.openxmlformats.org/officeDocument/2006/relationships/tags" Target="../tags/tag1485.xml"/><Relationship Id="rId7" Type="http://schemas.openxmlformats.org/officeDocument/2006/relationships/tags" Target="../tags/tag1471.xml"/><Relationship Id="rId12" Type="http://schemas.openxmlformats.org/officeDocument/2006/relationships/tags" Target="../tags/tag1476.xml"/><Relationship Id="rId17" Type="http://schemas.openxmlformats.org/officeDocument/2006/relationships/tags" Target="../tags/tag1481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1466.xml"/><Relationship Id="rId16" Type="http://schemas.openxmlformats.org/officeDocument/2006/relationships/tags" Target="../tags/tag1480.xml"/><Relationship Id="rId20" Type="http://schemas.openxmlformats.org/officeDocument/2006/relationships/tags" Target="../tags/tag1484.xml"/><Relationship Id="rId29" Type="http://schemas.openxmlformats.org/officeDocument/2006/relationships/image" Target="../media/image8.png"/><Relationship Id="rId1" Type="http://schemas.openxmlformats.org/officeDocument/2006/relationships/tags" Target="../tags/tag1465.xml"/><Relationship Id="rId6" Type="http://schemas.openxmlformats.org/officeDocument/2006/relationships/tags" Target="../tags/tag1470.xml"/><Relationship Id="rId11" Type="http://schemas.openxmlformats.org/officeDocument/2006/relationships/tags" Target="../tags/tag1475.xml"/><Relationship Id="rId24" Type="http://schemas.openxmlformats.org/officeDocument/2006/relationships/tags" Target="../tags/tag1488.xml"/><Relationship Id="rId5" Type="http://schemas.openxmlformats.org/officeDocument/2006/relationships/tags" Target="../tags/tag1469.xml"/><Relationship Id="rId15" Type="http://schemas.openxmlformats.org/officeDocument/2006/relationships/tags" Target="../tags/tag1479.xml"/><Relationship Id="rId23" Type="http://schemas.openxmlformats.org/officeDocument/2006/relationships/tags" Target="../tags/tag1487.xml"/><Relationship Id="rId28" Type="http://schemas.openxmlformats.org/officeDocument/2006/relationships/image" Target="../media/image7.png"/><Relationship Id="rId10" Type="http://schemas.openxmlformats.org/officeDocument/2006/relationships/tags" Target="../tags/tag1474.xml"/><Relationship Id="rId19" Type="http://schemas.openxmlformats.org/officeDocument/2006/relationships/tags" Target="../tags/tag1483.xml"/><Relationship Id="rId4" Type="http://schemas.openxmlformats.org/officeDocument/2006/relationships/tags" Target="../tags/tag1468.xml"/><Relationship Id="rId9" Type="http://schemas.openxmlformats.org/officeDocument/2006/relationships/tags" Target="../tags/tag1473.xml"/><Relationship Id="rId14" Type="http://schemas.openxmlformats.org/officeDocument/2006/relationships/tags" Target="../tags/tag1478.xml"/><Relationship Id="rId22" Type="http://schemas.openxmlformats.org/officeDocument/2006/relationships/tags" Target="../tags/tag1486.xml"/><Relationship Id="rId27" Type="http://schemas.microsoft.com/office/2018/10/relationships/comments" Target="../comments/modernComment_1A7_D2994F1.xml"/><Relationship Id="rId30" Type="http://schemas.openxmlformats.org/officeDocument/2006/relationships/image" Target="../media/image12.png"/></Relationships>
</file>

<file path=ppt/slides/_rels/slide115.xml.rels><?xml version="1.0" encoding="UTF-8" standalone="yes"?>
<Relationships xmlns="http://schemas.openxmlformats.org/package/2006/relationships"><Relationship Id="rId8" Type="http://schemas.openxmlformats.org/officeDocument/2006/relationships/tags" Target="../tags/tag1496.xml"/><Relationship Id="rId13" Type="http://schemas.openxmlformats.org/officeDocument/2006/relationships/tags" Target="../tags/tag1501.xml"/><Relationship Id="rId18" Type="http://schemas.openxmlformats.org/officeDocument/2006/relationships/tags" Target="../tags/tag1506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1491.xml"/><Relationship Id="rId21" Type="http://schemas.openxmlformats.org/officeDocument/2006/relationships/tags" Target="../tags/tag1509.xml"/><Relationship Id="rId7" Type="http://schemas.openxmlformats.org/officeDocument/2006/relationships/tags" Target="../tags/tag1495.xml"/><Relationship Id="rId12" Type="http://schemas.openxmlformats.org/officeDocument/2006/relationships/tags" Target="../tags/tag1500.xml"/><Relationship Id="rId17" Type="http://schemas.openxmlformats.org/officeDocument/2006/relationships/tags" Target="../tags/tag1505.xml"/><Relationship Id="rId25" Type="http://schemas.openxmlformats.org/officeDocument/2006/relationships/tags" Target="../tags/tag1513.xml"/><Relationship Id="rId2" Type="http://schemas.openxmlformats.org/officeDocument/2006/relationships/tags" Target="../tags/tag1490.xml"/><Relationship Id="rId16" Type="http://schemas.openxmlformats.org/officeDocument/2006/relationships/tags" Target="../tags/tag1504.xml"/><Relationship Id="rId20" Type="http://schemas.openxmlformats.org/officeDocument/2006/relationships/tags" Target="../tags/tag1508.xml"/><Relationship Id="rId29" Type="http://schemas.openxmlformats.org/officeDocument/2006/relationships/image" Target="../media/image7.png"/><Relationship Id="rId1" Type="http://schemas.openxmlformats.org/officeDocument/2006/relationships/tags" Target="../tags/tag1489.xml"/><Relationship Id="rId6" Type="http://schemas.openxmlformats.org/officeDocument/2006/relationships/tags" Target="../tags/tag1494.xml"/><Relationship Id="rId11" Type="http://schemas.openxmlformats.org/officeDocument/2006/relationships/tags" Target="../tags/tag1499.xml"/><Relationship Id="rId24" Type="http://schemas.openxmlformats.org/officeDocument/2006/relationships/tags" Target="../tags/tag1512.xml"/><Relationship Id="rId32" Type="http://schemas.openxmlformats.org/officeDocument/2006/relationships/image" Target="../media/image12.png"/><Relationship Id="rId5" Type="http://schemas.openxmlformats.org/officeDocument/2006/relationships/tags" Target="../tags/tag1493.xml"/><Relationship Id="rId15" Type="http://schemas.openxmlformats.org/officeDocument/2006/relationships/tags" Target="../tags/tag1503.xml"/><Relationship Id="rId23" Type="http://schemas.openxmlformats.org/officeDocument/2006/relationships/tags" Target="../tags/tag1511.xml"/><Relationship Id="rId28" Type="http://schemas.microsoft.com/office/2018/10/relationships/comments" Target="../comments/modernComment_1A8_9994D811.xml"/><Relationship Id="rId10" Type="http://schemas.openxmlformats.org/officeDocument/2006/relationships/tags" Target="../tags/tag1498.xml"/><Relationship Id="rId19" Type="http://schemas.openxmlformats.org/officeDocument/2006/relationships/tags" Target="../tags/tag1507.xml"/><Relationship Id="rId31" Type="http://schemas.openxmlformats.org/officeDocument/2006/relationships/image" Target="../media/image11.jpeg"/><Relationship Id="rId4" Type="http://schemas.openxmlformats.org/officeDocument/2006/relationships/tags" Target="../tags/tag1492.xml"/><Relationship Id="rId9" Type="http://schemas.openxmlformats.org/officeDocument/2006/relationships/tags" Target="../tags/tag1497.xml"/><Relationship Id="rId14" Type="http://schemas.openxmlformats.org/officeDocument/2006/relationships/tags" Target="../tags/tag1502.xml"/><Relationship Id="rId22" Type="http://schemas.openxmlformats.org/officeDocument/2006/relationships/tags" Target="../tags/tag1510.xml"/><Relationship Id="rId27" Type="http://schemas.openxmlformats.org/officeDocument/2006/relationships/notesSlide" Target="../notesSlides/notesSlide71.xml"/><Relationship Id="rId30" Type="http://schemas.openxmlformats.org/officeDocument/2006/relationships/image" Target="../media/image8.png"/></Relationships>
</file>

<file path=ppt/slides/_rels/slide116.xml.rels><?xml version="1.0" encoding="UTF-8" standalone="yes"?>
<Relationships xmlns="http://schemas.openxmlformats.org/package/2006/relationships"><Relationship Id="rId13" Type="http://schemas.openxmlformats.org/officeDocument/2006/relationships/tags" Target="../tags/tag1526.xml"/><Relationship Id="rId18" Type="http://schemas.openxmlformats.org/officeDocument/2006/relationships/tags" Target="../tags/tag1531.xml"/><Relationship Id="rId26" Type="http://schemas.openxmlformats.org/officeDocument/2006/relationships/tags" Target="../tags/tag1539.xml"/><Relationship Id="rId3" Type="http://schemas.openxmlformats.org/officeDocument/2006/relationships/tags" Target="../tags/tag1516.xml"/><Relationship Id="rId21" Type="http://schemas.openxmlformats.org/officeDocument/2006/relationships/tags" Target="../tags/tag1534.xml"/><Relationship Id="rId7" Type="http://schemas.openxmlformats.org/officeDocument/2006/relationships/tags" Target="../tags/tag1520.xml"/><Relationship Id="rId12" Type="http://schemas.openxmlformats.org/officeDocument/2006/relationships/tags" Target="../tags/tag1525.xml"/><Relationship Id="rId17" Type="http://schemas.openxmlformats.org/officeDocument/2006/relationships/tags" Target="../tags/tag1530.xml"/><Relationship Id="rId25" Type="http://schemas.openxmlformats.org/officeDocument/2006/relationships/tags" Target="../tags/tag1538.xml"/><Relationship Id="rId33" Type="http://schemas.openxmlformats.org/officeDocument/2006/relationships/image" Target="../media/image12.png"/><Relationship Id="rId2" Type="http://schemas.openxmlformats.org/officeDocument/2006/relationships/tags" Target="../tags/tag1515.xml"/><Relationship Id="rId16" Type="http://schemas.openxmlformats.org/officeDocument/2006/relationships/tags" Target="../tags/tag1529.xml"/><Relationship Id="rId20" Type="http://schemas.openxmlformats.org/officeDocument/2006/relationships/tags" Target="../tags/tag1533.xml"/><Relationship Id="rId29" Type="http://schemas.microsoft.com/office/2018/10/relationships/comments" Target="../comments/modernComment_1A9_1CB8C907.xml"/><Relationship Id="rId1" Type="http://schemas.openxmlformats.org/officeDocument/2006/relationships/tags" Target="../tags/tag1514.xml"/><Relationship Id="rId6" Type="http://schemas.openxmlformats.org/officeDocument/2006/relationships/tags" Target="../tags/tag1519.xml"/><Relationship Id="rId11" Type="http://schemas.openxmlformats.org/officeDocument/2006/relationships/tags" Target="../tags/tag1524.xml"/><Relationship Id="rId24" Type="http://schemas.openxmlformats.org/officeDocument/2006/relationships/tags" Target="../tags/tag1537.xml"/><Relationship Id="rId32" Type="http://schemas.openxmlformats.org/officeDocument/2006/relationships/image" Target="../media/image11.jpeg"/><Relationship Id="rId5" Type="http://schemas.openxmlformats.org/officeDocument/2006/relationships/tags" Target="../tags/tag1518.xml"/><Relationship Id="rId15" Type="http://schemas.openxmlformats.org/officeDocument/2006/relationships/tags" Target="../tags/tag1528.xml"/><Relationship Id="rId23" Type="http://schemas.openxmlformats.org/officeDocument/2006/relationships/tags" Target="../tags/tag1536.xml"/><Relationship Id="rId28" Type="http://schemas.openxmlformats.org/officeDocument/2006/relationships/notesSlide" Target="../notesSlides/notesSlide72.xml"/><Relationship Id="rId10" Type="http://schemas.openxmlformats.org/officeDocument/2006/relationships/tags" Target="../tags/tag1523.xml"/><Relationship Id="rId19" Type="http://schemas.openxmlformats.org/officeDocument/2006/relationships/tags" Target="../tags/tag1532.xml"/><Relationship Id="rId31" Type="http://schemas.openxmlformats.org/officeDocument/2006/relationships/image" Target="../media/image8.png"/><Relationship Id="rId4" Type="http://schemas.openxmlformats.org/officeDocument/2006/relationships/tags" Target="../tags/tag1517.xml"/><Relationship Id="rId9" Type="http://schemas.openxmlformats.org/officeDocument/2006/relationships/tags" Target="../tags/tag1522.xml"/><Relationship Id="rId14" Type="http://schemas.openxmlformats.org/officeDocument/2006/relationships/tags" Target="../tags/tag1527.xml"/><Relationship Id="rId22" Type="http://schemas.openxmlformats.org/officeDocument/2006/relationships/tags" Target="../tags/tag1535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7.png"/><Relationship Id="rId8" Type="http://schemas.openxmlformats.org/officeDocument/2006/relationships/tags" Target="../tags/tag1521.xml"/></Relationships>
</file>

<file path=ppt/slides/_rels/slide117.xml.rels><?xml version="1.0" encoding="UTF-8" standalone="yes"?>
<Relationships xmlns="http://schemas.openxmlformats.org/package/2006/relationships"><Relationship Id="rId13" Type="http://schemas.openxmlformats.org/officeDocument/2006/relationships/tags" Target="../tags/tag1552.xml"/><Relationship Id="rId18" Type="http://schemas.openxmlformats.org/officeDocument/2006/relationships/tags" Target="../tags/tag1557.xml"/><Relationship Id="rId26" Type="http://schemas.openxmlformats.org/officeDocument/2006/relationships/tags" Target="../tags/tag1565.xml"/><Relationship Id="rId3" Type="http://schemas.openxmlformats.org/officeDocument/2006/relationships/tags" Target="../tags/tag1542.xml"/><Relationship Id="rId21" Type="http://schemas.openxmlformats.org/officeDocument/2006/relationships/tags" Target="../tags/tag1560.xml"/><Relationship Id="rId34" Type="http://schemas.openxmlformats.org/officeDocument/2006/relationships/image" Target="../media/image12.png"/><Relationship Id="rId7" Type="http://schemas.openxmlformats.org/officeDocument/2006/relationships/tags" Target="../tags/tag1546.xml"/><Relationship Id="rId12" Type="http://schemas.openxmlformats.org/officeDocument/2006/relationships/tags" Target="../tags/tag1551.xml"/><Relationship Id="rId17" Type="http://schemas.openxmlformats.org/officeDocument/2006/relationships/tags" Target="../tags/tag1556.xml"/><Relationship Id="rId25" Type="http://schemas.openxmlformats.org/officeDocument/2006/relationships/tags" Target="../tags/tag1564.xml"/><Relationship Id="rId33" Type="http://schemas.openxmlformats.org/officeDocument/2006/relationships/image" Target="../media/image11.jpeg"/><Relationship Id="rId2" Type="http://schemas.openxmlformats.org/officeDocument/2006/relationships/tags" Target="../tags/tag1541.xml"/><Relationship Id="rId16" Type="http://schemas.openxmlformats.org/officeDocument/2006/relationships/tags" Target="../tags/tag1555.xml"/><Relationship Id="rId20" Type="http://schemas.openxmlformats.org/officeDocument/2006/relationships/tags" Target="../tags/tag1559.xml"/><Relationship Id="rId29" Type="http://schemas.openxmlformats.org/officeDocument/2006/relationships/notesSlide" Target="../notesSlides/notesSlide73.xml"/><Relationship Id="rId1" Type="http://schemas.openxmlformats.org/officeDocument/2006/relationships/tags" Target="../tags/tag1540.xml"/><Relationship Id="rId6" Type="http://schemas.openxmlformats.org/officeDocument/2006/relationships/tags" Target="../tags/tag1545.xml"/><Relationship Id="rId11" Type="http://schemas.openxmlformats.org/officeDocument/2006/relationships/tags" Target="../tags/tag1550.xml"/><Relationship Id="rId24" Type="http://schemas.openxmlformats.org/officeDocument/2006/relationships/tags" Target="../tags/tag1563.xml"/><Relationship Id="rId32" Type="http://schemas.openxmlformats.org/officeDocument/2006/relationships/image" Target="../media/image8.png"/><Relationship Id="rId5" Type="http://schemas.openxmlformats.org/officeDocument/2006/relationships/tags" Target="../tags/tag1544.xml"/><Relationship Id="rId15" Type="http://schemas.openxmlformats.org/officeDocument/2006/relationships/tags" Target="../tags/tag1554.xml"/><Relationship Id="rId23" Type="http://schemas.openxmlformats.org/officeDocument/2006/relationships/tags" Target="../tags/tag1562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1549.xml"/><Relationship Id="rId19" Type="http://schemas.openxmlformats.org/officeDocument/2006/relationships/tags" Target="../tags/tag1558.xml"/><Relationship Id="rId31" Type="http://schemas.openxmlformats.org/officeDocument/2006/relationships/image" Target="../media/image7.png"/><Relationship Id="rId4" Type="http://schemas.openxmlformats.org/officeDocument/2006/relationships/tags" Target="../tags/tag1543.xml"/><Relationship Id="rId9" Type="http://schemas.openxmlformats.org/officeDocument/2006/relationships/tags" Target="../tags/tag1548.xml"/><Relationship Id="rId14" Type="http://schemas.openxmlformats.org/officeDocument/2006/relationships/tags" Target="../tags/tag1553.xml"/><Relationship Id="rId22" Type="http://schemas.openxmlformats.org/officeDocument/2006/relationships/tags" Target="../tags/tag1561.xml"/><Relationship Id="rId27" Type="http://schemas.openxmlformats.org/officeDocument/2006/relationships/tags" Target="../tags/tag1566.xml"/><Relationship Id="rId30" Type="http://schemas.microsoft.com/office/2018/10/relationships/comments" Target="../comments/modernComment_1AA_9DBCC8A0.xml"/><Relationship Id="rId8" Type="http://schemas.openxmlformats.org/officeDocument/2006/relationships/tags" Target="../tags/tag1547.xml"/></Relationships>
</file>

<file path=ppt/slides/_rels/slide1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jpeg"/><Relationship Id="rId3" Type="http://schemas.openxmlformats.org/officeDocument/2006/relationships/notesSlide" Target="../notesSlides/notesSlide74.xml"/><Relationship Id="rId7" Type="http://schemas.openxmlformats.org/officeDocument/2006/relationships/image" Target="../media/image14.jpe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67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microsoft.com/office/2018/10/relationships/comments" Target="../comments/modernComment_112_461D9D81.xml"/></Relationships>
</file>

<file path=ppt/slides/_rels/slide11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5.xml"/><Relationship Id="rId3" Type="http://schemas.openxmlformats.org/officeDocument/2006/relationships/tags" Target="../tags/tag1570.xml"/><Relationship Id="rId7" Type="http://schemas.openxmlformats.org/officeDocument/2006/relationships/slideLayout" Target="../slideLayouts/slideLayout1.xml"/><Relationship Id="rId2" Type="http://schemas.openxmlformats.org/officeDocument/2006/relationships/tags" Target="../tags/tag1569.xml"/><Relationship Id="rId1" Type="http://schemas.openxmlformats.org/officeDocument/2006/relationships/tags" Target="../tags/tag1568.xml"/><Relationship Id="rId6" Type="http://schemas.openxmlformats.org/officeDocument/2006/relationships/tags" Target="../tags/tag1573.xml"/><Relationship Id="rId5" Type="http://schemas.openxmlformats.org/officeDocument/2006/relationships/tags" Target="../tags/tag1572.xml"/><Relationship Id="rId4" Type="http://schemas.openxmlformats.org/officeDocument/2006/relationships/tags" Target="../tags/tag1571.xml"/><Relationship Id="rId9" Type="http://schemas.microsoft.com/office/2018/10/relationships/comments" Target="../comments/modernComment_1AB_E9F97FFC.xml"/></Relationships>
</file>

<file path=ppt/slides/_rels/slide12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576.xml"/><Relationship Id="rId7" Type="http://schemas.openxmlformats.org/officeDocument/2006/relationships/tags" Target="../tags/tag1580.xml"/><Relationship Id="rId2" Type="http://schemas.openxmlformats.org/officeDocument/2006/relationships/tags" Target="../tags/tag1575.xml"/><Relationship Id="rId1" Type="http://schemas.openxmlformats.org/officeDocument/2006/relationships/tags" Target="../tags/tag1574.xml"/><Relationship Id="rId6" Type="http://schemas.openxmlformats.org/officeDocument/2006/relationships/tags" Target="../tags/tag1579.xml"/><Relationship Id="rId5" Type="http://schemas.openxmlformats.org/officeDocument/2006/relationships/tags" Target="../tags/tag1578.xml"/><Relationship Id="rId10" Type="http://schemas.microsoft.com/office/2018/10/relationships/comments" Target="../comments/modernComment_1AC_E150F400.xml"/><Relationship Id="rId4" Type="http://schemas.openxmlformats.org/officeDocument/2006/relationships/tags" Target="../tags/tag1577.xml"/><Relationship Id="rId9" Type="http://schemas.openxmlformats.org/officeDocument/2006/relationships/notesSlide" Target="../notesSlides/notesSlide76.xml"/></Relationships>
</file>

<file path=ppt/slides/_rels/slide12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.xml"/><Relationship Id="rId3" Type="http://schemas.openxmlformats.org/officeDocument/2006/relationships/tags" Target="../tags/tag1583.xml"/><Relationship Id="rId7" Type="http://schemas.openxmlformats.org/officeDocument/2006/relationships/tags" Target="../tags/tag1587.xml"/><Relationship Id="rId2" Type="http://schemas.openxmlformats.org/officeDocument/2006/relationships/tags" Target="../tags/tag1582.xml"/><Relationship Id="rId1" Type="http://schemas.openxmlformats.org/officeDocument/2006/relationships/tags" Target="../tags/tag1581.xml"/><Relationship Id="rId6" Type="http://schemas.openxmlformats.org/officeDocument/2006/relationships/tags" Target="../tags/tag1586.xml"/><Relationship Id="rId5" Type="http://schemas.openxmlformats.org/officeDocument/2006/relationships/tags" Target="../tags/tag1585.xml"/><Relationship Id="rId10" Type="http://schemas.microsoft.com/office/2018/10/relationships/comments" Target="../comments/modernComment_1AD_A810E20E.xml"/><Relationship Id="rId4" Type="http://schemas.openxmlformats.org/officeDocument/2006/relationships/tags" Target="../tags/tag1584.xml"/><Relationship Id="rId9" Type="http://schemas.openxmlformats.org/officeDocument/2006/relationships/notesSlide" Target="../notesSlides/notesSlide77.xml"/></Relationships>
</file>

<file path=ppt/slides/_rels/slide122.xml.rels><?xml version="1.0" encoding="UTF-8" standalone="yes"?>
<Relationships xmlns="http://schemas.openxmlformats.org/package/2006/relationships"><Relationship Id="rId8" Type="http://schemas.openxmlformats.org/officeDocument/2006/relationships/tags" Target="../tags/tag1595.xml"/><Relationship Id="rId3" Type="http://schemas.openxmlformats.org/officeDocument/2006/relationships/tags" Target="../tags/tag1590.xml"/><Relationship Id="rId7" Type="http://schemas.openxmlformats.org/officeDocument/2006/relationships/tags" Target="../tags/tag1594.xml"/><Relationship Id="rId2" Type="http://schemas.openxmlformats.org/officeDocument/2006/relationships/tags" Target="../tags/tag1589.xml"/><Relationship Id="rId1" Type="http://schemas.openxmlformats.org/officeDocument/2006/relationships/tags" Target="../tags/tag1588.xml"/><Relationship Id="rId6" Type="http://schemas.openxmlformats.org/officeDocument/2006/relationships/tags" Target="../tags/tag1593.xml"/><Relationship Id="rId11" Type="http://schemas.microsoft.com/office/2018/10/relationships/comments" Target="../comments/modernComment_1AE_8EB80E0E.xml"/><Relationship Id="rId5" Type="http://schemas.openxmlformats.org/officeDocument/2006/relationships/tags" Target="../tags/tag1592.xml"/><Relationship Id="rId10" Type="http://schemas.openxmlformats.org/officeDocument/2006/relationships/notesSlide" Target="../notesSlides/notesSlide78.xml"/><Relationship Id="rId4" Type="http://schemas.openxmlformats.org/officeDocument/2006/relationships/tags" Target="../tags/tag1591.xml"/><Relationship Id="rId9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8" Type="http://schemas.openxmlformats.org/officeDocument/2006/relationships/tags" Target="../tags/tag1603.xml"/><Relationship Id="rId3" Type="http://schemas.openxmlformats.org/officeDocument/2006/relationships/tags" Target="../tags/tag1598.xml"/><Relationship Id="rId7" Type="http://schemas.openxmlformats.org/officeDocument/2006/relationships/tags" Target="../tags/tag1602.xml"/><Relationship Id="rId2" Type="http://schemas.openxmlformats.org/officeDocument/2006/relationships/tags" Target="../tags/tag1597.xml"/><Relationship Id="rId1" Type="http://schemas.openxmlformats.org/officeDocument/2006/relationships/tags" Target="../tags/tag1596.xml"/><Relationship Id="rId6" Type="http://schemas.openxmlformats.org/officeDocument/2006/relationships/tags" Target="../tags/tag1601.xml"/><Relationship Id="rId11" Type="http://schemas.microsoft.com/office/2018/10/relationships/comments" Target="../comments/modernComment_1AF_588FFADA.xml"/><Relationship Id="rId5" Type="http://schemas.openxmlformats.org/officeDocument/2006/relationships/tags" Target="../tags/tag1600.xml"/><Relationship Id="rId10" Type="http://schemas.openxmlformats.org/officeDocument/2006/relationships/notesSlide" Target="../notesSlides/notesSlide79.xml"/><Relationship Id="rId4" Type="http://schemas.openxmlformats.org/officeDocument/2006/relationships/tags" Target="../tags/tag1599.xml"/><Relationship Id="rId9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8" Type="http://schemas.openxmlformats.org/officeDocument/2006/relationships/tags" Target="../tags/tag1611.xml"/><Relationship Id="rId3" Type="http://schemas.openxmlformats.org/officeDocument/2006/relationships/tags" Target="../tags/tag1606.xml"/><Relationship Id="rId7" Type="http://schemas.openxmlformats.org/officeDocument/2006/relationships/tags" Target="../tags/tag1610.xml"/><Relationship Id="rId12" Type="http://schemas.microsoft.com/office/2018/10/relationships/comments" Target="../comments/modernComment_1B0_6A0E5DDA.xml"/><Relationship Id="rId2" Type="http://schemas.openxmlformats.org/officeDocument/2006/relationships/tags" Target="../tags/tag1605.xml"/><Relationship Id="rId1" Type="http://schemas.openxmlformats.org/officeDocument/2006/relationships/tags" Target="../tags/tag1604.xml"/><Relationship Id="rId6" Type="http://schemas.openxmlformats.org/officeDocument/2006/relationships/tags" Target="../tags/tag1609.xml"/><Relationship Id="rId11" Type="http://schemas.openxmlformats.org/officeDocument/2006/relationships/notesSlide" Target="../notesSlides/notesSlide80.xml"/><Relationship Id="rId5" Type="http://schemas.openxmlformats.org/officeDocument/2006/relationships/tags" Target="../tags/tag1608.xml"/><Relationship Id="rId10" Type="http://schemas.openxmlformats.org/officeDocument/2006/relationships/slideLayout" Target="../slideLayouts/slideLayout1.xml"/><Relationship Id="rId4" Type="http://schemas.openxmlformats.org/officeDocument/2006/relationships/tags" Target="../tags/tag1607.xml"/><Relationship Id="rId9" Type="http://schemas.openxmlformats.org/officeDocument/2006/relationships/tags" Target="../tags/tag1612.xml"/></Relationships>
</file>

<file path=ppt/slides/_rels/slide125.xml.rels><?xml version="1.0" encoding="UTF-8" standalone="yes"?>
<Relationships xmlns="http://schemas.openxmlformats.org/package/2006/relationships"><Relationship Id="rId8" Type="http://schemas.openxmlformats.org/officeDocument/2006/relationships/tags" Target="../tags/tag1620.xml"/><Relationship Id="rId13" Type="http://schemas.microsoft.com/office/2018/10/relationships/comments" Target="../comments/modernComment_1B1_460F51A9.xml"/><Relationship Id="rId3" Type="http://schemas.openxmlformats.org/officeDocument/2006/relationships/tags" Target="../tags/tag1615.xml"/><Relationship Id="rId7" Type="http://schemas.openxmlformats.org/officeDocument/2006/relationships/tags" Target="../tags/tag1619.xml"/><Relationship Id="rId12" Type="http://schemas.openxmlformats.org/officeDocument/2006/relationships/notesSlide" Target="../notesSlides/notesSlide81.xml"/><Relationship Id="rId2" Type="http://schemas.openxmlformats.org/officeDocument/2006/relationships/tags" Target="../tags/tag1614.xml"/><Relationship Id="rId1" Type="http://schemas.openxmlformats.org/officeDocument/2006/relationships/tags" Target="../tags/tag1613.xml"/><Relationship Id="rId6" Type="http://schemas.openxmlformats.org/officeDocument/2006/relationships/tags" Target="../tags/tag1618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617.xml"/><Relationship Id="rId10" Type="http://schemas.openxmlformats.org/officeDocument/2006/relationships/tags" Target="../tags/tag1622.xml"/><Relationship Id="rId4" Type="http://schemas.openxmlformats.org/officeDocument/2006/relationships/tags" Target="../tags/tag1616.xml"/><Relationship Id="rId9" Type="http://schemas.openxmlformats.org/officeDocument/2006/relationships/tags" Target="../tags/tag1621.xml"/></Relationships>
</file>

<file path=ppt/slides/_rels/slide126.xml.rels><?xml version="1.0" encoding="UTF-8" standalone="yes"?>
<Relationships xmlns="http://schemas.openxmlformats.org/package/2006/relationships"><Relationship Id="rId8" Type="http://schemas.openxmlformats.org/officeDocument/2006/relationships/tags" Target="../tags/tag1630.xml"/><Relationship Id="rId13" Type="http://schemas.microsoft.com/office/2018/10/relationships/comments" Target="../comments/modernComment_1B2_4B62DDDC.xml"/><Relationship Id="rId3" Type="http://schemas.openxmlformats.org/officeDocument/2006/relationships/tags" Target="../tags/tag1625.xml"/><Relationship Id="rId7" Type="http://schemas.openxmlformats.org/officeDocument/2006/relationships/tags" Target="../tags/tag1629.xml"/><Relationship Id="rId12" Type="http://schemas.openxmlformats.org/officeDocument/2006/relationships/notesSlide" Target="../notesSlides/notesSlide82.xml"/><Relationship Id="rId2" Type="http://schemas.openxmlformats.org/officeDocument/2006/relationships/tags" Target="../tags/tag1624.xml"/><Relationship Id="rId1" Type="http://schemas.openxmlformats.org/officeDocument/2006/relationships/tags" Target="../tags/tag1623.xml"/><Relationship Id="rId6" Type="http://schemas.openxmlformats.org/officeDocument/2006/relationships/tags" Target="../tags/tag1628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1627.xml"/><Relationship Id="rId10" Type="http://schemas.openxmlformats.org/officeDocument/2006/relationships/tags" Target="../tags/tag1632.xml"/><Relationship Id="rId4" Type="http://schemas.openxmlformats.org/officeDocument/2006/relationships/tags" Target="../tags/tag1626.xml"/><Relationship Id="rId9" Type="http://schemas.openxmlformats.org/officeDocument/2006/relationships/tags" Target="../tags/tag1631.xml"/></Relationships>
</file>

<file path=ppt/slides/_rels/slide127.xml.rels><?xml version="1.0" encoding="UTF-8" standalone="yes"?>
<Relationships xmlns="http://schemas.openxmlformats.org/package/2006/relationships"><Relationship Id="rId8" Type="http://schemas.openxmlformats.org/officeDocument/2006/relationships/tags" Target="../tags/tag1640.xml"/><Relationship Id="rId13" Type="http://schemas.openxmlformats.org/officeDocument/2006/relationships/notesSlide" Target="../notesSlides/notesSlide83.xml"/><Relationship Id="rId3" Type="http://schemas.openxmlformats.org/officeDocument/2006/relationships/tags" Target="../tags/tag1635.xml"/><Relationship Id="rId7" Type="http://schemas.openxmlformats.org/officeDocument/2006/relationships/tags" Target="../tags/tag1639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634.xml"/><Relationship Id="rId1" Type="http://schemas.openxmlformats.org/officeDocument/2006/relationships/tags" Target="../tags/tag1633.xml"/><Relationship Id="rId6" Type="http://schemas.openxmlformats.org/officeDocument/2006/relationships/tags" Target="../tags/tag1638.xml"/><Relationship Id="rId11" Type="http://schemas.openxmlformats.org/officeDocument/2006/relationships/tags" Target="../tags/tag1643.xml"/><Relationship Id="rId5" Type="http://schemas.openxmlformats.org/officeDocument/2006/relationships/tags" Target="../tags/tag1637.xml"/><Relationship Id="rId10" Type="http://schemas.openxmlformats.org/officeDocument/2006/relationships/tags" Target="../tags/tag1642.xml"/><Relationship Id="rId4" Type="http://schemas.openxmlformats.org/officeDocument/2006/relationships/tags" Target="../tags/tag1636.xml"/><Relationship Id="rId9" Type="http://schemas.openxmlformats.org/officeDocument/2006/relationships/tags" Target="../tags/tag1641.xml"/><Relationship Id="rId14" Type="http://schemas.microsoft.com/office/2018/10/relationships/comments" Target="../comments/modernComment_1B3_7DF050AA.xml"/></Relationships>
</file>

<file path=ppt/slides/_rels/slide128.xml.rels><?xml version="1.0" encoding="UTF-8" standalone="yes"?>
<Relationships xmlns="http://schemas.openxmlformats.org/package/2006/relationships"><Relationship Id="rId8" Type="http://schemas.openxmlformats.org/officeDocument/2006/relationships/tags" Target="../tags/tag1651.xml"/><Relationship Id="rId13" Type="http://schemas.openxmlformats.org/officeDocument/2006/relationships/notesSlide" Target="../notesSlides/notesSlide84.xml"/><Relationship Id="rId3" Type="http://schemas.openxmlformats.org/officeDocument/2006/relationships/tags" Target="../tags/tag1646.xml"/><Relationship Id="rId7" Type="http://schemas.openxmlformats.org/officeDocument/2006/relationships/tags" Target="../tags/tag1650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1645.xml"/><Relationship Id="rId1" Type="http://schemas.openxmlformats.org/officeDocument/2006/relationships/tags" Target="../tags/tag1644.xml"/><Relationship Id="rId6" Type="http://schemas.openxmlformats.org/officeDocument/2006/relationships/tags" Target="../tags/tag1649.xml"/><Relationship Id="rId11" Type="http://schemas.openxmlformats.org/officeDocument/2006/relationships/tags" Target="../tags/tag1654.xml"/><Relationship Id="rId5" Type="http://schemas.openxmlformats.org/officeDocument/2006/relationships/tags" Target="../tags/tag1648.xml"/><Relationship Id="rId10" Type="http://schemas.openxmlformats.org/officeDocument/2006/relationships/tags" Target="../tags/tag1653.xml"/><Relationship Id="rId4" Type="http://schemas.openxmlformats.org/officeDocument/2006/relationships/tags" Target="../tags/tag1647.xml"/><Relationship Id="rId9" Type="http://schemas.openxmlformats.org/officeDocument/2006/relationships/tags" Target="../tags/tag1652.xml"/><Relationship Id="rId14" Type="http://schemas.microsoft.com/office/2018/10/relationships/comments" Target="../comments/modernComment_1B4_83CABF74.xml"/></Relationships>
</file>

<file path=ppt/slides/_rels/slide129.xml.rels><?xml version="1.0" encoding="UTF-8" standalone="yes"?>
<Relationships xmlns="http://schemas.openxmlformats.org/package/2006/relationships"><Relationship Id="rId8" Type="http://schemas.openxmlformats.org/officeDocument/2006/relationships/tags" Target="../tags/tag1662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1657.xml"/><Relationship Id="rId7" Type="http://schemas.openxmlformats.org/officeDocument/2006/relationships/tags" Target="../tags/tag1661.xml"/><Relationship Id="rId12" Type="http://schemas.openxmlformats.org/officeDocument/2006/relationships/tags" Target="../tags/tag1666.xml"/><Relationship Id="rId2" Type="http://schemas.openxmlformats.org/officeDocument/2006/relationships/tags" Target="../tags/tag1656.xml"/><Relationship Id="rId1" Type="http://schemas.openxmlformats.org/officeDocument/2006/relationships/tags" Target="../tags/tag1655.xml"/><Relationship Id="rId6" Type="http://schemas.openxmlformats.org/officeDocument/2006/relationships/tags" Target="../tags/tag1660.xml"/><Relationship Id="rId11" Type="http://schemas.openxmlformats.org/officeDocument/2006/relationships/tags" Target="../tags/tag1665.xml"/><Relationship Id="rId5" Type="http://schemas.openxmlformats.org/officeDocument/2006/relationships/tags" Target="../tags/tag1659.xml"/><Relationship Id="rId15" Type="http://schemas.microsoft.com/office/2018/10/relationships/comments" Target="../comments/modernComment_1B5_398B4BAC.xml"/><Relationship Id="rId10" Type="http://schemas.openxmlformats.org/officeDocument/2006/relationships/tags" Target="../tags/tag1664.xml"/><Relationship Id="rId4" Type="http://schemas.openxmlformats.org/officeDocument/2006/relationships/tags" Target="../tags/tag1658.xml"/><Relationship Id="rId9" Type="http://schemas.openxmlformats.org/officeDocument/2006/relationships/tags" Target="../tags/tag1663.xml"/><Relationship Id="rId14" Type="http://schemas.openxmlformats.org/officeDocument/2006/relationships/notesSlide" Target="../notesSlides/notesSlide85.xml"/></Relationships>
</file>

<file path=ppt/slides/_rels/slide130.xml.rels><?xml version="1.0" encoding="UTF-8" standalone="yes"?>
<Relationships xmlns="http://schemas.openxmlformats.org/package/2006/relationships"><Relationship Id="rId8" Type="http://schemas.openxmlformats.org/officeDocument/2006/relationships/tags" Target="../tags/tag1674.xml"/><Relationship Id="rId13" Type="http://schemas.openxmlformats.org/officeDocument/2006/relationships/tags" Target="../tags/tag1679.xml"/><Relationship Id="rId3" Type="http://schemas.openxmlformats.org/officeDocument/2006/relationships/tags" Target="../tags/tag1669.xml"/><Relationship Id="rId7" Type="http://schemas.openxmlformats.org/officeDocument/2006/relationships/tags" Target="../tags/tag1673.xml"/><Relationship Id="rId12" Type="http://schemas.openxmlformats.org/officeDocument/2006/relationships/tags" Target="../tags/tag1678.xml"/><Relationship Id="rId2" Type="http://schemas.openxmlformats.org/officeDocument/2006/relationships/tags" Target="../tags/tag1668.xml"/><Relationship Id="rId16" Type="http://schemas.microsoft.com/office/2018/10/relationships/comments" Target="../comments/modernComment_1B6_A9EC22B2.xml"/><Relationship Id="rId1" Type="http://schemas.openxmlformats.org/officeDocument/2006/relationships/tags" Target="../tags/tag1667.xml"/><Relationship Id="rId6" Type="http://schemas.openxmlformats.org/officeDocument/2006/relationships/tags" Target="../tags/tag1672.xml"/><Relationship Id="rId11" Type="http://schemas.openxmlformats.org/officeDocument/2006/relationships/tags" Target="../tags/tag1677.xml"/><Relationship Id="rId5" Type="http://schemas.openxmlformats.org/officeDocument/2006/relationships/tags" Target="../tags/tag1671.xml"/><Relationship Id="rId15" Type="http://schemas.openxmlformats.org/officeDocument/2006/relationships/notesSlide" Target="../notesSlides/notesSlide86.xml"/><Relationship Id="rId10" Type="http://schemas.openxmlformats.org/officeDocument/2006/relationships/tags" Target="../tags/tag1676.xml"/><Relationship Id="rId4" Type="http://schemas.openxmlformats.org/officeDocument/2006/relationships/tags" Target="../tags/tag1670.xml"/><Relationship Id="rId9" Type="http://schemas.openxmlformats.org/officeDocument/2006/relationships/tags" Target="../tags/tag1675.xml"/><Relationship Id="rId14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8" Type="http://schemas.openxmlformats.org/officeDocument/2006/relationships/tags" Target="../tags/tag1687.xml"/><Relationship Id="rId13" Type="http://schemas.openxmlformats.org/officeDocument/2006/relationships/tags" Target="../tags/tag1692.xml"/><Relationship Id="rId3" Type="http://schemas.openxmlformats.org/officeDocument/2006/relationships/tags" Target="../tags/tag1682.xml"/><Relationship Id="rId7" Type="http://schemas.openxmlformats.org/officeDocument/2006/relationships/tags" Target="../tags/tag1686.xml"/><Relationship Id="rId12" Type="http://schemas.openxmlformats.org/officeDocument/2006/relationships/tags" Target="../tags/tag1691.xml"/><Relationship Id="rId2" Type="http://schemas.openxmlformats.org/officeDocument/2006/relationships/tags" Target="../tags/tag1681.xml"/><Relationship Id="rId16" Type="http://schemas.microsoft.com/office/2018/10/relationships/comments" Target="../comments/modernComment_1B7_255E8F6A.xml"/><Relationship Id="rId1" Type="http://schemas.openxmlformats.org/officeDocument/2006/relationships/tags" Target="../tags/tag1680.xml"/><Relationship Id="rId6" Type="http://schemas.openxmlformats.org/officeDocument/2006/relationships/tags" Target="../tags/tag1685.xml"/><Relationship Id="rId11" Type="http://schemas.openxmlformats.org/officeDocument/2006/relationships/tags" Target="../tags/tag1690.xml"/><Relationship Id="rId5" Type="http://schemas.openxmlformats.org/officeDocument/2006/relationships/tags" Target="../tags/tag1684.xml"/><Relationship Id="rId15" Type="http://schemas.openxmlformats.org/officeDocument/2006/relationships/notesSlide" Target="../notesSlides/notesSlide87.xml"/><Relationship Id="rId10" Type="http://schemas.openxmlformats.org/officeDocument/2006/relationships/tags" Target="../tags/tag1689.xml"/><Relationship Id="rId4" Type="http://schemas.openxmlformats.org/officeDocument/2006/relationships/tags" Target="../tags/tag1683.xml"/><Relationship Id="rId9" Type="http://schemas.openxmlformats.org/officeDocument/2006/relationships/tags" Target="../tags/tag1688.xml"/><Relationship Id="rId14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8" Type="http://schemas.openxmlformats.org/officeDocument/2006/relationships/tags" Target="../tags/tag1700.xml"/><Relationship Id="rId13" Type="http://schemas.openxmlformats.org/officeDocument/2006/relationships/tags" Target="../tags/tag1705.xml"/><Relationship Id="rId3" Type="http://schemas.openxmlformats.org/officeDocument/2006/relationships/tags" Target="../tags/tag1695.xml"/><Relationship Id="rId7" Type="http://schemas.openxmlformats.org/officeDocument/2006/relationships/tags" Target="../tags/tag1699.xml"/><Relationship Id="rId12" Type="http://schemas.openxmlformats.org/officeDocument/2006/relationships/tags" Target="../tags/tag1704.xml"/><Relationship Id="rId17" Type="http://schemas.microsoft.com/office/2018/10/relationships/comments" Target="../comments/modernComment_1B8_E20E7A9C.xml"/><Relationship Id="rId2" Type="http://schemas.openxmlformats.org/officeDocument/2006/relationships/tags" Target="../tags/tag1694.xml"/><Relationship Id="rId16" Type="http://schemas.openxmlformats.org/officeDocument/2006/relationships/notesSlide" Target="../notesSlides/notesSlide88.xml"/><Relationship Id="rId1" Type="http://schemas.openxmlformats.org/officeDocument/2006/relationships/tags" Target="../tags/tag1693.xml"/><Relationship Id="rId6" Type="http://schemas.openxmlformats.org/officeDocument/2006/relationships/tags" Target="../tags/tag1698.xml"/><Relationship Id="rId11" Type="http://schemas.openxmlformats.org/officeDocument/2006/relationships/tags" Target="../tags/tag1703.xml"/><Relationship Id="rId5" Type="http://schemas.openxmlformats.org/officeDocument/2006/relationships/tags" Target="../tags/tag1697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702.xml"/><Relationship Id="rId4" Type="http://schemas.openxmlformats.org/officeDocument/2006/relationships/tags" Target="../tags/tag1696.xml"/><Relationship Id="rId9" Type="http://schemas.openxmlformats.org/officeDocument/2006/relationships/tags" Target="../tags/tag1701.xml"/><Relationship Id="rId14" Type="http://schemas.openxmlformats.org/officeDocument/2006/relationships/tags" Target="../tags/tag1706.xml"/></Relationships>
</file>

<file path=ppt/slides/_rels/slide133.xml.rels><?xml version="1.0" encoding="UTF-8" standalone="yes"?>
<Relationships xmlns="http://schemas.openxmlformats.org/package/2006/relationships"><Relationship Id="rId8" Type="http://schemas.openxmlformats.org/officeDocument/2006/relationships/tags" Target="../tags/tag1714.xml"/><Relationship Id="rId13" Type="http://schemas.openxmlformats.org/officeDocument/2006/relationships/tags" Target="../tags/tag1719.xml"/><Relationship Id="rId3" Type="http://schemas.openxmlformats.org/officeDocument/2006/relationships/tags" Target="../tags/tag1709.xml"/><Relationship Id="rId7" Type="http://schemas.openxmlformats.org/officeDocument/2006/relationships/tags" Target="../tags/tag1713.xml"/><Relationship Id="rId12" Type="http://schemas.openxmlformats.org/officeDocument/2006/relationships/tags" Target="../tags/tag1718.xml"/><Relationship Id="rId17" Type="http://schemas.microsoft.com/office/2018/10/relationships/comments" Target="../comments/modernComment_1B9_C84104AA.xml"/><Relationship Id="rId2" Type="http://schemas.openxmlformats.org/officeDocument/2006/relationships/tags" Target="../tags/tag1708.xml"/><Relationship Id="rId16" Type="http://schemas.openxmlformats.org/officeDocument/2006/relationships/notesSlide" Target="../notesSlides/notesSlide89.xml"/><Relationship Id="rId1" Type="http://schemas.openxmlformats.org/officeDocument/2006/relationships/tags" Target="../tags/tag1707.xml"/><Relationship Id="rId6" Type="http://schemas.openxmlformats.org/officeDocument/2006/relationships/tags" Target="../tags/tag1712.xml"/><Relationship Id="rId11" Type="http://schemas.openxmlformats.org/officeDocument/2006/relationships/tags" Target="../tags/tag1717.xml"/><Relationship Id="rId5" Type="http://schemas.openxmlformats.org/officeDocument/2006/relationships/tags" Target="../tags/tag1711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1716.xml"/><Relationship Id="rId4" Type="http://schemas.openxmlformats.org/officeDocument/2006/relationships/tags" Target="../tags/tag1710.xml"/><Relationship Id="rId9" Type="http://schemas.openxmlformats.org/officeDocument/2006/relationships/tags" Target="../tags/tag1715.xml"/><Relationship Id="rId14" Type="http://schemas.openxmlformats.org/officeDocument/2006/relationships/tags" Target="../tags/tag1720.xml"/></Relationships>
</file>

<file path=ppt/slides/_rels/slide134.xml.rels><?xml version="1.0" encoding="UTF-8" standalone="yes"?>
<Relationships xmlns="http://schemas.openxmlformats.org/package/2006/relationships"><Relationship Id="rId8" Type="http://schemas.openxmlformats.org/officeDocument/2006/relationships/tags" Target="../tags/tag1728.xml"/><Relationship Id="rId13" Type="http://schemas.openxmlformats.org/officeDocument/2006/relationships/tags" Target="../tags/tag1733.xml"/><Relationship Id="rId18" Type="http://schemas.microsoft.com/office/2018/10/relationships/comments" Target="../comments/modernComment_1BA_8BE61EA.xml"/><Relationship Id="rId3" Type="http://schemas.openxmlformats.org/officeDocument/2006/relationships/tags" Target="../tags/tag1723.xml"/><Relationship Id="rId7" Type="http://schemas.openxmlformats.org/officeDocument/2006/relationships/tags" Target="../tags/tag1727.xml"/><Relationship Id="rId12" Type="http://schemas.openxmlformats.org/officeDocument/2006/relationships/tags" Target="../tags/tag1732.xml"/><Relationship Id="rId17" Type="http://schemas.openxmlformats.org/officeDocument/2006/relationships/notesSlide" Target="../notesSlides/notesSlide90.xml"/><Relationship Id="rId2" Type="http://schemas.openxmlformats.org/officeDocument/2006/relationships/tags" Target="../tags/tag1722.xml"/><Relationship Id="rId16" Type="http://schemas.openxmlformats.org/officeDocument/2006/relationships/slideLayout" Target="../slideLayouts/slideLayout1.xml"/><Relationship Id="rId1" Type="http://schemas.openxmlformats.org/officeDocument/2006/relationships/tags" Target="../tags/tag1721.xml"/><Relationship Id="rId6" Type="http://schemas.openxmlformats.org/officeDocument/2006/relationships/tags" Target="../tags/tag1726.xml"/><Relationship Id="rId11" Type="http://schemas.openxmlformats.org/officeDocument/2006/relationships/tags" Target="../tags/tag1731.xml"/><Relationship Id="rId5" Type="http://schemas.openxmlformats.org/officeDocument/2006/relationships/tags" Target="../tags/tag1725.xml"/><Relationship Id="rId15" Type="http://schemas.openxmlformats.org/officeDocument/2006/relationships/tags" Target="../tags/tag1735.xml"/><Relationship Id="rId10" Type="http://schemas.openxmlformats.org/officeDocument/2006/relationships/tags" Target="../tags/tag1730.xml"/><Relationship Id="rId4" Type="http://schemas.openxmlformats.org/officeDocument/2006/relationships/tags" Target="../tags/tag1724.xml"/><Relationship Id="rId9" Type="http://schemas.openxmlformats.org/officeDocument/2006/relationships/tags" Target="../tags/tag1729.xml"/><Relationship Id="rId14" Type="http://schemas.openxmlformats.org/officeDocument/2006/relationships/tags" Target="../tags/tag1734.xml"/></Relationships>
</file>

<file path=ppt/slides/_rels/slide135.xml.rels><?xml version="1.0" encoding="UTF-8" standalone="yes"?>
<Relationships xmlns="http://schemas.openxmlformats.org/package/2006/relationships"><Relationship Id="rId8" Type="http://schemas.openxmlformats.org/officeDocument/2006/relationships/tags" Target="../tags/tag1743.xml"/><Relationship Id="rId13" Type="http://schemas.openxmlformats.org/officeDocument/2006/relationships/tags" Target="../tags/tag1748.xml"/><Relationship Id="rId18" Type="http://schemas.openxmlformats.org/officeDocument/2006/relationships/notesSlide" Target="../notesSlides/notesSlide91.xml"/><Relationship Id="rId3" Type="http://schemas.openxmlformats.org/officeDocument/2006/relationships/tags" Target="../tags/tag1738.xml"/><Relationship Id="rId7" Type="http://schemas.openxmlformats.org/officeDocument/2006/relationships/tags" Target="../tags/tag1742.xml"/><Relationship Id="rId12" Type="http://schemas.openxmlformats.org/officeDocument/2006/relationships/tags" Target="../tags/tag1747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737.xml"/><Relationship Id="rId16" Type="http://schemas.openxmlformats.org/officeDocument/2006/relationships/tags" Target="../tags/tag1751.xml"/><Relationship Id="rId1" Type="http://schemas.openxmlformats.org/officeDocument/2006/relationships/tags" Target="../tags/tag1736.xml"/><Relationship Id="rId6" Type="http://schemas.openxmlformats.org/officeDocument/2006/relationships/tags" Target="../tags/tag1741.xml"/><Relationship Id="rId11" Type="http://schemas.openxmlformats.org/officeDocument/2006/relationships/tags" Target="../tags/tag1746.xml"/><Relationship Id="rId5" Type="http://schemas.openxmlformats.org/officeDocument/2006/relationships/tags" Target="../tags/tag1740.xml"/><Relationship Id="rId15" Type="http://schemas.openxmlformats.org/officeDocument/2006/relationships/tags" Target="../tags/tag1750.xml"/><Relationship Id="rId10" Type="http://schemas.openxmlformats.org/officeDocument/2006/relationships/tags" Target="../tags/tag1745.xml"/><Relationship Id="rId19" Type="http://schemas.microsoft.com/office/2018/10/relationships/comments" Target="../comments/modernComment_1BB_9DFE6E55.xml"/><Relationship Id="rId4" Type="http://schemas.openxmlformats.org/officeDocument/2006/relationships/tags" Target="../tags/tag1739.xml"/><Relationship Id="rId9" Type="http://schemas.openxmlformats.org/officeDocument/2006/relationships/tags" Target="../tags/tag1744.xml"/><Relationship Id="rId14" Type="http://schemas.openxmlformats.org/officeDocument/2006/relationships/tags" Target="../tags/tag1749.xml"/></Relationships>
</file>

<file path=ppt/slides/_rels/slide136.xml.rels><?xml version="1.0" encoding="UTF-8" standalone="yes"?>
<Relationships xmlns="http://schemas.openxmlformats.org/package/2006/relationships"><Relationship Id="rId8" Type="http://schemas.openxmlformats.org/officeDocument/2006/relationships/tags" Target="../tags/tag1759.xml"/><Relationship Id="rId13" Type="http://schemas.openxmlformats.org/officeDocument/2006/relationships/tags" Target="../tags/tag1764.xml"/><Relationship Id="rId18" Type="http://schemas.openxmlformats.org/officeDocument/2006/relationships/notesSlide" Target="../notesSlides/notesSlide92.xml"/><Relationship Id="rId3" Type="http://schemas.openxmlformats.org/officeDocument/2006/relationships/tags" Target="../tags/tag1754.xml"/><Relationship Id="rId7" Type="http://schemas.openxmlformats.org/officeDocument/2006/relationships/tags" Target="../tags/tag1758.xml"/><Relationship Id="rId12" Type="http://schemas.openxmlformats.org/officeDocument/2006/relationships/tags" Target="../tags/tag1763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1753.xml"/><Relationship Id="rId16" Type="http://schemas.openxmlformats.org/officeDocument/2006/relationships/tags" Target="../tags/tag1767.xml"/><Relationship Id="rId1" Type="http://schemas.openxmlformats.org/officeDocument/2006/relationships/tags" Target="../tags/tag1752.xml"/><Relationship Id="rId6" Type="http://schemas.openxmlformats.org/officeDocument/2006/relationships/tags" Target="../tags/tag1757.xml"/><Relationship Id="rId11" Type="http://schemas.openxmlformats.org/officeDocument/2006/relationships/tags" Target="../tags/tag1762.xml"/><Relationship Id="rId5" Type="http://schemas.openxmlformats.org/officeDocument/2006/relationships/tags" Target="../tags/tag1756.xml"/><Relationship Id="rId15" Type="http://schemas.openxmlformats.org/officeDocument/2006/relationships/tags" Target="../tags/tag1766.xml"/><Relationship Id="rId10" Type="http://schemas.openxmlformats.org/officeDocument/2006/relationships/tags" Target="../tags/tag1761.xml"/><Relationship Id="rId19" Type="http://schemas.microsoft.com/office/2018/10/relationships/comments" Target="../comments/modernComment_1BC_3DBB24C2.xml"/><Relationship Id="rId4" Type="http://schemas.openxmlformats.org/officeDocument/2006/relationships/tags" Target="../tags/tag1755.xml"/><Relationship Id="rId9" Type="http://schemas.openxmlformats.org/officeDocument/2006/relationships/tags" Target="../tags/tag1760.xml"/><Relationship Id="rId14" Type="http://schemas.openxmlformats.org/officeDocument/2006/relationships/tags" Target="../tags/tag1765.xml"/></Relationships>
</file>

<file path=ppt/slides/_rels/slide137.xml.rels><?xml version="1.0" encoding="UTF-8" standalone="yes"?>
<Relationships xmlns="http://schemas.openxmlformats.org/package/2006/relationships"><Relationship Id="rId8" Type="http://schemas.openxmlformats.org/officeDocument/2006/relationships/tags" Target="../tags/tag1775.xml"/><Relationship Id="rId13" Type="http://schemas.openxmlformats.org/officeDocument/2006/relationships/tags" Target="../tags/tag1780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770.xml"/><Relationship Id="rId7" Type="http://schemas.openxmlformats.org/officeDocument/2006/relationships/tags" Target="../tags/tag1774.xml"/><Relationship Id="rId12" Type="http://schemas.openxmlformats.org/officeDocument/2006/relationships/tags" Target="../tags/tag1779.xml"/><Relationship Id="rId17" Type="http://schemas.openxmlformats.org/officeDocument/2006/relationships/tags" Target="../tags/tag1784.xml"/><Relationship Id="rId2" Type="http://schemas.openxmlformats.org/officeDocument/2006/relationships/tags" Target="../tags/tag1769.xml"/><Relationship Id="rId16" Type="http://schemas.openxmlformats.org/officeDocument/2006/relationships/tags" Target="../tags/tag1783.xml"/><Relationship Id="rId20" Type="http://schemas.microsoft.com/office/2018/10/relationships/comments" Target="../comments/modernComment_1BD_4E648097.xml"/><Relationship Id="rId1" Type="http://schemas.openxmlformats.org/officeDocument/2006/relationships/tags" Target="../tags/tag1768.xml"/><Relationship Id="rId6" Type="http://schemas.openxmlformats.org/officeDocument/2006/relationships/tags" Target="../tags/tag1773.xml"/><Relationship Id="rId11" Type="http://schemas.openxmlformats.org/officeDocument/2006/relationships/tags" Target="../tags/tag1778.xml"/><Relationship Id="rId5" Type="http://schemas.openxmlformats.org/officeDocument/2006/relationships/tags" Target="../tags/tag1772.xml"/><Relationship Id="rId15" Type="http://schemas.openxmlformats.org/officeDocument/2006/relationships/tags" Target="../tags/tag1782.xml"/><Relationship Id="rId10" Type="http://schemas.openxmlformats.org/officeDocument/2006/relationships/tags" Target="../tags/tag1777.xml"/><Relationship Id="rId19" Type="http://schemas.openxmlformats.org/officeDocument/2006/relationships/notesSlide" Target="../notesSlides/notesSlide93.xml"/><Relationship Id="rId4" Type="http://schemas.openxmlformats.org/officeDocument/2006/relationships/tags" Target="../tags/tag1771.xml"/><Relationship Id="rId9" Type="http://schemas.openxmlformats.org/officeDocument/2006/relationships/tags" Target="../tags/tag1776.xml"/><Relationship Id="rId14" Type="http://schemas.openxmlformats.org/officeDocument/2006/relationships/tags" Target="../tags/tag1781.xml"/></Relationships>
</file>

<file path=ppt/slides/_rels/slide138.xml.rels><?xml version="1.0" encoding="UTF-8" standalone="yes"?>
<Relationships xmlns="http://schemas.openxmlformats.org/package/2006/relationships"><Relationship Id="rId8" Type="http://schemas.openxmlformats.org/officeDocument/2006/relationships/tags" Target="../tags/tag1792.xml"/><Relationship Id="rId13" Type="http://schemas.openxmlformats.org/officeDocument/2006/relationships/tags" Target="../tags/tag1797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1787.xml"/><Relationship Id="rId7" Type="http://schemas.openxmlformats.org/officeDocument/2006/relationships/tags" Target="../tags/tag1791.xml"/><Relationship Id="rId12" Type="http://schemas.openxmlformats.org/officeDocument/2006/relationships/tags" Target="../tags/tag1796.xml"/><Relationship Id="rId17" Type="http://schemas.openxmlformats.org/officeDocument/2006/relationships/tags" Target="../tags/tag1801.xml"/><Relationship Id="rId2" Type="http://schemas.openxmlformats.org/officeDocument/2006/relationships/tags" Target="../tags/tag1786.xml"/><Relationship Id="rId16" Type="http://schemas.openxmlformats.org/officeDocument/2006/relationships/tags" Target="../tags/tag1800.xml"/><Relationship Id="rId20" Type="http://schemas.microsoft.com/office/2018/10/relationships/comments" Target="../comments/modernComment_1BE_9BEFAA9B.xml"/><Relationship Id="rId1" Type="http://schemas.openxmlformats.org/officeDocument/2006/relationships/tags" Target="../tags/tag1785.xml"/><Relationship Id="rId6" Type="http://schemas.openxmlformats.org/officeDocument/2006/relationships/tags" Target="../tags/tag1790.xml"/><Relationship Id="rId11" Type="http://schemas.openxmlformats.org/officeDocument/2006/relationships/tags" Target="../tags/tag1795.xml"/><Relationship Id="rId5" Type="http://schemas.openxmlformats.org/officeDocument/2006/relationships/tags" Target="../tags/tag1789.xml"/><Relationship Id="rId15" Type="http://schemas.openxmlformats.org/officeDocument/2006/relationships/tags" Target="../tags/tag1799.xml"/><Relationship Id="rId10" Type="http://schemas.openxmlformats.org/officeDocument/2006/relationships/tags" Target="../tags/tag1794.xml"/><Relationship Id="rId19" Type="http://schemas.openxmlformats.org/officeDocument/2006/relationships/notesSlide" Target="../notesSlides/notesSlide94.xml"/><Relationship Id="rId4" Type="http://schemas.openxmlformats.org/officeDocument/2006/relationships/tags" Target="../tags/tag1788.xml"/><Relationship Id="rId9" Type="http://schemas.openxmlformats.org/officeDocument/2006/relationships/tags" Target="../tags/tag1793.xml"/><Relationship Id="rId14" Type="http://schemas.openxmlformats.org/officeDocument/2006/relationships/tags" Target="../tags/tag1798.xml"/></Relationships>
</file>

<file path=ppt/slides/_rels/slide139.xml.rels><?xml version="1.0" encoding="UTF-8" standalone="yes"?>
<Relationships xmlns="http://schemas.openxmlformats.org/package/2006/relationships"><Relationship Id="rId8" Type="http://schemas.openxmlformats.org/officeDocument/2006/relationships/tags" Target="../tags/tag1809.xml"/><Relationship Id="rId13" Type="http://schemas.openxmlformats.org/officeDocument/2006/relationships/tags" Target="../tags/tag1814.xml"/><Relationship Id="rId18" Type="http://schemas.openxmlformats.org/officeDocument/2006/relationships/tags" Target="../tags/tag1819.xml"/><Relationship Id="rId3" Type="http://schemas.openxmlformats.org/officeDocument/2006/relationships/tags" Target="../tags/tag1804.xml"/><Relationship Id="rId21" Type="http://schemas.microsoft.com/office/2018/10/relationships/comments" Target="../comments/modernComment_1BF_9641979C.xml"/><Relationship Id="rId7" Type="http://schemas.openxmlformats.org/officeDocument/2006/relationships/tags" Target="../tags/tag1808.xml"/><Relationship Id="rId12" Type="http://schemas.openxmlformats.org/officeDocument/2006/relationships/tags" Target="../tags/tag1813.xml"/><Relationship Id="rId17" Type="http://schemas.openxmlformats.org/officeDocument/2006/relationships/tags" Target="../tags/tag1818.xml"/><Relationship Id="rId2" Type="http://schemas.openxmlformats.org/officeDocument/2006/relationships/tags" Target="../tags/tag1803.xml"/><Relationship Id="rId16" Type="http://schemas.openxmlformats.org/officeDocument/2006/relationships/tags" Target="../tags/tag1817.xml"/><Relationship Id="rId20" Type="http://schemas.openxmlformats.org/officeDocument/2006/relationships/notesSlide" Target="../notesSlides/notesSlide95.xml"/><Relationship Id="rId1" Type="http://schemas.openxmlformats.org/officeDocument/2006/relationships/tags" Target="../tags/tag1802.xml"/><Relationship Id="rId6" Type="http://schemas.openxmlformats.org/officeDocument/2006/relationships/tags" Target="../tags/tag1807.xml"/><Relationship Id="rId11" Type="http://schemas.openxmlformats.org/officeDocument/2006/relationships/tags" Target="../tags/tag1812.xml"/><Relationship Id="rId5" Type="http://schemas.openxmlformats.org/officeDocument/2006/relationships/tags" Target="../tags/tag1806.xml"/><Relationship Id="rId15" Type="http://schemas.openxmlformats.org/officeDocument/2006/relationships/tags" Target="../tags/tag1816.xml"/><Relationship Id="rId10" Type="http://schemas.openxmlformats.org/officeDocument/2006/relationships/tags" Target="../tags/tag1811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1805.xml"/><Relationship Id="rId9" Type="http://schemas.openxmlformats.org/officeDocument/2006/relationships/tags" Target="../tags/tag1810.xml"/><Relationship Id="rId14" Type="http://schemas.openxmlformats.org/officeDocument/2006/relationships/tags" Target="../tags/tag1815.xml"/></Relationships>
</file>

<file path=ppt/slides/_rels/slide140.xml.rels><?xml version="1.0" encoding="UTF-8" standalone="yes"?>
<Relationships xmlns="http://schemas.openxmlformats.org/package/2006/relationships"><Relationship Id="rId8" Type="http://schemas.openxmlformats.org/officeDocument/2006/relationships/tags" Target="../tags/tag1827.xml"/><Relationship Id="rId13" Type="http://schemas.openxmlformats.org/officeDocument/2006/relationships/tags" Target="../tags/tag1832.xml"/><Relationship Id="rId18" Type="http://schemas.openxmlformats.org/officeDocument/2006/relationships/tags" Target="../tags/tag1837.xml"/><Relationship Id="rId3" Type="http://schemas.openxmlformats.org/officeDocument/2006/relationships/tags" Target="../tags/tag1822.xml"/><Relationship Id="rId21" Type="http://schemas.openxmlformats.org/officeDocument/2006/relationships/notesSlide" Target="../notesSlides/notesSlide96.xml"/><Relationship Id="rId7" Type="http://schemas.openxmlformats.org/officeDocument/2006/relationships/tags" Target="../tags/tag1826.xml"/><Relationship Id="rId12" Type="http://schemas.openxmlformats.org/officeDocument/2006/relationships/tags" Target="../tags/tag1831.xml"/><Relationship Id="rId17" Type="http://schemas.openxmlformats.org/officeDocument/2006/relationships/tags" Target="../tags/tag1836.xml"/><Relationship Id="rId2" Type="http://schemas.openxmlformats.org/officeDocument/2006/relationships/tags" Target="../tags/tag1821.xml"/><Relationship Id="rId16" Type="http://schemas.openxmlformats.org/officeDocument/2006/relationships/tags" Target="../tags/tag1835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1820.xml"/><Relationship Id="rId6" Type="http://schemas.openxmlformats.org/officeDocument/2006/relationships/tags" Target="../tags/tag1825.xml"/><Relationship Id="rId11" Type="http://schemas.openxmlformats.org/officeDocument/2006/relationships/tags" Target="../tags/tag1830.xml"/><Relationship Id="rId5" Type="http://schemas.openxmlformats.org/officeDocument/2006/relationships/tags" Target="../tags/tag1824.xml"/><Relationship Id="rId15" Type="http://schemas.openxmlformats.org/officeDocument/2006/relationships/tags" Target="../tags/tag1834.xml"/><Relationship Id="rId10" Type="http://schemas.openxmlformats.org/officeDocument/2006/relationships/tags" Target="../tags/tag1829.xml"/><Relationship Id="rId19" Type="http://schemas.openxmlformats.org/officeDocument/2006/relationships/tags" Target="../tags/tag1838.xml"/><Relationship Id="rId4" Type="http://schemas.openxmlformats.org/officeDocument/2006/relationships/tags" Target="../tags/tag1823.xml"/><Relationship Id="rId9" Type="http://schemas.openxmlformats.org/officeDocument/2006/relationships/tags" Target="../tags/tag1828.xml"/><Relationship Id="rId14" Type="http://schemas.openxmlformats.org/officeDocument/2006/relationships/tags" Target="../tags/tag1833.xml"/><Relationship Id="rId22" Type="http://schemas.microsoft.com/office/2018/10/relationships/comments" Target="../comments/modernComment_1C0_E6CD0BA2.xml"/></Relationships>
</file>

<file path=ppt/slides/_rels/slide141.xml.rels><?xml version="1.0" encoding="UTF-8" standalone="yes"?>
<Relationships xmlns="http://schemas.openxmlformats.org/package/2006/relationships"><Relationship Id="rId8" Type="http://schemas.openxmlformats.org/officeDocument/2006/relationships/tags" Target="../tags/tag1846.xml"/><Relationship Id="rId13" Type="http://schemas.openxmlformats.org/officeDocument/2006/relationships/tags" Target="../tags/tag1851.xml"/><Relationship Id="rId18" Type="http://schemas.openxmlformats.org/officeDocument/2006/relationships/tags" Target="../tags/tag1856.xml"/><Relationship Id="rId3" Type="http://schemas.openxmlformats.org/officeDocument/2006/relationships/tags" Target="../tags/tag1841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1845.xml"/><Relationship Id="rId12" Type="http://schemas.openxmlformats.org/officeDocument/2006/relationships/tags" Target="../tags/tag1850.xml"/><Relationship Id="rId17" Type="http://schemas.openxmlformats.org/officeDocument/2006/relationships/tags" Target="../tags/tag1855.xml"/><Relationship Id="rId2" Type="http://schemas.openxmlformats.org/officeDocument/2006/relationships/tags" Target="../tags/tag1840.xml"/><Relationship Id="rId16" Type="http://schemas.openxmlformats.org/officeDocument/2006/relationships/tags" Target="../tags/tag1854.xml"/><Relationship Id="rId20" Type="http://schemas.openxmlformats.org/officeDocument/2006/relationships/tags" Target="../tags/tag1858.xml"/><Relationship Id="rId1" Type="http://schemas.openxmlformats.org/officeDocument/2006/relationships/tags" Target="../tags/tag1839.xml"/><Relationship Id="rId6" Type="http://schemas.openxmlformats.org/officeDocument/2006/relationships/tags" Target="../tags/tag1844.xml"/><Relationship Id="rId11" Type="http://schemas.openxmlformats.org/officeDocument/2006/relationships/tags" Target="../tags/tag1849.xml"/><Relationship Id="rId5" Type="http://schemas.openxmlformats.org/officeDocument/2006/relationships/tags" Target="../tags/tag1843.xml"/><Relationship Id="rId15" Type="http://schemas.openxmlformats.org/officeDocument/2006/relationships/tags" Target="../tags/tag1853.xml"/><Relationship Id="rId23" Type="http://schemas.microsoft.com/office/2018/10/relationships/comments" Target="../comments/modernComment_1C1_CA140B12.xml"/><Relationship Id="rId10" Type="http://schemas.openxmlformats.org/officeDocument/2006/relationships/tags" Target="../tags/tag1848.xml"/><Relationship Id="rId19" Type="http://schemas.openxmlformats.org/officeDocument/2006/relationships/tags" Target="../tags/tag1857.xml"/><Relationship Id="rId4" Type="http://schemas.openxmlformats.org/officeDocument/2006/relationships/tags" Target="../tags/tag1842.xml"/><Relationship Id="rId9" Type="http://schemas.openxmlformats.org/officeDocument/2006/relationships/tags" Target="../tags/tag1847.xml"/><Relationship Id="rId14" Type="http://schemas.openxmlformats.org/officeDocument/2006/relationships/tags" Target="../tags/tag1852.xml"/><Relationship Id="rId22" Type="http://schemas.openxmlformats.org/officeDocument/2006/relationships/notesSlide" Target="../notesSlides/notesSlide97.xml"/></Relationships>
</file>

<file path=ppt/slides/_rels/slide142.xml.rels><?xml version="1.0" encoding="UTF-8" standalone="yes"?>
<Relationships xmlns="http://schemas.openxmlformats.org/package/2006/relationships"><Relationship Id="rId8" Type="http://schemas.openxmlformats.org/officeDocument/2006/relationships/tags" Target="../tags/tag1866.xml"/><Relationship Id="rId13" Type="http://schemas.openxmlformats.org/officeDocument/2006/relationships/tags" Target="../tags/tag1871.xml"/><Relationship Id="rId18" Type="http://schemas.openxmlformats.org/officeDocument/2006/relationships/tags" Target="../tags/tag1876.xml"/><Relationship Id="rId3" Type="http://schemas.openxmlformats.org/officeDocument/2006/relationships/tags" Target="../tags/tag1861.xml"/><Relationship Id="rId21" Type="http://schemas.openxmlformats.org/officeDocument/2006/relationships/tags" Target="../tags/tag1879.xml"/><Relationship Id="rId7" Type="http://schemas.openxmlformats.org/officeDocument/2006/relationships/tags" Target="../tags/tag1865.xml"/><Relationship Id="rId12" Type="http://schemas.openxmlformats.org/officeDocument/2006/relationships/tags" Target="../tags/tag1870.xml"/><Relationship Id="rId17" Type="http://schemas.openxmlformats.org/officeDocument/2006/relationships/tags" Target="../tags/tag1875.xml"/><Relationship Id="rId25" Type="http://schemas.openxmlformats.org/officeDocument/2006/relationships/image" Target="../media/image16.png"/><Relationship Id="rId2" Type="http://schemas.openxmlformats.org/officeDocument/2006/relationships/tags" Target="../tags/tag1860.xml"/><Relationship Id="rId16" Type="http://schemas.openxmlformats.org/officeDocument/2006/relationships/tags" Target="../tags/tag1874.xml"/><Relationship Id="rId20" Type="http://schemas.openxmlformats.org/officeDocument/2006/relationships/tags" Target="../tags/tag1878.xml"/><Relationship Id="rId1" Type="http://schemas.openxmlformats.org/officeDocument/2006/relationships/tags" Target="../tags/tag1859.xml"/><Relationship Id="rId6" Type="http://schemas.openxmlformats.org/officeDocument/2006/relationships/tags" Target="../tags/tag1864.xml"/><Relationship Id="rId11" Type="http://schemas.openxmlformats.org/officeDocument/2006/relationships/tags" Target="../tags/tag1869.xml"/><Relationship Id="rId24" Type="http://schemas.microsoft.com/office/2018/10/relationships/comments" Target="../comments/modernComment_1C2_8121924E.xml"/><Relationship Id="rId5" Type="http://schemas.openxmlformats.org/officeDocument/2006/relationships/tags" Target="../tags/tag1863.xml"/><Relationship Id="rId15" Type="http://schemas.openxmlformats.org/officeDocument/2006/relationships/tags" Target="../tags/tag1873.xml"/><Relationship Id="rId23" Type="http://schemas.openxmlformats.org/officeDocument/2006/relationships/notesSlide" Target="../notesSlides/notesSlide98.xml"/><Relationship Id="rId10" Type="http://schemas.openxmlformats.org/officeDocument/2006/relationships/tags" Target="../tags/tag1868.xml"/><Relationship Id="rId19" Type="http://schemas.openxmlformats.org/officeDocument/2006/relationships/tags" Target="../tags/tag1877.xml"/><Relationship Id="rId4" Type="http://schemas.openxmlformats.org/officeDocument/2006/relationships/tags" Target="../tags/tag1862.xml"/><Relationship Id="rId9" Type="http://schemas.openxmlformats.org/officeDocument/2006/relationships/tags" Target="../tags/tag1867.xml"/><Relationship Id="rId14" Type="http://schemas.openxmlformats.org/officeDocument/2006/relationships/tags" Target="../tags/tag1872.xml"/><Relationship Id="rId22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13" Type="http://schemas.openxmlformats.org/officeDocument/2006/relationships/tags" Target="../tags/tag1892.xml"/><Relationship Id="rId18" Type="http://schemas.openxmlformats.org/officeDocument/2006/relationships/tags" Target="../tags/tag1897.xml"/><Relationship Id="rId26" Type="http://schemas.openxmlformats.org/officeDocument/2006/relationships/tags" Target="../tags/tag1905.xml"/><Relationship Id="rId3" Type="http://schemas.openxmlformats.org/officeDocument/2006/relationships/tags" Target="../tags/tag1882.xml"/><Relationship Id="rId21" Type="http://schemas.openxmlformats.org/officeDocument/2006/relationships/tags" Target="../tags/tag1900.xml"/><Relationship Id="rId34" Type="http://schemas.openxmlformats.org/officeDocument/2006/relationships/image" Target="../media/image8.png"/><Relationship Id="rId7" Type="http://schemas.openxmlformats.org/officeDocument/2006/relationships/tags" Target="../tags/tag1886.xml"/><Relationship Id="rId12" Type="http://schemas.openxmlformats.org/officeDocument/2006/relationships/tags" Target="../tags/tag1891.xml"/><Relationship Id="rId17" Type="http://schemas.openxmlformats.org/officeDocument/2006/relationships/tags" Target="../tags/tag1896.xml"/><Relationship Id="rId25" Type="http://schemas.openxmlformats.org/officeDocument/2006/relationships/tags" Target="../tags/tag1904.xml"/><Relationship Id="rId33" Type="http://schemas.openxmlformats.org/officeDocument/2006/relationships/image" Target="../media/image7.png"/><Relationship Id="rId2" Type="http://schemas.openxmlformats.org/officeDocument/2006/relationships/tags" Target="../tags/tag1881.xml"/><Relationship Id="rId16" Type="http://schemas.openxmlformats.org/officeDocument/2006/relationships/tags" Target="../tags/tag1895.xml"/><Relationship Id="rId20" Type="http://schemas.openxmlformats.org/officeDocument/2006/relationships/tags" Target="../tags/tag1899.xml"/><Relationship Id="rId29" Type="http://schemas.openxmlformats.org/officeDocument/2006/relationships/tags" Target="../tags/tag1908.xml"/><Relationship Id="rId1" Type="http://schemas.openxmlformats.org/officeDocument/2006/relationships/tags" Target="../tags/tag1880.xml"/><Relationship Id="rId6" Type="http://schemas.openxmlformats.org/officeDocument/2006/relationships/tags" Target="../tags/tag1885.xml"/><Relationship Id="rId11" Type="http://schemas.openxmlformats.org/officeDocument/2006/relationships/tags" Target="../tags/tag1890.xml"/><Relationship Id="rId24" Type="http://schemas.openxmlformats.org/officeDocument/2006/relationships/tags" Target="../tags/tag1903.xml"/><Relationship Id="rId32" Type="http://schemas.microsoft.com/office/2018/10/relationships/comments" Target="../comments/modernComment_1C3_7DF10DE8.xml"/><Relationship Id="rId5" Type="http://schemas.openxmlformats.org/officeDocument/2006/relationships/tags" Target="../tags/tag1884.xml"/><Relationship Id="rId15" Type="http://schemas.openxmlformats.org/officeDocument/2006/relationships/tags" Target="../tags/tag1894.xml"/><Relationship Id="rId23" Type="http://schemas.openxmlformats.org/officeDocument/2006/relationships/tags" Target="../tags/tag1902.xml"/><Relationship Id="rId28" Type="http://schemas.openxmlformats.org/officeDocument/2006/relationships/tags" Target="../tags/tag1907.xml"/><Relationship Id="rId36" Type="http://schemas.openxmlformats.org/officeDocument/2006/relationships/image" Target="../media/image12.png"/><Relationship Id="rId10" Type="http://schemas.openxmlformats.org/officeDocument/2006/relationships/tags" Target="../tags/tag1889.xml"/><Relationship Id="rId19" Type="http://schemas.openxmlformats.org/officeDocument/2006/relationships/tags" Target="../tags/tag1898.xml"/><Relationship Id="rId31" Type="http://schemas.openxmlformats.org/officeDocument/2006/relationships/notesSlide" Target="../notesSlides/notesSlide99.xml"/><Relationship Id="rId4" Type="http://schemas.openxmlformats.org/officeDocument/2006/relationships/tags" Target="../tags/tag1883.xml"/><Relationship Id="rId9" Type="http://schemas.openxmlformats.org/officeDocument/2006/relationships/tags" Target="../tags/tag1888.xml"/><Relationship Id="rId14" Type="http://schemas.openxmlformats.org/officeDocument/2006/relationships/tags" Target="../tags/tag1893.xml"/><Relationship Id="rId22" Type="http://schemas.openxmlformats.org/officeDocument/2006/relationships/tags" Target="../tags/tag1901.xml"/><Relationship Id="rId27" Type="http://schemas.openxmlformats.org/officeDocument/2006/relationships/tags" Target="../tags/tag1906.xml"/><Relationship Id="rId30" Type="http://schemas.openxmlformats.org/officeDocument/2006/relationships/slideLayout" Target="../slideLayouts/slideLayout1.xml"/><Relationship Id="rId35" Type="http://schemas.openxmlformats.org/officeDocument/2006/relationships/image" Target="../media/image11.jpeg"/><Relationship Id="rId8" Type="http://schemas.openxmlformats.org/officeDocument/2006/relationships/tags" Target="../tags/tag1887.xml"/></Relationships>
</file>

<file path=ppt/slides/_rels/slide144.xml.rels><?xml version="1.0" encoding="UTF-8" standalone="yes"?>
<Relationships xmlns="http://schemas.openxmlformats.org/package/2006/relationships"><Relationship Id="rId13" Type="http://schemas.openxmlformats.org/officeDocument/2006/relationships/tags" Target="../tags/tag1921.xml"/><Relationship Id="rId18" Type="http://schemas.openxmlformats.org/officeDocument/2006/relationships/tags" Target="../tags/tag1926.xml"/><Relationship Id="rId26" Type="http://schemas.openxmlformats.org/officeDocument/2006/relationships/tags" Target="../tags/tag1934.xml"/><Relationship Id="rId21" Type="http://schemas.openxmlformats.org/officeDocument/2006/relationships/tags" Target="../tags/tag1929.xml"/><Relationship Id="rId34" Type="http://schemas.openxmlformats.org/officeDocument/2006/relationships/image" Target="../media/image7.png"/><Relationship Id="rId7" Type="http://schemas.openxmlformats.org/officeDocument/2006/relationships/tags" Target="../tags/tag1915.xml"/><Relationship Id="rId12" Type="http://schemas.openxmlformats.org/officeDocument/2006/relationships/tags" Target="../tags/tag1920.xml"/><Relationship Id="rId17" Type="http://schemas.openxmlformats.org/officeDocument/2006/relationships/tags" Target="../tags/tag1925.xml"/><Relationship Id="rId25" Type="http://schemas.openxmlformats.org/officeDocument/2006/relationships/tags" Target="../tags/tag1933.xml"/><Relationship Id="rId33" Type="http://schemas.microsoft.com/office/2018/10/relationships/comments" Target="../comments/modernComment_1C4_44E0BBEA.xml"/><Relationship Id="rId2" Type="http://schemas.openxmlformats.org/officeDocument/2006/relationships/tags" Target="../tags/tag1910.xml"/><Relationship Id="rId16" Type="http://schemas.openxmlformats.org/officeDocument/2006/relationships/tags" Target="../tags/tag1924.xml"/><Relationship Id="rId20" Type="http://schemas.openxmlformats.org/officeDocument/2006/relationships/tags" Target="../tags/tag1928.xml"/><Relationship Id="rId29" Type="http://schemas.openxmlformats.org/officeDocument/2006/relationships/tags" Target="../tags/tag1937.xml"/><Relationship Id="rId1" Type="http://schemas.openxmlformats.org/officeDocument/2006/relationships/tags" Target="../tags/tag1909.xml"/><Relationship Id="rId6" Type="http://schemas.openxmlformats.org/officeDocument/2006/relationships/tags" Target="../tags/tag1914.xml"/><Relationship Id="rId11" Type="http://schemas.openxmlformats.org/officeDocument/2006/relationships/tags" Target="../tags/tag1919.xml"/><Relationship Id="rId24" Type="http://schemas.openxmlformats.org/officeDocument/2006/relationships/tags" Target="../tags/tag1932.xml"/><Relationship Id="rId32" Type="http://schemas.openxmlformats.org/officeDocument/2006/relationships/notesSlide" Target="../notesSlides/notesSlide100.xml"/><Relationship Id="rId37" Type="http://schemas.openxmlformats.org/officeDocument/2006/relationships/image" Target="../media/image12.png"/><Relationship Id="rId5" Type="http://schemas.openxmlformats.org/officeDocument/2006/relationships/tags" Target="../tags/tag1913.xml"/><Relationship Id="rId15" Type="http://schemas.openxmlformats.org/officeDocument/2006/relationships/tags" Target="../tags/tag1923.xml"/><Relationship Id="rId23" Type="http://schemas.openxmlformats.org/officeDocument/2006/relationships/tags" Target="../tags/tag1931.xml"/><Relationship Id="rId28" Type="http://schemas.openxmlformats.org/officeDocument/2006/relationships/tags" Target="../tags/tag1936.xml"/><Relationship Id="rId36" Type="http://schemas.openxmlformats.org/officeDocument/2006/relationships/image" Target="../media/image11.jpeg"/><Relationship Id="rId10" Type="http://schemas.openxmlformats.org/officeDocument/2006/relationships/tags" Target="../tags/tag1918.xml"/><Relationship Id="rId19" Type="http://schemas.openxmlformats.org/officeDocument/2006/relationships/tags" Target="../tags/tag1927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1912.xml"/><Relationship Id="rId9" Type="http://schemas.openxmlformats.org/officeDocument/2006/relationships/tags" Target="../tags/tag1917.xml"/><Relationship Id="rId14" Type="http://schemas.openxmlformats.org/officeDocument/2006/relationships/tags" Target="../tags/tag1922.xml"/><Relationship Id="rId22" Type="http://schemas.openxmlformats.org/officeDocument/2006/relationships/tags" Target="../tags/tag1930.xml"/><Relationship Id="rId27" Type="http://schemas.openxmlformats.org/officeDocument/2006/relationships/tags" Target="../tags/tag1935.xml"/><Relationship Id="rId30" Type="http://schemas.openxmlformats.org/officeDocument/2006/relationships/tags" Target="../tags/tag1938.xml"/><Relationship Id="rId35" Type="http://schemas.openxmlformats.org/officeDocument/2006/relationships/image" Target="../media/image8.png"/><Relationship Id="rId8" Type="http://schemas.openxmlformats.org/officeDocument/2006/relationships/tags" Target="../tags/tag1916.xml"/><Relationship Id="rId3" Type="http://schemas.openxmlformats.org/officeDocument/2006/relationships/tags" Target="../tags/tag1911.xml"/></Relationships>
</file>

<file path=ppt/slides/_rels/slide145.xml.rels><?xml version="1.0" encoding="UTF-8" standalone="yes"?>
<Relationships xmlns="http://schemas.openxmlformats.org/package/2006/relationships"><Relationship Id="rId13" Type="http://schemas.openxmlformats.org/officeDocument/2006/relationships/tags" Target="../tags/tag1951.xml"/><Relationship Id="rId18" Type="http://schemas.openxmlformats.org/officeDocument/2006/relationships/tags" Target="../tags/tag1956.xml"/><Relationship Id="rId26" Type="http://schemas.openxmlformats.org/officeDocument/2006/relationships/tags" Target="../tags/tag1964.xml"/><Relationship Id="rId21" Type="http://schemas.openxmlformats.org/officeDocument/2006/relationships/tags" Target="../tags/tag1959.xml"/><Relationship Id="rId34" Type="http://schemas.microsoft.com/office/2018/10/relationships/comments" Target="../comments/modernComment_1C5_E75F840B.xml"/><Relationship Id="rId7" Type="http://schemas.openxmlformats.org/officeDocument/2006/relationships/tags" Target="../tags/tag1945.xml"/><Relationship Id="rId12" Type="http://schemas.openxmlformats.org/officeDocument/2006/relationships/tags" Target="../tags/tag1950.xml"/><Relationship Id="rId17" Type="http://schemas.openxmlformats.org/officeDocument/2006/relationships/tags" Target="../tags/tag1955.xml"/><Relationship Id="rId25" Type="http://schemas.openxmlformats.org/officeDocument/2006/relationships/tags" Target="../tags/tag1963.xml"/><Relationship Id="rId33" Type="http://schemas.openxmlformats.org/officeDocument/2006/relationships/notesSlide" Target="../notesSlides/notesSlide101.xml"/><Relationship Id="rId38" Type="http://schemas.openxmlformats.org/officeDocument/2006/relationships/image" Target="../media/image12.png"/><Relationship Id="rId2" Type="http://schemas.openxmlformats.org/officeDocument/2006/relationships/tags" Target="../tags/tag1940.xml"/><Relationship Id="rId16" Type="http://schemas.openxmlformats.org/officeDocument/2006/relationships/tags" Target="../tags/tag1954.xml"/><Relationship Id="rId20" Type="http://schemas.openxmlformats.org/officeDocument/2006/relationships/tags" Target="../tags/tag1958.xml"/><Relationship Id="rId29" Type="http://schemas.openxmlformats.org/officeDocument/2006/relationships/tags" Target="../tags/tag1967.xml"/><Relationship Id="rId1" Type="http://schemas.openxmlformats.org/officeDocument/2006/relationships/tags" Target="../tags/tag1939.xml"/><Relationship Id="rId6" Type="http://schemas.openxmlformats.org/officeDocument/2006/relationships/tags" Target="../tags/tag1944.xml"/><Relationship Id="rId11" Type="http://schemas.openxmlformats.org/officeDocument/2006/relationships/tags" Target="../tags/tag1949.xml"/><Relationship Id="rId24" Type="http://schemas.openxmlformats.org/officeDocument/2006/relationships/tags" Target="../tags/tag1962.xml"/><Relationship Id="rId32" Type="http://schemas.openxmlformats.org/officeDocument/2006/relationships/slideLayout" Target="../slideLayouts/slideLayout1.xml"/><Relationship Id="rId37" Type="http://schemas.openxmlformats.org/officeDocument/2006/relationships/image" Target="../media/image11.jpeg"/><Relationship Id="rId5" Type="http://schemas.openxmlformats.org/officeDocument/2006/relationships/tags" Target="../tags/tag1943.xml"/><Relationship Id="rId15" Type="http://schemas.openxmlformats.org/officeDocument/2006/relationships/tags" Target="../tags/tag1953.xml"/><Relationship Id="rId23" Type="http://schemas.openxmlformats.org/officeDocument/2006/relationships/tags" Target="../tags/tag1961.xml"/><Relationship Id="rId28" Type="http://schemas.openxmlformats.org/officeDocument/2006/relationships/tags" Target="../tags/tag1966.xml"/><Relationship Id="rId36" Type="http://schemas.openxmlformats.org/officeDocument/2006/relationships/image" Target="../media/image8.png"/><Relationship Id="rId10" Type="http://schemas.openxmlformats.org/officeDocument/2006/relationships/tags" Target="../tags/tag1948.xml"/><Relationship Id="rId19" Type="http://schemas.openxmlformats.org/officeDocument/2006/relationships/tags" Target="../tags/tag1957.xml"/><Relationship Id="rId31" Type="http://schemas.openxmlformats.org/officeDocument/2006/relationships/tags" Target="../tags/tag1969.xml"/><Relationship Id="rId4" Type="http://schemas.openxmlformats.org/officeDocument/2006/relationships/tags" Target="../tags/tag1942.xml"/><Relationship Id="rId9" Type="http://schemas.openxmlformats.org/officeDocument/2006/relationships/tags" Target="../tags/tag1947.xml"/><Relationship Id="rId14" Type="http://schemas.openxmlformats.org/officeDocument/2006/relationships/tags" Target="../tags/tag1952.xml"/><Relationship Id="rId22" Type="http://schemas.openxmlformats.org/officeDocument/2006/relationships/tags" Target="../tags/tag1960.xml"/><Relationship Id="rId27" Type="http://schemas.openxmlformats.org/officeDocument/2006/relationships/tags" Target="../tags/tag1965.xml"/><Relationship Id="rId30" Type="http://schemas.openxmlformats.org/officeDocument/2006/relationships/tags" Target="../tags/tag1968.xml"/><Relationship Id="rId35" Type="http://schemas.openxmlformats.org/officeDocument/2006/relationships/image" Target="../media/image7.png"/><Relationship Id="rId8" Type="http://schemas.openxmlformats.org/officeDocument/2006/relationships/tags" Target="../tags/tag1946.xml"/><Relationship Id="rId3" Type="http://schemas.openxmlformats.org/officeDocument/2006/relationships/tags" Target="../tags/tag1941.xml"/></Relationships>
</file>

<file path=ppt/slides/_rels/slide146.xml.rels><?xml version="1.0" encoding="UTF-8" standalone="yes"?>
<Relationships xmlns="http://schemas.openxmlformats.org/package/2006/relationships"><Relationship Id="rId8" Type="http://schemas.openxmlformats.org/officeDocument/2006/relationships/tags" Target="../tags/tag1977.xml"/><Relationship Id="rId13" Type="http://schemas.openxmlformats.org/officeDocument/2006/relationships/tags" Target="../tags/tag1982.xml"/><Relationship Id="rId18" Type="http://schemas.openxmlformats.org/officeDocument/2006/relationships/tags" Target="../tags/tag1987.xml"/><Relationship Id="rId3" Type="http://schemas.openxmlformats.org/officeDocument/2006/relationships/tags" Target="../tags/tag1972.xml"/><Relationship Id="rId21" Type="http://schemas.openxmlformats.org/officeDocument/2006/relationships/tags" Target="../tags/tag1990.xml"/><Relationship Id="rId7" Type="http://schemas.openxmlformats.org/officeDocument/2006/relationships/tags" Target="../tags/tag1976.xml"/><Relationship Id="rId12" Type="http://schemas.openxmlformats.org/officeDocument/2006/relationships/tags" Target="../tags/tag1981.xml"/><Relationship Id="rId17" Type="http://schemas.openxmlformats.org/officeDocument/2006/relationships/tags" Target="../tags/tag1986.xml"/><Relationship Id="rId25" Type="http://schemas.openxmlformats.org/officeDocument/2006/relationships/image" Target="../media/image7.png"/><Relationship Id="rId2" Type="http://schemas.openxmlformats.org/officeDocument/2006/relationships/tags" Target="../tags/tag1971.xml"/><Relationship Id="rId16" Type="http://schemas.openxmlformats.org/officeDocument/2006/relationships/tags" Target="../tags/tag1985.xml"/><Relationship Id="rId20" Type="http://schemas.openxmlformats.org/officeDocument/2006/relationships/tags" Target="../tags/tag1989.xml"/><Relationship Id="rId1" Type="http://schemas.openxmlformats.org/officeDocument/2006/relationships/tags" Target="../tags/tag1970.xml"/><Relationship Id="rId6" Type="http://schemas.openxmlformats.org/officeDocument/2006/relationships/tags" Target="../tags/tag1975.xml"/><Relationship Id="rId11" Type="http://schemas.openxmlformats.org/officeDocument/2006/relationships/tags" Target="../tags/tag1980.xml"/><Relationship Id="rId24" Type="http://schemas.microsoft.com/office/2018/10/relationships/comments" Target="../comments/modernComment_1C6_87E41D88.xml"/><Relationship Id="rId5" Type="http://schemas.openxmlformats.org/officeDocument/2006/relationships/tags" Target="../tags/tag1974.xml"/><Relationship Id="rId15" Type="http://schemas.openxmlformats.org/officeDocument/2006/relationships/tags" Target="../tags/tag1984.xml"/><Relationship Id="rId23" Type="http://schemas.openxmlformats.org/officeDocument/2006/relationships/notesSlide" Target="../notesSlides/notesSlide102.xml"/><Relationship Id="rId10" Type="http://schemas.openxmlformats.org/officeDocument/2006/relationships/tags" Target="../tags/tag1979.xml"/><Relationship Id="rId19" Type="http://schemas.openxmlformats.org/officeDocument/2006/relationships/tags" Target="../tags/tag1988.xml"/><Relationship Id="rId4" Type="http://schemas.openxmlformats.org/officeDocument/2006/relationships/tags" Target="../tags/tag1973.xml"/><Relationship Id="rId9" Type="http://schemas.openxmlformats.org/officeDocument/2006/relationships/tags" Target="../tags/tag1978.xml"/><Relationship Id="rId14" Type="http://schemas.openxmlformats.org/officeDocument/2006/relationships/tags" Target="../tags/tag1983.xml"/><Relationship Id="rId22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8" Type="http://schemas.openxmlformats.org/officeDocument/2006/relationships/tags" Target="../tags/tag1998.xml"/><Relationship Id="rId13" Type="http://schemas.openxmlformats.org/officeDocument/2006/relationships/tags" Target="../tags/tag2003.xml"/><Relationship Id="rId18" Type="http://schemas.openxmlformats.org/officeDocument/2006/relationships/tags" Target="../tags/tag2008.xml"/><Relationship Id="rId26" Type="http://schemas.openxmlformats.org/officeDocument/2006/relationships/image" Target="../media/image7.png"/><Relationship Id="rId3" Type="http://schemas.openxmlformats.org/officeDocument/2006/relationships/tags" Target="../tags/tag1993.xml"/><Relationship Id="rId21" Type="http://schemas.openxmlformats.org/officeDocument/2006/relationships/tags" Target="../tags/tag2011.xml"/><Relationship Id="rId7" Type="http://schemas.openxmlformats.org/officeDocument/2006/relationships/tags" Target="../tags/tag1997.xml"/><Relationship Id="rId12" Type="http://schemas.openxmlformats.org/officeDocument/2006/relationships/tags" Target="../tags/tag2002.xml"/><Relationship Id="rId17" Type="http://schemas.openxmlformats.org/officeDocument/2006/relationships/tags" Target="../tags/tag2007.xml"/><Relationship Id="rId25" Type="http://schemas.microsoft.com/office/2018/10/relationships/comments" Target="../comments/modernComment_1C7_CE707C4E.xml"/><Relationship Id="rId2" Type="http://schemas.openxmlformats.org/officeDocument/2006/relationships/tags" Target="../tags/tag1992.xml"/><Relationship Id="rId16" Type="http://schemas.openxmlformats.org/officeDocument/2006/relationships/tags" Target="../tags/tag2006.xml"/><Relationship Id="rId20" Type="http://schemas.openxmlformats.org/officeDocument/2006/relationships/tags" Target="../tags/tag2010.xml"/><Relationship Id="rId1" Type="http://schemas.openxmlformats.org/officeDocument/2006/relationships/tags" Target="../tags/tag1991.xml"/><Relationship Id="rId6" Type="http://schemas.openxmlformats.org/officeDocument/2006/relationships/tags" Target="../tags/tag1996.xml"/><Relationship Id="rId11" Type="http://schemas.openxmlformats.org/officeDocument/2006/relationships/tags" Target="../tags/tag2001.xml"/><Relationship Id="rId24" Type="http://schemas.openxmlformats.org/officeDocument/2006/relationships/notesSlide" Target="../notesSlides/notesSlide103.xml"/><Relationship Id="rId5" Type="http://schemas.openxmlformats.org/officeDocument/2006/relationships/tags" Target="../tags/tag1995.xml"/><Relationship Id="rId15" Type="http://schemas.openxmlformats.org/officeDocument/2006/relationships/tags" Target="../tags/tag2005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2000.xml"/><Relationship Id="rId19" Type="http://schemas.openxmlformats.org/officeDocument/2006/relationships/tags" Target="../tags/tag2009.xml"/><Relationship Id="rId4" Type="http://schemas.openxmlformats.org/officeDocument/2006/relationships/tags" Target="../tags/tag1994.xml"/><Relationship Id="rId9" Type="http://schemas.openxmlformats.org/officeDocument/2006/relationships/tags" Target="../tags/tag1999.xml"/><Relationship Id="rId14" Type="http://schemas.openxmlformats.org/officeDocument/2006/relationships/tags" Target="../tags/tag2004.xml"/><Relationship Id="rId22" Type="http://schemas.openxmlformats.org/officeDocument/2006/relationships/tags" Target="../tags/tag2012.xml"/><Relationship Id="rId27" Type="http://schemas.openxmlformats.org/officeDocument/2006/relationships/image" Target="../media/image17.png"/></Relationships>
</file>

<file path=ppt/slides/_rels/slide148.xml.rels><?xml version="1.0" encoding="UTF-8" standalone="yes"?>
<Relationships xmlns="http://schemas.openxmlformats.org/package/2006/relationships"><Relationship Id="rId8" Type="http://schemas.openxmlformats.org/officeDocument/2006/relationships/tags" Target="../tags/tag2020.xml"/><Relationship Id="rId13" Type="http://schemas.openxmlformats.org/officeDocument/2006/relationships/tags" Target="../tags/tag2025.xml"/><Relationship Id="rId18" Type="http://schemas.openxmlformats.org/officeDocument/2006/relationships/tags" Target="../tags/tag2030.xml"/><Relationship Id="rId26" Type="http://schemas.microsoft.com/office/2018/10/relationships/comments" Target="../comments/modernComment_1C8_4C377C36.xml"/><Relationship Id="rId3" Type="http://schemas.openxmlformats.org/officeDocument/2006/relationships/tags" Target="../tags/tag2015.xml"/><Relationship Id="rId21" Type="http://schemas.openxmlformats.org/officeDocument/2006/relationships/tags" Target="../tags/tag2033.xml"/><Relationship Id="rId7" Type="http://schemas.openxmlformats.org/officeDocument/2006/relationships/tags" Target="../tags/tag2019.xml"/><Relationship Id="rId12" Type="http://schemas.openxmlformats.org/officeDocument/2006/relationships/tags" Target="../tags/tag2024.xml"/><Relationship Id="rId17" Type="http://schemas.openxmlformats.org/officeDocument/2006/relationships/tags" Target="../tags/tag2029.xml"/><Relationship Id="rId25" Type="http://schemas.openxmlformats.org/officeDocument/2006/relationships/notesSlide" Target="../notesSlides/notesSlide104.xml"/><Relationship Id="rId2" Type="http://schemas.openxmlformats.org/officeDocument/2006/relationships/tags" Target="../tags/tag2014.xml"/><Relationship Id="rId16" Type="http://schemas.openxmlformats.org/officeDocument/2006/relationships/tags" Target="../tags/tag2028.xml"/><Relationship Id="rId20" Type="http://schemas.openxmlformats.org/officeDocument/2006/relationships/tags" Target="../tags/tag2032.xml"/><Relationship Id="rId29" Type="http://schemas.openxmlformats.org/officeDocument/2006/relationships/image" Target="../media/image18.jpeg"/><Relationship Id="rId1" Type="http://schemas.openxmlformats.org/officeDocument/2006/relationships/tags" Target="../tags/tag2013.xml"/><Relationship Id="rId6" Type="http://schemas.openxmlformats.org/officeDocument/2006/relationships/tags" Target="../tags/tag2018.xml"/><Relationship Id="rId11" Type="http://schemas.openxmlformats.org/officeDocument/2006/relationships/tags" Target="../tags/tag2023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017.xml"/><Relationship Id="rId15" Type="http://schemas.openxmlformats.org/officeDocument/2006/relationships/tags" Target="../tags/tag2027.xml"/><Relationship Id="rId23" Type="http://schemas.openxmlformats.org/officeDocument/2006/relationships/tags" Target="../tags/tag2035.xml"/><Relationship Id="rId28" Type="http://schemas.openxmlformats.org/officeDocument/2006/relationships/image" Target="../media/image17.png"/><Relationship Id="rId10" Type="http://schemas.openxmlformats.org/officeDocument/2006/relationships/tags" Target="../tags/tag2022.xml"/><Relationship Id="rId19" Type="http://schemas.openxmlformats.org/officeDocument/2006/relationships/tags" Target="../tags/tag2031.xml"/><Relationship Id="rId4" Type="http://schemas.openxmlformats.org/officeDocument/2006/relationships/tags" Target="../tags/tag2016.xml"/><Relationship Id="rId9" Type="http://schemas.openxmlformats.org/officeDocument/2006/relationships/tags" Target="../tags/tag2021.xml"/><Relationship Id="rId14" Type="http://schemas.openxmlformats.org/officeDocument/2006/relationships/tags" Target="../tags/tag2026.xml"/><Relationship Id="rId22" Type="http://schemas.openxmlformats.org/officeDocument/2006/relationships/tags" Target="../tags/tag2034.xml"/><Relationship Id="rId27" Type="http://schemas.openxmlformats.org/officeDocument/2006/relationships/image" Target="../media/image7.png"/></Relationships>
</file>

<file path=ppt/slides/_rels/slide149.xml.rels><?xml version="1.0" encoding="UTF-8" standalone="yes"?>
<Relationships xmlns="http://schemas.openxmlformats.org/package/2006/relationships"><Relationship Id="rId8" Type="http://schemas.openxmlformats.org/officeDocument/2006/relationships/tags" Target="../tags/tag2043.xml"/><Relationship Id="rId13" Type="http://schemas.openxmlformats.org/officeDocument/2006/relationships/tags" Target="../tags/tag2048.xml"/><Relationship Id="rId18" Type="http://schemas.openxmlformats.org/officeDocument/2006/relationships/tags" Target="../tags/tag2053.xml"/><Relationship Id="rId26" Type="http://schemas.openxmlformats.org/officeDocument/2006/relationships/notesSlide" Target="../notesSlides/notesSlide105.xml"/><Relationship Id="rId3" Type="http://schemas.openxmlformats.org/officeDocument/2006/relationships/tags" Target="../tags/tag2038.xml"/><Relationship Id="rId21" Type="http://schemas.openxmlformats.org/officeDocument/2006/relationships/tags" Target="../tags/tag2056.xml"/><Relationship Id="rId7" Type="http://schemas.openxmlformats.org/officeDocument/2006/relationships/tags" Target="../tags/tag2042.xml"/><Relationship Id="rId12" Type="http://schemas.openxmlformats.org/officeDocument/2006/relationships/tags" Target="../tags/tag2047.xml"/><Relationship Id="rId17" Type="http://schemas.openxmlformats.org/officeDocument/2006/relationships/tags" Target="../tags/tag2052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2037.xml"/><Relationship Id="rId16" Type="http://schemas.openxmlformats.org/officeDocument/2006/relationships/tags" Target="../tags/tag2051.xml"/><Relationship Id="rId20" Type="http://schemas.openxmlformats.org/officeDocument/2006/relationships/tags" Target="../tags/tag2055.xml"/><Relationship Id="rId29" Type="http://schemas.openxmlformats.org/officeDocument/2006/relationships/image" Target="../media/image17.png"/><Relationship Id="rId1" Type="http://schemas.openxmlformats.org/officeDocument/2006/relationships/tags" Target="../tags/tag2036.xml"/><Relationship Id="rId6" Type="http://schemas.openxmlformats.org/officeDocument/2006/relationships/tags" Target="../tags/tag2041.xml"/><Relationship Id="rId11" Type="http://schemas.openxmlformats.org/officeDocument/2006/relationships/tags" Target="../tags/tag2046.xml"/><Relationship Id="rId24" Type="http://schemas.openxmlformats.org/officeDocument/2006/relationships/tags" Target="../tags/tag2059.xml"/><Relationship Id="rId5" Type="http://schemas.openxmlformats.org/officeDocument/2006/relationships/tags" Target="../tags/tag2040.xml"/><Relationship Id="rId15" Type="http://schemas.openxmlformats.org/officeDocument/2006/relationships/tags" Target="../tags/tag2050.xml"/><Relationship Id="rId23" Type="http://schemas.openxmlformats.org/officeDocument/2006/relationships/tags" Target="../tags/tag2058.xml"/><Relationship Id="rId28" Type="http://schemas.openxmlformats.org/officeDocument/2006/relationships/image" Target="../media/image7.png"/><Relationship Id="rId10" Type="http://schemas.openxmlformats.org/officeDocument/2006/relationships/tags" Target="../tags/tag2045.xml"/><Relationship Id="rId19" Type="http://schemas.openxmlformats.org/officeDocument/2006/relationships/tags" Target="../tags/tag2054.xml"/><Relationship Id="rId31" Type="http://schemas.openxmlformats.org/officeDocument/2006/relationships/image" Target="../media/image19.jpeg"/><Relationship Id="rId4" Type="http://schemas.openxmlformats.org/officeDocument/2006/relationships/tags" Target="../tags/tag2039.xml"/><Relationship Id="rId9" Type="http://schemas.openxmlformats.org/officeDocument/2006/relationships/tags" Target="../tags/tag2044.xml"/><Relationship Id="rId14" Type="http://schemas.openxmlformats.org/officeDocument/2006/relationships/tags" Target="../tags/tag2049.xml"/><Relationship Id="rId22" Type="http://schemas.openxmlformats.org/officeDocument/2006/relationships/tags" Target="../tags/tag2057.xml"/><Relationship Id="rId27" Type="http://schemas.microsoft.com/office/2018/10/relationships/comments" Target="../comments/modernComment_1C9_CA1AAA90.xml"/><Relationship Id="rId30" Type="http://schemas.openxmlformats.org/officeDocument/2006/relationships/image" Target="../media/image18.jpeg"/></Relationships>
</file>

<file path=ppt/slides/_rels/slide150.xml.rels><?xml version="1.0" encoding="UTF-8" standalone="yes"?>
<Relationships xmlns="http://schemas.openxmlformats.org/package/2006/relationships"><Relationship Id="rId13" Type="http://schemas.openxmlformats.org/officeDocument/2006/relationships/tags" Target="../tags/tag2072.xml"/><Relationship Id="rId18" Type="http://schemas.openxmlformats.org/officeDocument/2006/relationships/tags" Target="../tags/tag2077.xml"/><Relationship Id="rId26" Type="http://schemas.openxmlformats.org/officeDocument/2006/relationships/tags" Target="../tags/tag2085.xml"/><Relationship Id="rId39" Type="http://schemas.openxmlformats.org/officeDocument/2006/relationships/slideLayout" Target="../slideLayouts/slideLayout1.xml"/><Relationship Id="rId21" Type="http://schemas.openxmlformats.org/officeDocument/2006/relationships/tags" Target="../tags/tag2080.xml"/><Relationship Id="rId34" Type="http://schemas.openxmlformats.org/officeDocument/2006/relationships/tags" Target="../tags/tag2093.xml"/><Relationship Id="rId7" Type="http://schemas.openxmlformats.org/officeDocument/2006/relationships/tags" Target="../tags/tag2066.xml"/><Relationship Id="rId2" Type="http://schemas.openxmlformats.org/officeDocument/2006/relationships/tags" Target="../tags/tag2061.xml"/><Relationship Id="rId16" Type="http://schemas.openxmlformats.org/officeDocument/2006/relationships/tags" Target="../tags/tag2075.xml"/><Relationship Id="rId20" Type="http://schemas.openxmlformats.org/officeDocument/2006/relationships/tags" Target="../tags/tag2079.xml"/><Relationship Id="rId29" Type="http://schemas.openxmlformats.org/officeDocument/2006/relationships/tags" Target="../tags/tag2088.xml"/><Relationship Id="rId41" Type="http://schemas.microsoft.com/office/2018/10/relationships/comments" Target="../comments/modernComment_1CA_9EC9478F.xml"/><Relationship Id="rId1" Type="http://schemas.openxmlformats.org/officeDocument/2006/relationships/tags" Target="../tags/tag2060.xml"/><Relationship Id="rId6" Type="http://schemas.openxmlformats.org/officeDocument/2006/relationships/tags" Target="../tags/tag2065.xml"/><Relationship Id="rId11" Type="http://schemas.openxmlformats.org/officeDocument/2006/relationships/tags" Target="../tags/tag2070.xml"/><Relationship Id="rId24" Type="http://schemas.openxmlformats.org/officeDocument/2006/relationships/tags" Target="../tags/tag2083.xml"/><Relationship Id="rId32" Type="http://schemas.openxmlformats.org/officeDocument/2006/relationships/tags" Target="../tags/tag2091.xml"/><Relationship Id="rId37" Type="http://schemas.openxmlformats.org/officeDocument/2006/relationships/tags" Target="../tags/tag2096.xml"/><Relationship Id="rId40" Type="http://schemas.openxmlformats.org/officeDocument/2006/relationships/notesSlide" Target="../notesSlides/notesSlide106.xml"/><Relationship Id="rId5" Type="http://schemas.openxmlformats.org/officeDocument/2006/relationships/tags" Target="../tags/tag2064.xml"/><Relationship Id="rId15" Type="http://schemas.openxmlformats.org/officeDocument/2006/relationships/tags" Target="../tags/tag2074.xml"/><Relationship Id="rId23" Type="http://schemas.openxmlformats.org/officeDocument/2006/relationships/tags" Target="../tags/tag2082.xml"/><Relationship Id="rId28" Type="http://schemas.openxmlformats.org/officeDocument/2006/relationships/tags" Target="../tags/tag2087.xml"/><Relationship Id="rId36" Type="http://schemas.openxmlformats.org/officeDocument/2006/relationships/tags" Target="../tags/tag2095.xml"/><Relationship Id="rId10" Type="http://schemas.openxmlformats.org/officeDocument/2006/relationships/tags" Target="../tags/tag2069.xml"/><Relationship Id="rId19" Type="http://schemas.openxmlformats.org/officeDocument/2006/relationships/tags" Target="../tags/tag2078.xml"/><Relationship Id="rId31" Type="http://schemas.openxmlformats.org/officeDocument/2006/relationships/tags" Target="../tags/tag2090.xml"/><Relationship Id="rId4" Type="http://schemas.openxmlformats.org/officeDocument/2006/relationships/tags" Target="../tags/tag2063.xml"/><Relationship Id="rId9" Type="http://schemas.openxmlformats.org/officeDocument/2006/relationships/tags" Target="../tags/tag2068.xml"/><Relationship Id="rId14" Type="http://schemas.openxmlformats.org/officeDocument/2006/relationships/tags" Target="../tags/tag2073.xml"/><Relationship Id="rId22" Type="http://schemas.openxmlformats.org/officeDocument/2006/relationships/tags" Target="../tags/tag2081.xml"/><Relationship Id="rId27" Type="http://schemas.openxmlformats.org/officeDocument/2006/relationships/tags" Target="../tags/tag2086.xml"/><Relationship Id="rId30" Type="http://schemas.openxmlformats.org/officeDocument/2006/relationships/tags" Target="../tags/tag2089.xml"/><Relationship Id="rId35" Type="http://schemas.openxmlformats.org/officeDocument/2006/relationships/tags" Target="../tags/tag2094.xml"/><Relationship Id="rId8" Type="http://schemas.openxmlformats.org/officeDocument/2006/relationships/tags" Target="../tags/tag2067.xml"/><Relationship Id="rId3" Type="http://schemas.openxmlformats.org/officeDocument/2006/relationships/tags" Target="../tags/tag2062.xml"/><Relationship Id="rId12" Type="http://schemas.openxmlformats.org/officeDocument/2006/relationships/tags" Target="../tags/tag2071.xml"/><Relationship Id="rId17" Type="http://schemas.openxmlformats.org/officeDocument/2006/relationships/tags" Target="../tags/tag2076.xml"/><Relationship Id="rId25" Type="http://schemas.openxmlformats.org/officeDocument/2006/relationships/tags" Target="../tags/tag2084.xml"/><Relationship Id="rId33" Type="http://schemas.openxmlformats.org/officeDocument/2006/relationships/tags" Target="../tags/tag2092.xml"/><Relationship Id="rId38" Type="http://schemas.openxmlformats.org/officeDocument/2006/relationships/tags" Target="../tags/tag2097.xml"/></Relationships>
</file>

<file path=ppt/slides/_rels/slide151.xml.rels><?xml version="1.0" encoding="UTF-8" standalone="yes"?>
<Relationships xmlns="http://schemas.openxmlformats.org/package/2006/relationships"><Relationship Id="rId13" Type="http://schemas.openxmlformats.org/officeDocument/2006/relationships/tags" Target="../tags/tag2110.xml"/><Relationship Id="rId18" Type="http://schemas.openxmlformats.org/officeDocument/2006/relationships/tags" Target="../tags/tag2115.xml"/><Relationship Id="rId26" Type="http://schemas.openxmlformats.org/officeDocument/2006/relationships/tags" Target="../tags/tag2123.xml"/><Relationship Id="rId39" Type="http://schemas.openxmlformats.org/officeDocument/2006/relationships/tags" Target="../tags/tag2136.xml"/><Relationship Id="rId21" Type="http://schemas.openxmlformats.org/officeDocument/2006/relationships/tags" Target="../tags/tag2118.xml"/><Relationship Id="rId34" Type="http://schemas.openxmlformats.org/officeDocument/2006/relationships/tags" Target="../tags/tag2131.xml"/><Relationship Id="rId42" Type="http://schemas.microsoft.com/office/2018/10/relationships/comments" Target="../comments/modernComment_1CB_1A43EB19.xml"/><Relationship Id="rId7" Type="http://schemas.openxmlformats.org/officeDocument/2006/relationships/tags" Target="../tags/tag2104.xml"/><Relationship Id="rId2" Type="http://schemas.openxmlformats.org/officeDocument/2006/relationships/tags" Target="../tags/tag2099.xml"/><Relationship Id="rId16" Type="http://schemas.openxmlformats.org/officeDocument/2006/relationships/tags" Target="../tags/tag2113.xml"/><Relationship Id="rId20" Type="http://schemas.openxmlformats.org/officeDocument/2006/relationships/tags" Target="../tags/tag2117.xml"/><Relationship Id="rId29" Type="http://schemas.openxmlformats.org/officeDocument/2006/relationships/tags" Target="../tags/tag2126.xml"/><Relationship Id="rId41" Type="http://schemas.openxmlformats.org/officeDocument/2006/relationships/notesSlide" Target="../notesSlides/notesSlide107.xml"/><Relationship Id="rId1" Type="http://schemas.openxmlformats.org/officeDocument/2006/relationships/tags" Target="../tags/tag2098.xml"/><Relationship Id="rId6" Type="http://schemas.openxmlformats.org/officeDocument/2006/relationships/tags" Target="../tags/tag2103.xml"/><Relationship Id="rId11" Type="http://schemas.openxmlformats.org/officeDocument/2006/relationships/tags" Target="../tags/tag2108.xml"/><Relationship Id="rId24" Type="http://schemas.openxmlformats.org/officeDocument/2006/relationships/tags" Target="../tags/tag2121.xml"/><Relationship Id="rId32" Type="http://schemas.openxmlformats.org/officeDocument/2006/relationships/tags" Target="../tags/tag2129.xml"/><Relationship Id="rId37" Type="http://schemas.openxmlformats.org/officeDocument/2006/relationships/tags" Target="../tags/tag2134.xml"/><Relationship Id="rId40" Type="http://schemas.openxmlformats.org/officeDocument/2006/relationships/slideLayout" Target="../slideLayouts/slideLayout1.xml"/><Relationship Id="rId5" Type="http://schemas.openxmlformats.org/officeDocument/2006/relationships/tags" Target="../tags/tag2102.xml"/><Relationship Id="rId15" Type="http://schemas.openxmlformats.org/officeDocument/2006/relationships/tags" Target="../tags/tag2112.xml"/><Relationship Id="rId23" Type="http://schemas.openxmlformats.org/officeDocument/2006/relationships/tags" Target="../tags/tag2120.xml"/><Relationship Id="rId28" Type="http://schemas.openxmlformats.org/officeDocument/2006/relationships/tags" Target="../tags/tag2125.xml"/><Relationship Id="rId36" Type="http://schemas.openxmlformats.org/officeDocument/2006/relationships/tags" Target="../tags/tag2133.xml"/><Relationship Id="rId10" Type="http://schemas.openxmlformats.org/officeDocument/2006/relationships/tags" Target="../tags/tag2107.xml"/><Relationship Id="rId19" Type="http://schemas.openxmlformats.org/officeDocument/2006/relationships/tags" Target="../tags/tag2116.xml"/><Relationship Id="rId31" Type="http://schemas.openxmlformats.org/officeDocument/2006/relationships/tags" Target="../tags/tag2128.xml"/><Relationship Id="rId4" Type="http://schemas.openxmlformats.org/officeDocument/2006/relationships/tags" Target="../tags/tag2101.xml"/><Relationship Id="rId9" Type="http://schemas.openxmlformats.org/officeDocument/2006/relationships/tags" Target="../tags/tag2106.xml"/><Relationship Id="rId14" Type="http://schemas.openxmlformats.org/officeDocument/2006/relationships/tags" Target="../tags/tag2111.xml"/><Relationship Id="rId22" Type="http://schemas.openxmlformats.org/officeDocument/2006/relationships/tags" Target="../tags/tag2119.xml"/><Relationship Id="rId27" Type="http://schemas.openxmlformats.org/officeDocument/2006/relationships/tags" Target="../tags/tag2124.xml"/><Relationship Id="rId30" Type="http://schemas.openxmlformats.org/officeDocument/2006/relationships/tags" Target="../tags/tag2127.xml"/><Relationship Id="rId35" Type="http://schemas.openxmlformats.org/officeDocument/2006/relationships/tags" Target="../tags/tag2132.xml"/><Relationship Id="rId8" Type="http://schemas.openxmlformats.org/officeDocument/2006/relationships/tags" Target="../tags/tag2105.xml"/><Relationship Id="rId3" Type="http://schemas.openxmlformats.org/officeDocument/2006/relationships/tags" Target="../tags/tag2100.xml"/><Relationship Id="rId12" Type="http://schemas.openxmlformats.org/officeDocument/2006/relationships/tags" Target="../tags/tag2109.xml"/><Relationship Id="rId17" Type="http://schemas.openxmlformats.org/officeDocument/2006/relationships/tags" Target="../tags/tag2114.xml"/><Relationship Id="rId25" Type="http://schemas.openxmlformats.org/officeDocument/2006/relationships/tags" Target="../tags/tag2122.xml"/><Relationship Id="rId33" Type="http://schemas.openxmlformats.org/officeDocument/2006/relationships/tags" Target="../tags/tag2130.xml"/><Relationship Id="rId38" Type="http://schemas.openxmlformats.org/officeDocument/2006/relationships/tags" Target="../tags/tag2135.xml"/></Relationships>
</file>

<file path=ppt/slides/_rels/slide152.xml.rels><?xml version="1.0" encoding="UTF-8" standalone="yes"?>
<Relationships xmlns="http://schemas.openxmlformats.org/package/2006/relationships"><Relationship Id="rId8" Type="http://schemas.openxmlformats.org/officeDocument/2006/relationships/tags" Target="../tags/tag2144.xml"/><Relationship Id="rId13" Type="http://schemas.openxmlformats.org/officeDocument/2006/relationships/tags" Target="../tags/tag2149.xml"/><Relationship Id="rId18" Type="http://schemas.openxmlformats.org/officeDocument/2006/relationships/tags" Target="../tags/tag2154.xml"/><Relationship Id="rId26" Type="http://schemas.microsoft.com/office/2018/10/relationships/comments" Target="../comments/modernComment_1CC_2161F446.xml"/><Relationship Id="rId3" Type="http://schemas.openxmlformats.org/officeDocument/2006/relationships/tags" Target="../tags/tag2139.xml"/><Relationship Id="rId21" Type="http://schemas.openxmlformats.org/officeDocument/2006/relationships/tags" Target="../tags/tag2157.xml"/><Relationship Id="rId7" Type="http://schemas.openxmlformats.org/officeDocument/2006/relationships/tags" Target="../tags/tag2143.xml"/><Relationship Id="rId12" Type="http://schemas.openxmlformats.org/officeDocument/2006/relationships/tags" Target="../tags/tag2148.xml"/><Relationship Id="rId17" Type="http://schemas.openxmlformats.org/officeDocument/2006/relationships/tags" Target="../tags/tag2153.xml"/><Relationship Id="rId25" Type="http://schemas.openxmlformats.org/officeDocument/2006/relationships/notesSlide" Target="../notesSlides/notesSlide108.xml"/><Relationship Id="rId2" Type="http://schemas.openxmlformats.org/officeDocument/2006/relationships/tags" Target="../tags/tag2138.xml"/><Relationship Id="rId16" Type="http://schemas.openxmlformats.org/officeDocument/2006/relationships/tags" Target="../tags/tag2152.xml"/><Relationship Id="rId20" Type="http://schemas.openxmlformats.org/officeDocument/2006/relationships/tags" Target="../tags/tag2156.xml"/><Relationship Id="rId1" Type="http://schemas.openxmlformats.org/officeDocument/2006/relationships/tags" Target="../tags/tag2137.xml"/><Relationship Id="rId6" Type="http://schemas.openxmlformats.org/officeDocument/2006/relationships/tags" Target="../tags/tag2142.xml"/><Relationship Id="rId11" Type="http://schemas.openxmlformats.org/officeDocument/2006/relationships/tags" Target="../tags/tag2147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141.xml"/><Relationship Id="rId15" Type="http://schemas.openxmlformats.org/officeDocument/2006/relationships/tags" Target="../tags/tag2151.xml"/><Relationship Id="rId23" Type="http://schemas.openxmlformats.org/officeDocument/2006/relationships/tags" Target="../tags/tag2159.xml"/><Relationship Id="rId10" Type="http://schemas.openxmlformats.org/officeDocument/2006/relationships/tags" Target="../tags/tag2146.xml"/><Relationship Id="rId19" Type="http://schemas.openxmlformats.org/officeDocument/2006/relationships/tags" Target="../tags/tag2155.xml"/><Relationship Id="rId4" Type="http://schemas.openxmlformats.org/officeDocument/2006/relationships/tags" Target="../tags/tag2140.xml"/><Relationship Id="rId9" Type="http://schemas.openxmlformats.org/officeDocument/2006/relationships/tags" Target="../tags/tag2145.xml"/><Relationship Id="rId14" Type="http://schemas.openxmlformats.org/officeDocument/2006/relationships/tags" Target="../tags/tag2150.xml"/><Relationship Id="rId22" Type="http://schemas.openxmlformats.org/officeDocument/2006/relationships/tags" Target="../tags/tag2158.xml"/><Relationship Id="rId27" Type="http://schemas.openxmlformats.org/officeDocument/2006/relationships/image" Target="../media/image20.png"/></Relationships>
</file>

<file path=ppt/slides/_rels/slide153.xml.rels><?xml version="1.0" encoding="UTF-8" standalone="yes"?>
<Relationships xmlns="http://schemas.openxmlformats.org/package/2006/relationships"><Relationship Id="rId8" Type="http://schemas.openxmlformats.org/officeDocument/2006/relationships/tags" Target="../tags/tag2167.xml"/><Relationship Id="rId13" Type="http://schemas.openxmlformats.org/officeDocument/2006/relationships/tags" Target="../tags/tag2172.xml"/><Relationship Id="rId18" Type="http://schemas.openxmlformats.org/officeDocument/2006/relationships/tags" Target="../tags/tag2177.xml"/><Relationship Id="rId26" Type="http://schemas.microsoft.com/office/2018/10/relationships/comments" Target="../comments/modernComment_1CD_1223D27F.xml"/><Relationship Id="rId3" Type="http://schemas.openxmlformats.org/officeDocument/2006/relationships/tags" Target="../tags/tag2162.xml"/><Relationship Id="rId21" Type="http://schemas.openxmlformats.org/officeDocument/2006/relationships/tags" Target="../tags/tag2180.xml"/><Relationship Id="rId7" Type="http://schemas.openxmlformats.org/officeDocument/2006/relationships/tags" Target="../tags/tag2166.xml"/><Relationship Id="rId12" Type="http://schemas.openxmlformats.org/officeDocument/2006/relationships/tags" Target="../tags/tag2171.xml"/><Relationship Id="rId17" Type="http://schemas.openxmlformats.org/officeDocument/2006/relationships/tags" Target="../tags/tag2176.xml"/><Relationship Id="rId25" Type="http://schemas.openxmlformats.org/officeDocument/2006/relationships/notesSlide" Target="../notesSlides/notesSlide109.xml"/><Relationship Id="rId2" Type="http://schemas.openxmlformats.org/officeDocument/2006/relationships/tags" Target="../tags/tag2161.xml"/><Relationship Id="rId16" Type="http://schemas.openxmlformats.org/officeDocument/2006/relationships/tags" Target="../tags/tag2175.xml"/><Relationship Id="rId20" Type="http://schemas.openxmlformats.org/officeDocument/2006/relationships/tags" Target="../tags/tag2179.xml"/><Relationship Id="rId1" Type="http://schemas.openxmlformats.org/officeDocument/2006/relationships/tags" Target="../tags/tag2160.xml"/><Relationship Id="rId6" Type="http://schemas.openxmlformats.org/officeDocument/2006/relationships/tags" Target="../tags/tag2165.xml"/><Relationship Id="rId11" Type="http://schemas.openxmlformats.org/officeDocument/2006/relationships/tags" Target="../tags/tag2170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164.xml"/><Relationship Id="rId15" Type="http://schemas.openxmlformats.org/officeDocument/2006/relationships/tags" Target="../tags/tag2174.xml"/><Relationship Id="rId23" Type="http://schemas.openxmlformats.org/officeDocument/2006/relationships/tags" Target="../tags/tag2182.xml"/><Relationship Id="rId10" Type="http://schemas.openxmlformats.org/officeDocument/2006/relationships/tags" Target="../tags/tag2169.xml"/><Relationship Id="rId19" Type="http://schemas.openxmlformats.org/officeDocument/2006/relationships/tags" Target="../tags/tag2178.xml"/><Relationship Id="rId4" Type="http://schemas.openxmlformats.org/officeDocument/2006/relationships/tags" Target="../tags/tag2163.xml"/><Relationship Id="rId9" Type="http://schemas.openxmlformats.org/officeDocument/2006/relationships/tags" Target="../tags/tag2168.xml"/><Relationship Id="rId14" Type="http://schemas.openxmlformats.org/officeDocument/2006/relationships/tags" Target="../tags/tag2173.xml"/><Relationship Id="rId22" Type="http://schemas.openxmlformats.org/officeDocument/2006/relationships/tags" Target="../tags/tag2181.xml"/><Relationship Id="rId27" Type="http://schemas.openxmlformats.org/officeDocument/2006/relationships/image" Target="../media/image20.png"/></Relationships>
</file>

<file path=ppt/slides/_rels/slide154.xml.rels><?xml version="1.0" encoding="UTF-8" standalone="yes"?>
<Relationships xmlns="http://schemas.openxmlformats.org/package/2006/relationships"><Relationship Id="rId8" Type="http://schemas.openxmlformats.org/officeDocument/2006/relationships/tags" Target="../tags/tag2190.xml"/><Relationship Id="rId13" Type="http://schemas.openxmlformats.org/officeDocument/2006/relationships/tags" Target="../tags/tag2195.xml"/><Relationship Id="rId18" Type="http://schemas.openxmlformats.org/officeDocument/2006/relationships/tags" Target="../tags/tag2200.xml"/><Relationship Id="rId26" Type="http://schemas.microsoft.com/office/2018/10/relationships/comments" Target="../comments/modernComment_1CE_40287AE3.xml"/><Relationship Id="rId3" Type="http://schemas.openxmlformats.org/officeDocument/2006/relationships/tags" Target="../tags/tag2185.xml"/><Relationship Id="rId21" Type="http://schemas.openxmlformats.org/officeDocument/2006/relationships/tags" Target="../tags/tag2203.xml"/><Relationship Id="rId7" Type="http://schemas.openxmlformats.org/officeDocument/2006/relationships/tags" Target="../tags/tag2189.xml"/><Relationship Id="rId12" Type="http://schemas.openxmlformats.org/officeDocument/2006/relationships/tags" Target="../tags/tag2194.xml"/><Relationship Id="rId17" Type="http://schemas.openxmlformats.org/officeDocument/2006/relationships/tags" Target="../tags/tag2199.xml"/><Relationship Id="rId25" Type="http://schemas.openxmlformats.org/officeDocument/2006/relationships/notesSlide" Target="../notesSlides/notesSlide110.xml"/><Relationship Id="rId2" Type="http://schemas.openxmlformats.org/officeDocument/2006/relationships/tags" Target="../tags/tag2184.xml"/><Relationship Id="rId16" Type="http://schemas.openxmlformats.org/officeDocument/2006/relationships/tags" Target="../tags/tag2198.xml"/><Relationship Id="rId20" Type="http://schemas.openxmlformats.org/officeDocument/2006/relationships/tags" Target="../tags/tag2202.xml"/><Relationship Id="rId1" Type="http://schemas.openxmlformats.org/officeDocument/2006/relationships/tags" Target="../tags/tag2183.xml"/><Relationship Id="rId6" Type="http://schemas.openxmlformats.org/officeDocument/2006/relationships/tags" Target="../tags/tag2188.xml"/><Relationship Id="rId11" Type="http://schemas.openxmlformats.org/officeDocument/2006/relationships/tags" Target="../tags/tag2193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187.xml"/><Relationship Id="rId15" Type="http://schemas.openxmlformats.org/officeDocument/2006/relationships/tags" Target="../tags/tag2197.xml"/><Relationship Id="rId23" Type="http://schemas.openxmlformats.org/officeDocument/2006/relationships/tags" Target="../tags/tag2205.xml"/><Relationship Id="rId10" Type="http://schemas.openxmlformats.org/officeDocument/2006/relationships/tags" Target="../tags/tag2192.xml"/><Relationship Id="rId19" Type="http://schemas.openxmlformats.org/officeDocument/2006/relationships/tags" Target="../tags/tag2201.xml"/><Relationship Id="rId4" Type="http://schemas.openxmlformats.org/officeDocument/2006/relationships/tags" Target="../tags/tag2186.xml"/><Relationship Id="rId9" Type="http://schemas.openxmlformats.org/officeDocument/2006/relationships/tags" Target="../tags/tag2191.xml"/><Relationship Id="rId14" Type="http://schemas.openxmlformats.org/officeDocument/2006/relationships/tags" Target="../tags/tag2196.xml"/><Relationship Id="rId22" Type="http://schemas.openxmlformats.org/officeDocument/2006/relationships/tags" Target="../tags/tag2204.xml"/><Relationship Id="rId27" Type="http://schemas.openxmlformats.org/officeDocument/2006/relationships/image" Target="../media/image20.png"/></Relationships>
</file>

<file path=ppt/slides/_rels/slide155.xml.rels><?xml version="1.0" encoding="UTF-8" standalone="yes"?>
<Relationships xmlns="http://schemas.openxmlformats.org/package/2006/relationships"><Relationship Id="rId8" Type="http://schemas.openxmlformats.org/officeDocument/2006/relationships/tags" Target="../tags/tag2213.xml"/><Relationship Id="rId13" Type="http://schemas.openxmlformats.org/officeDocument/2006/relationships/tags" Target="../tags/tag2218.xml"/><Relationship Id="rId18" Type="http://schemas.openxmlformats.org/officeDocument/2006/relationships/tags" Target="../tags/tag2223.xml"/><Relationship Id="rId26" Type="http://schemas.microsoft.com/office/2018/10/relationships/comments" Target="../comments/modernComment_1CF_9B8F9BB1.xml"/><Relationship Id="rId3" Type="http://schemas.openxmlformats.org/officeDocument/2006/relationships/tags" Target="../tags/tag2208.xml"/><Relationship Id="rId21" Type="http://schemas.openxmlformats.org/officeDocument/2006/relationships/tags" Target="../tags/tag2226.xml"/><Relationship Id="rId7" Type="http://schemas.openxmlformats.org/officeDocument/2006/relationships/tags" Target="../tags/tag2212.xml"/><Relationship Id="rId12" Type="http://schemas.openxmlformats.org/officeDocument/2006/relationships/tags" Target="../tags/tag2217.xml"/><Relationship Id="rId17" Type="http://schemas.openxmlformats.org/officeDocument/2006/relationships/tags" Target="../tags/tag2222.xml"/><Relationship Id="rId25" Type="http://schemas.openxmlformats.org/officeDocument/2006/relationships/notesSlide" Target="../notesSlides/notesSlide111.xml"/><Relationship Id="rId2" Type="http://schemas.openxmlformats.org/officeDocument/2006/relationships/tags" Target="../tags/tag2207.xml"/><Relationship Id="rId16" Type="http://schemas.openxmlformats.org/officeDocument/2006/relationships/tags" Target="../tags/tag2221.xml"/><Relationship Id="rId20" Type="http://schemas.openxmlformats.org/officeDocument/2006/relationships/tags" Target="../tags/tag2225.xml"/><Relationship Id="rId1" Type="http://schemas.openxmlformats.org/officeDocument/2006/relationships/tags" Target="../tags/tag2206.xml"/><Relationship Id="rId6" Type="http://schemas.openxmlformats.org/officeDocument/2006/relationships/tags" Target="../tags/tag2211.xml"/><Relationship Id="rId11" Type="http://schemas.openxmlformats.org/officeDocument/2006/relationships/tags" Target="../tags/tag2216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210.xml"/><Relationship Id="rId15" Type="http://schemas.openxmlformats.org/officeDocument/2006/relationships/tags" Target="../tags/tag2220.xml"/><Relationship Id="rId23" Type="http://schemas.openxmlformats.org/officeDocument/2006/relationships/tags" Target="../tags/tag2228.xml"/><Relationship Id="rId10" Type="http://schemas.openxmlformats.org/officeDocument/2006/relationships/tags" Target="../tags/tag2215.xml"/><Relationship Id="rId19" Type="http://schemas.openxmlformats.org/officeDocument/2006/relationships/tags" Target="../tags/tag2224.xml"/><Relationship Id="rId4" Type="http://schemas.openxmlformats.org/officeDocument/2006/relationships/tags" Target="../tags/tag2209.xml"/><Relationship Id="rId9" Type="http://schemas.openxmlformats.org/officeDocument/2006/relationships/tags" Target="../tags/tag2214.xml"/><Relationship Id="rId14" Type="http://schemas.openxmlformats.org/officeDocument/2006/relationships/tags" Target="../tags/tag2219.xml"/><Relationship Id="rId22" Type="http://schemas.openxmlformats.org/officeDocument/2006/relationships/tags" Target="../tags/tag2227.xml"/><Relationship Id="rId27" Type="http://schemas.openxmlformats.org/officeDocument/2006/relationships/image" Target="../media/image20.png"/></Relationships>
</file>

<file path=ppt/slides/_rels/slide156.xml.rels><?xml version="1.0" encoding="UTF-8" standalone="yes"?>
<Relationships xmlns="http://schemas.openxmlformats.org/package/2006/relationships"><Relationship Id="rId8" Type="http://schemas.openxmlformats.org/officeDocument/2006/relationships/tags" Target="../tags/tag2236.xml"/><Relationship Id="rId13" Type="http://schemas.openxmlformats.org/officeDocument/2006/relationships/tags" Target="../tags/tag2241.xml"/><Relationship Id="rId18" Type="http://schemas.openxmlformats.org/officeDocument/2006/relationships/tags" Target="../tags/tag2246.xml"/><Relationship Id="rId26" Type="http://schemas.microsoft.com/office/2018/10/relationships/comments" Target="../comments/modernComment_1D0_CDBA7B29.xml"/><Relationship Id="rId3" Type="http://schemas.openxmlformats.org/officeDocument/2006/relationships/tags" Target="../tags/tag2231.xml"/><Relationship Id="rId21" Type="http://schemas.openxmlformats.org/officeDocument/2006/relationships/tags" Target="../tags/tag2249.xml"/><Relationship Id="rId7" Type="http://schemas.openxmlformats.org/officeDocument/2006/relationships/tags" Target="../tags/tag2235.xml"/><Relationship Id="rId12" Type="http://schemas.openxmlformats.org/officeDocument/2006/relationships/tags" Target="../tags/tag2240.xml"/><Relationship Id="rId17" Type="http://schemas.openxmlformats.org/officeDocument/2006/relationships/tags" Target="../tags/tag2245.xml"/><Relationship Id="rId25" Type="http://schemas.openxmlformats.org/officeDocument/2006/relationships/notesSlide" Target="../notesSlides/notesSlide112.xml"/><Relationship Id="rId2" Type="http://schemas.openxmlformats.org/officeDocument/2006/relationships/tags" Target="../tags/tag2230.xml"/><Relationship Id="rId16" Type="http://schemas.openxmlformats.org/officeDocument/2006/relationships/tags" Target="../tags/tag2244.xml"/><Relationship Id="rId20" Type="http://schemas.openxmlformats.org/officeDocument/2006/relationships/tags" Target="../tags/tag2248.xml"/><Relationship Id="rId1" Type="http://schemas.openxmlformats.org/officeDocument/2006/relationships/tags" Target="../tags/tag2229.xml"/><Relationship Id="rId6" Type="http://schemas.openxmlformats.org/officeDocument/2006/relationships/tags" Target="../tags/tag2234.xml"/><Relationship Id="rId11" Type="http://schemas.openxmlformats.org/officeDocument/2006/relationships/tags" Target="../tags/tag2239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2233.xml"/><Relationship Id="rId15" Type="http://schemas.openxmlformats.org/officeDocument/2006/relationships/tags" Target="../tags/tag2243.xml"/><Relationship Id="rId23" Type="http://schemas.openxmlformats.org/officeDocument/2006/relationships/tags" Target="../tags/tag2251.xml"/><Relationship Id="rId10" Type="http://schemas.openxmlformats.org/officeDocument/2006/relationships/tags" Target="../tags/tag2238.xml"/><Relationship Id="rId19" Type="http://schemas.openxmlformats.org/officeDocument/2006/relationships/tags" Target="../tags/tag2247.xml"/><Relationship Id="rId4" Type="http://schemas.openxmlformats.org/officeDocument/2006/relationships/tags" Target="../tags/tag2232.xml"/><Relationship Id="rId9" Type="http://schemas.openxmlformats.org/officeDocument/2006/relationships/tags" Target="../tags/tag2237.xml"/><Relationship Id="rId14" Type="http://schemas.openxmlformats.org/officeDocument/2006/relationships/tags" Target="../tags/tag2242.xml"/><Relationship Id="rId22" Type="http://schemas.openxmlformats.org/officeDocument/2006/relationships/tags" Target="../tags/tag2250.xml"/><Relationship Id="rId27" Type="http://schemas.openxmlformats.org/officeDocument/2006/relationships/image" Target="../media/image20.png"/></Relationships>
</file>

<file path=ppt/slides/_rels/slide157.xml.rels><?xml version="1.0" encoding="UTF-8" standalone="yes"?>
<Relationships xmlns="http://schemas.openxmlformats.org/package/2006/relationships"><Relationship Id="rId8" Type="http://schemas.openxmlformats.org/officeDocument/2006/relationships/tags" Target="../tags/tag2259.xml"/><Relationship Id="rId13" Type="http://schemas.openxmlformats.org/officeDocument/2006/relationships/tags" Target="../tags/tag2264.xml"/><Relationship Id="rId18" Type="http://schemas.openxmlformats.org/officeDocument/2006/relationships/tags" Target="../tags/tag2269.xml"/><Relationship Id="rId26" Type="http://schemas.openxmlformats.org/officeDocument/2006/relationships/notesSlide" Target="../notesSlides/notesSlide113.xml"/><Relationship Id="rId3" Type="http://schemas.openxmlformats.org/officeDocument/2006/relationships/tags" Target="../tags/tag2254.xml"/><Relationship Id="rId21" Type="http://schemas.openxmlformats.org/officeDocument/2006/relationships/tags" Target="../tags/tag2272.xml"/><Relationship Id="rId7" Type="http://schemas.openxmlformats.org/officeDocument/2006/relationships/tags" Target="../tags/tag2258.xml"/><Relationship Id="rId12" Type="http://schemas.openxmlformats.org/officeDocument/2006/relationships/tags" Target="../tags/tag2263.xml"/><Relationship Id="rId17" Type="http://schemas.openxmlformats.org/officeDocument/2006/relationships/tags" Target="../tags/tag2268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2253.xml"/><Relationship Id="rId16" Type="http://schemas.openxmlformats.org/officeDocument/2006/relationships/tags" Target="../tags/tag2267.xml"/><Relationship Id="rId20" Type="http://schemas.openxmlformats.org/officeDocument/2006/relationships/tags" Target="../tags/tag2271.xml"/><Relationship Id="rId1" Type="http://schemas.openxmlformats.org/officeDocument/2006/relationships/tags" Target="../tags/tag2252.xml"/><Relationship Id="rId6" Type="http://schemas.openxmlformats.org/officeDocument/2006/relationships/tags" Target="../tags/tag2257.xml"/><Relationship Id="rId11" Type="http://schemas.openxmlformats.org/officeDocument/2006/relationships/tags" Target="../tags/tag2262.xml"/><Relationship Id="rId24" Type="http://schemas.openxmlformats.org/officeDocument/2006/relationships/tags" Target="../tags/tag2275.xml"/><Relationship Id="rId5" Type="http://schemas.openxmlformats.org/officeDocument/2006/relationships/tags" Target="../tags/tag2256.xml"/><Relationship Id="rId15" Type="http://schemas.openxmlformats.org/officeDocument/2006/relationships/tags" Target="../tags/tag2266.xml"/><Relationship Id="rId23" Type="http://schemas.openxmlformats.org/officeDocument/2006/relationships/tags" Target="../tags/tag2274.xml"/><Relationship Id="rId28" Type="http://schemas.openxmlformats.org/officeDocument/2006/relationships/image" Target="../media/image20.png"/><Relationship Id="rId10" Type="http://schemas.openxmlformats.org/officeDocument/2006/relationships/tags" Target="../tags/tag2261.xml"/><Relationship Id="rId19" Type="http://schemas.openxmlformats.org/officeDocument/2006/relationships/tags" Target="../tags/tag2270.xml"/><Relationship Id="rId4" Type="http://schemas.openxmlformats.org/officeDocument/2006/relationships/tags" Target="../tags/tag2255.xml"/><Relationship Id="rId9" Type="http://schemas.openxmlformats.org/officeDocument/2006/relationships/tags" Target="../tags/tag2260.xml"/><Relationship Id="rId14" Type="http://schemas.openxmlformats.org/officeDocument/2006/relationships/tags" Target="../tags/tag2265.xml"/><Relationship Id="rId22" Type="http://schemas.openxmlformats.org/officeDocument/2006/relationships/tags" Target="../tags/tag2273.xml"/><Relationship Id="rId27" Type="http://schemas.microsoft.com/office/2018/10/relationships/comments" Target="../comments/modernComment_1D1_D0376394.xml"/></Relationships>
</file>

<file path=ppt/slides/_rels/slide158.xml.rels><?xml version="1.0" encoding="UTF-8" standalone="yes"?>
<Relationships xmlns="http://schemas.openxmlformats.org/package/2006/relationships"><Relationship Id="rId8" Type="http://schemas.openxmlformats.org/officeDocument/2006/relationships/tags" Target="../tags/tag2283.xml"/><Relationship Id="rId13" Type="http://schemas.openxmlformats.org/officeDocument/2006/relationships/tags" Target="../tags/tag2288.xml"/><Relationship Id="rId18" Type="http://schemas.openxmlformats.org/officeDocument/2006/relationships/tags" Target="../tags/tag2293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2278.xml"/><Relationship Id="rId21" Type="http://schemas.openxmlformats.org/officeDocument/2006/relationships/tags" Target="../tags/tag2296.xml"/><Relationship Id="rId7" Type="http://schemas.openxmlformats.org/officeDocument/2006/relationships/tags" Target="../tags/tag2282.xml"/><Relationship Id="rId12" Type="http://schemas.openxmlformats.org/officeDocument/2006/relationships/tags" Target="../tags/tag2287.xml"/><Relationship Id="rId17" Type="http://schemas.openxmlformats.org/officeDocument/2006/relationships/tags" Target="../tags/tag2292.xml"/><Relationship Id="rId25" Type="http://schemas.openxmlformats.org/officeDocument/2006/relationships/tags" Target="../tags/tag2300.xml"/><Relationship Id="rId2" Type="http://schemas.openxmlformats.org/officeDocument/2006/relationships/tags" Target="../tags/tag2277.xml"/><Relationship Id="rId16" Type="http://schemas.openxmlformats.org/officeDocument/2006/relationships/tags" Target="../tags/tag2291.xml"/><Relationship Id="rId20" Type="http://schemas.openxmlformats.org/officeDocument/2006/relationships/tags" Target="../tags/tag2295.xml"/><Relationship Id="rId29" Type="http://schemas.openxmlformats.org/officeDocument/2006/relationships/image" Target="../media/image20.png"/><Relationship Id="rId1" Type="http://schemas.openxmlformats.org/officeDocument/2006/relationships/tags" Target="../tags/tag2276.xml"/><Relationship Id="rId6" Type="http://schemas.openxmlformats.org/officeDocument/2006/relationships/tags" Target="../tags/tag2281.xml"/><Relationship Id="rId11" Type="http://schemas.openxmlformats.org/officeDocument/2006/relationships/tags" Target="../tags/tag2286.xml"/><Relationship Id="rId24" Type="http://schemas.openxmlformats.org/officeDocument/2006/relationships/tags" Target="../tags/tag2299.xml"/><Relationship Id="rId5" Type="http://schemas.openxmlformats.org/officeDocument/2006/relationships/tags" Target="../tags/tag2280.xml"/><Relationship Id="rId15" Type="http://schemas.openxmlformats.org/officeDocument/2006/relationships/tags" Target="../tags/tag2290.xml"/><Relationship Id="rId23" Type="http://schemas.openxmlformats.org/officeDocument/2006/relationships/tags" Target="../tags/tag2298.xml"/><Relationship Id="rId28" Type="http://schemas.microsoft.com/office/2018/10/relationships/comments" Target="../comments/modernComment_1D2_59E37BC5.xml"/><Relationship Id="rId10" Type="http://schemas.openxmlformats.org/officeDocument/2006/relationships/tags" Target="../tags/tag2285.xml"/><Relationship Id="rId19" Type="http://schemas.openxmlformats.org/officeDocument/2006/relationships/tags" Target="../tags/tag2294.xml"/><Relationship Id="rId4" Type="http://schemas.openxmlformats.org/officeDocument/2006/relationships/tags" Target="../tags/tag2279.xml"/><Relationship Id="rId9" Type="http://schemas.openxmlformats.org/officeDocument/2006/relationships/tags" Target="../tags/tag2284.xml"/><Relationship Id="rId14" Type="http://schemas.openxmlformats.org/officeDocument/2006/relationships/tags" Target="../tags/tag2289.xml"/><Relationship Id="rId22" Type="http://schemas.openxmlformats.org/officeDocument/2006/relationships/tags" Target="../tags/tag2297.xml"/><Relationship Id="rId27" Type="http://schemas.openxmlformats.org/officeDocument/2006/relationships/notesSlide" Target="../notesSlides/notesSlide114.xml"/></Relationships>
</file>

<file path=ppt/slides/_rels/slide159.xml.rels><?xml version="1.0" encoding="UTF-8" standalone="yes"?>
<Relationships xmlns="http://schemas.openxmlformats.org/package/2006/relationships"><Relationship Id="rId8" Type="http://schemas.openxmlformats.org/officeDocument/2006/relationships/tags" Target="../tags/tag2308.xml"/><Relationship Id="rId13" Type="http://schemas.openxmlformats.org/officeDocument/2006/relationships/tags" Target="../tags/tag2313.xml"/><Relationship Id="rId18" Type="http://schemas.openxmlformats.org/officeDocument/2006/relationships/tags" Target="../tags/tag2318.xml"/><Relationship Id="rId26" Type="http://schemas.openxmlformats.org/officeDocument/2006/relationships/tags" Target="../tags/tag2326.xml"/><Relationship Id="rId3" Type="http://schemas.openxmlformats.org/officeDocument/2006/relationships/tags" Target="../tags/tag2303.xml"/><Relationship Id="rId21" Type="http://schemas.openxmlformats.org/officeDocument/2006/relationships/tags" Target="../tags/tag2321.xml"/><Relationship Id="rId7" Type="http://schemas.openxmlformats.org/officeDocument/2006/relationships/tags" Target="../tags/tag2307.xml"/><Relationship Id="rId12" Type="http://schemas.openxmlformats.org/officeDocument/2006/relationships/tags" Target="../tags/tag2312.xml"/><Relationship Id="rId17" Type="http://schemas.openxmlformats.org/officeDocument/2006/relationships/tags" Target="../tags/tag2317.xml"/><Relationship Id="rId25" Type="http://schemas.openxmlformats.org/officeDocument/2006/relationships/tags" Target="../tags/tag2325.xml"/><Relationship Id="rId2" Type="http://schemas.openxmlformats.org/officeDocument/2006/relationships/tags" Target="../tags/tag2302.xml"/><Relationship Id="rId16" Type="http://schemas.openxmlformats.org/officeDocument/2006/relationships/tags" Target="../tags/tag2316.xml"/><Relationship Id="rId20" Type="http://schemas.openxmlformats.org/officeDocument/2006/relationships/tags" Target="../tags/tag2320.xml"/><Relationship Id="rId29" Type="http://schemas.microsoft.com/office/2018/10/relationships/comments" Target="../comments/modernComment_1D3_54CFA611.xml"/><Relationship Id="rId1" Type="http://schemas.openxmlformats.org/officeDocument/2006/relationships/tags" Target="../tags/tag2301.xml"/><Relationship Id="rId6" Type="http://schemas.openxmlformats.org/officeDocument/2006/relationships/tags" Target="../tags/tag2306.xml"/><Relationship Id="rId11" Type="http://schemas.openxmlformats.org/officeDocument/2006/relationships/tags" Target="../tags/tag2311.xml"/><Relationship Id="rId24" Type="http://schemas.openxmlformats.org/officeDocument/2006/relationships/tags" Target="../tags/tag2324.xml"/><Relationship Id="rId5" Type="http://schemas.openxmlformats.org/officeDocument/2006/relationships/tags" Target="../tags/tag2305.xml"/><Relationship Id="rId15" Type="http://schemas.openxmlformats.org/officeDocument/2006/relationships/tags" Target="../tags/tag2315.xml"/><Relationship Id="rId23" Type="http://schemas.openxmlformats.org/officeDocument/2006/relationships/tags" Target="../tags/tag2323.xml"/><Relationship Id="rId28" Type="http://schemas.openxmlformats.org/officeDocument/2006/relationships/notesSlide" Target="../notesSlides/notesSlide115.xml"/><Relationship Id="rId10" Type="http://schemas.openxmlformats.org/officeDocument/2006/relationships/tags" Target="../tags/tag2310.xml"/><Relationship Id="rId19" Type="http://schemas.openxmlformats.org/officeDocument/2006/relationships/tags" Target="../tags/tag2319.xml"/><Relationship Id="rId4" Type="http://schemas.openxmlformats.org/officeDocument/2006/relationships/tags" Target="../tags/tag2304.xml"/><Relationship Id="rId9" Type="http://schemas.openxmlformats.org/officeDocument/2006/relationships/tags" Target="../tags/tag2309.xml"/><Relationship Id="rId14" Type="http://schemas.openxmlformats.org/officeDocument/2006/relationships/tags" Target="../tags/tag2314.xml"/><Relationship Id="rId22" Type="http://schemas.openxmlformats.org/officeDocument/2006/relationships/tags" Target="../tags/tag2322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20.png"/></Relationships>
</file>

<file path=ppt/slides/_rels/slide160.xml.rels><?xml version="1.0" encoding="UTF-8" standalone="yes"?>
<Relationships xmlns="http://schemas.openxmlformats.org/package/2006/relationships"><Relationship Id="rId8" Type="http://schemas.openxmlformats.org/officeDocument/2006/relationships/tags" Target="../tags/tag2334.xml"/><Relationship Id="rId13" Type="http://schemas.openxmlformats.org/officeDocument/2006/relationships/tags" Target="../tags/tag2339.xml"/><Relationship Id="rId18" Type="http://schemas.openxmlformats.org/officeDocument/2006/relationships/tags" Target="../tags/tag2344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2329.xml"/><Relationship Id="rId21" Type="http://schemas.openxmlformats.org/officeDocument/2006/relationships/tags" Target="../tags/tag2347.xml"/><Relationship Id="rId7" Type="http://schemas.openxmlformats.org/officeDocument/2006/relationships/tags" Target="../tags/tag2333.xml"/><Relationship Id="rId12" Type="http://schemas.openxmlformats.org/officeDocument/2006/relationships/tags" Target="../tags/tag2338.xml"/><Relationship Id="rId17" Type="http://schemas.openxmlformats.org/officeDocument/2006/relationships/tags" Target="../tags/tag2343.xml"/><Relationship Id="rId25" Type="http://schemas.openxmlformats.org/officeDocument/2006/relationships/tags" Target="../tags/tag2351.xml"/><Relationship Id="rId2" Type="http://schemas.openxmlformats.org/officeDocument/2006/relationships/tags" Target="../tags/tag2328.xml"/><Relationship Id="rId16" Type="http://schemas.openxmlformats.org/officeDocument/2006/relationships/tags" Target="../tags/tag2342.xml"/><Relationship Id="rId20" Type="http://schemas.openxmlformats.org/officeDocument/2006/relationships/tags" Target="../tags/tag2346.xml"/><Relationship Id="rId29" Type="http://schemas.openxmlformats.org/officeDocument/2006/relationships/image" Target="../media/image20.png"/><Relationship Id="rId1" Type="http://schemas.openxmlformats.org/officeDocument/2006/relationships/tags" Target="../tags/tag2327.xml"/><Relationship Id="rId6" Type="http://schemas.openxmlformats.org/officeDocument/2006/relationships/tags" Target="../tags/tag2332.xml"/><Relationship Id="rId11" Type="http://schemas.openxmlformats.org/officeDocument/2006/relationships/tags" Target="../tags/tag2337.xml"/><Relationship Id="rId24" Type="http://schemas.openxmlformats.org/officeDocument/2006/relationships/tags" Target="../tags/tag2350.xml"/><Relationship Id="rId5" Type="http://schemas.openxmlformats.org/officeDocument/2006/relationships/tags" Target="../tags/tag2331.xml"/><Relationship Id="rId15" Type="http://schemas.openxmlformats.org/officeDocument/2006/relationships/tags" Target="../tags/tag2341.xml"/><Relationship Id="rId23" Type="http://schemas.openxmlformats.org/officeDocument/2006/relationships/tags" Target="../tags/tag2349.xml"/><Relationship Id="rId28" Type="http://schemas.microsoft.com/office/2018/10/relationships/comments" Target="../comments/modernComment_1D4_4BEF1931.xml"/><Relationship Id="rId10" Type="http://schemas.openxmlformats.org/officeDocument/2006/relationships/tags" Target="../tags/tag2336.xml"/><Relationship Id="rId19" Type="http://schemas.openxmlformats.org/officeDocument/2006/relationships/tags" Target="../tags/tag2345.xml"/><Relationship Id="rId4" Type="http://schemas.openxmlformats.org/officeDocument/2006/relationships/tags" Target="../tags/tag2330.xml"/><Relationship Id="rId9" Type="http://schemas.openxmlformats.org/officeDocument/2006/relationships/tags" Target="../tags/tag2335.xml"/><Relationship Id="rId14" Type="http://schemas.openxmlformats.org/officeDocument/2006/relationships/tags" Target="../tags/tag2340.xml"/><Relationship Id="rId22" Type="http://schemas.openxmlformats.org/officeDocument/2006/relationships/tags" Target="../tags/tag2348.xml"/><Relationship Id="rId27" Type="http://schemas.openxmlformats.org/officeDocument/2006/relationships/notesSlide" Target="../notesSlides/notesSlide116.xml"/></Relationships>
</file>

<file path=ppt/slides/_rels/slide161.xml.rels><?xml version="1.0" encoding="UTF-8" standalone="yes"?>
<Relationships xmlns="http://schemas.openxmlformats.org/package/2006/relationships"><Relationship Id="rId8" Type="http://schemas.openxmlformats.org/officeDocument/2006/relationships/tags" Target="../tags/tag2359.xml"/><Relationship Id="rId13" Type="http://schemas.openxmlformats.org/officeDocument/2006/relationships/tags" Target="../tags/tag2364.xml"/><Relationship Id="rId18" Type="http://schemas.openxmlformats.org/officeDocument/2006/relationships/tags" Target="../tags/tag2369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2354.xml"/><Relationship Id="rId21" Type="http://schemas.openxmlformats.org/officeDocument/2006/relationships/tags" Target="../tags/tag2372.xml"/><Relationship Id="rId7" Type="http://schemas.openxmlformats.org/officeDocument/2006/relationships/tags" Target="../tags/tag2358.xml"/><Relationship Id="rId12" Type="http://schemas.openxmlformats.org/officeDocument/2006/relationships/tags" Target="../tags/tag2363.xml"/><Relationship Id="rId17" Type="http://schemas.openxmlformats.org/officeDocument/2006/relationships/tags" Target="../tags/tag2368.xml"/><Relationship Id="rId25" Type="http://schemas.openxmlformats.org/officeDocument/2006/relationships/tags" Target="../tags/tag2376.xml"/><Relationship Id="rId2" Type="http://schemas.openxmlformats.org/officeDocument/2006/relationships/tags" Target="../tags/tag2353.xml"/><Relationship Id="rId16" Type="http://schemas.openxmlformats.org/officeDocument/2006/relationships/tags" Target="../tags/tag2367.xml"/><Relationship Id="rId20" Type="http://schemas.openxmlformats.org/officeDocument/2006/relationships/tags" Target="../tags/tag2371.xml"/><Relationship Id="rId29" Type="http://schemas.openxmlformats.org/officeDocument/2006/relationships/image" Target="../media/image20.png"/><Relationship Id="rId1" Type="http://schemas.openxmlformats.org/officeDocument/2006/relationships/tags" Target="../tags/tag2352.xml"/><Relationship Id="rId6" Type="http://schemas.openxmlformats.org/officeDocument/2006/relationships/tags" Target="../tags/tag2357.xml"/><Relationship Id="rId11" Type="http://schemas.openxmlformats.org/officeDocument/2006/relationships/tags" Target="../tags/tag2362.xml"/><Relationship Id="rId24" Type="http://schemas.openxmlformats.org/officeDocument/2006/relationships/tags" Target="../tags/tag2375.xml"/><Relationship Id="rId5" Type="http://schemas.openxmlformats.org/officeDocument/2006/relationships/tags" Target="../tags/tag2356.xml"/><Relationship Id="rId15" Type="http://schemas.openxmlformats.org/officeDocument/2006/relationships/tags" Target="../tags/tag2366.xml"/><Relationship Id="rId23" Type="http://schemas.openxmlformats.org/officeDocument/2006/relationships/tags" Target="../tags/tag2374.xml"/><Relationship Id="rId28" Type="http://schemas.microsoft.com/office/2018/10/relationships/comments" Target="../comments/modernComment_1D5_BA1ECF22.xml"/><Relationship Id="rId10" Type="http://schemas.openxmlformats.org/officeDocument/2006/relationships/tags" Target="../tags/tag2361.xml"/><Relationship Id="rId19" Type="http://schemas.openxmlformats.org/officeDocument/2006/relationships/tags" Target="../tags/tag2370.xml"/><Relationship Id="rId4" Type="http://schemas.openxmlformats.org/officeDocument/2006/relationships/tags" Target="../tags/tag2355.xml"/><Relationship Id="rId9" Type="http://schemas.openxmlformats.org/officeDocument/2006/relationships/tags" Target="../tags/tag2360.xml"/><Relationship Id="rId14" Type="http://schemas.openxmlformats.org/officeDocument/2006/relationships/tags" Target="../tags/tag2365.xml"/><Relationship Id="rId22" Type="http://schemas.openxmlformats.org/officeDocument/2006/relationships/tags" Target="../tags/tag2373.xml"/><Relationship Id="rId27" Type="http://schemas.openxmlformats.org/officeDocument/2006/relationships/notesSlide" Target="../notesSlides/notesSlide117.xml"/></Relationships>
</file>

<file path=ppt/slides/_rels/slide162.xml.rels><?xml version="1.0" encoding="UTF-8" standalone="yes"?>
<Relationships xmlns="http://schemas.openxmlformats.org/package/2006/relationships"><Relationship Id="rId8" Type="http://schemas.openxmlformats.org/officeDocument/2006/relationships/tags" Target="../tags/tag2384.xml"/><Relationship Id="rId13" Type="http://schemas.openxmlformats.org/officeDocument/2006/relationships/tags" Target="../tags/tag2389.xml"/><Relationship Id="rId18" Type="http://schemas.openxmlformats.org/officeDocument/2006/relationships/tags" Target="../tags/tag2394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2379.xml"/><Relationship Id="rId21" Type="http://schemas.openxmlformats.org/officeDocument/2006/relationships/tags" Target="../tags/tag2397.xml"/><Relationship Id="rId7" Type="http://schemas.openxmlformats.org/officeDocument/2006/relationships/tags" Target="../tags/tag2383.xml"/><Relationship Id="rId12" Type="http://schemas.openxmlformats.org/officeDocument/2006/relationships/tags" Target="../tags/tag2388.xml"/><Relationship Id="rId17" Type="http://schemas.openxmlformats.org/officeDocument/2006/relationships/tags" Target="../tags/tag2393.xml"/><Relationship Id="rId25" Type="http://schemas.openxmlformats.org/officeDocument/2006/relationships/tags" Target="../tags/tag2401.xml"/><Relationship Id="rId2" Type="http://schemas.openxmlformats.org/officeDocument/2006/relationships/tags" Target="../tags/tag2378.xml"/><Relationship Id="rId16" Type="http://schemas.openxmlformats.org/officeDocument/2006/relationships/tags" Target="../tags/tag2392.xml"/><Relationship Id="rId20" Type="http://schemas.openxmlformats.org/officeDocument/2006/relationships/tags" Target="../tags/tag2396.xml"/><Relationship Id="rId29" Type="http://schemas.openxmlformats.org/officeDocument/2006/relationships/image" Target="../media/image20.png"/><Relationship Id="rId1" Type="http://schemas.openxmlformats.org/officeDocument/2006/relationships/tags" Target="../tags/tag2377.xml"/><Relationship Id="rId6" Type="http://schemas.openxmlformats.org/officeDocument/2006/relationships/tags" Target="../tags/tag2382.xml"/><Relationship Id="rId11" Type="http://schemas.openxmlformats.org/officeDocument/2006/relationships/tags" Target="../tags/tag2387.xml"/><Relationship Id="rId24" Type="http://schemas.openxmlformats.org/officeDocument/2006/relationships/tags" Target="../tags/tag2400.xml"/><Relationship Id="rId5" Type="http://schemas.openxmlformats.org/officeDocument/2006/relationships/tags" Target="../tags/tag2381.xml"/><Relationship Id="rId15" Type="http://schemas.openxmlformats.org/officeDocument/2006/relationships/tags" Target="../tags/tag2391.xml"/><Relationship Id="rId23" Type="http://schemas.openxmlformats.org/officeDocument/2006/relationships/tags" Target="../tags/tag2399.xml"/><Relationship Id="rId28" Type="http://schemas.microsoft.com/office/2018/10/relationships/comments" Target="../comments/modernComment_1D6_388B2F14.xml"/><Relationship Id="rId10" Type="http://schemas.openxmlformats.org/officeDocument/2006/relationships/tags" Target="../tags/tag2386.xml"/><Relationship Id="rId19" Type="http://schemas.openxmlformats.org/officeDocument/2006/relationships/tags" Target="../tags/tag2395.xml"/><Relationship Id="rId4" Type="http://schemas.openxmlformats.org/officeDocument/2006/relationships/tags" Target="../tags/tag2380.xml"/><Relationship Id="rId9" Type="http://schemas.openxmlformats.org/officeDocument/2006/relationships/tags" Target="../tags/tag2385.xml"/><Relationship Id="rId14" Type="http://schemas.openxmlformats.org/officeDocument/2006/relationships/tags" Target="../tags/tag2390.xml"/><Relationship Id="rId22" Type="http://schemas.openxmlformats.org/officeDocument/2006/relationships/tags" Target="../tags/tag2398.xml"/><Relationship Id="rId27" Type="http://schemas.openxmlformats.org/officeDocument/2006/relationships/notesSlide" Target="../notesSlides/notesSlide118.xml"/></Relationships>
</file>

<file path=ppt/slides/_rels/slide163.xml.rels><?xml version="1.0" encoding="UTF-8" standalone="yes"?>
<Relationships xmlns="http://schemas.openxmlformats.org/package/2006/relationships"><Relationship Id="rId8" Type="http://schemas.openxmlformats.org/officeDocument/2006/relationships/tags" Target="../tags/tag2409.xml"/><Relationship Id="rId13" Type="http://schemas.openxmlformats.org/officeDocument/2006/relationships/tags" Target="../tags/tag2414.xml"/><Relationship Id="rId18" Type="http://schemas.openxmlformats.org/officeDocument/2006/relationships/tags" Target="../tags/tag2419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2404.xml"/><Relationship Id="rId21" Type="http://schemas.openxmlformats.org/officeDocument/2006/relationships/tags" Target="../tags/tag2422.xml"/><Relationship Id="rId7" Type="http://schemas.openxmlformats.org/officeDocument/2006/relationships/tags" Target="../tags/tag2408.xml"/><Relationship Id="rId12" Type="http://schemas.openxmlformats.org/officeDocument/2006/relationships/tags" Target="../tags/tag2413.xml"/><Relationship Id="rId17" Type="http://schemas.openxmlformats.org/officeDocument/2006/relationships/tags" Target="../tags/tag2418.xml"/><Relationship Id="rId25" Type="http://schemas.openxmlformats.org/officeDocument/2006/relationships/tags" Target="../tags/tag2426.xml"/><Relationship Id="rId2" Type="http://schemas.openxmlformats.org/officeDocument/2006/relationships/tags" Target="../tags/tag2403.xml"/><Relationship Id="rId16" Type="http://schemas.openxmlformats.org/officeDocument/2006/relationships/tags" Target="../tags/tag2417.xml"/><Relationship Id="rId20" Type="http://schemas.openxmlformats.org/officeDocument/2006/relationships/tags" Target="../tags/tag2421.xml"/><Relationship Id="rId29" Type="http://schemas.openxmlformats.org/officeDocument/2006/relationships/image" Target="../media/image20.png"/><Relationship Id="rId1" Type="http://schemas.openxmlformats.org/officeDocument/2006/relationships/tags" Target="../tags/tag2402.xml"/><Relationship Id="rId6" Type="http://schemas.openxmlformats.org/officeDocument/2006/relationships/tags" Target="../tags/tag2407.xml"/><Relationship Id="rId11" Type="http://schemas.openxmlformats.org/officeDocument/2006/relationships/tags" Target="../tags/tag2412.xml"/><Relationship Id="rId24" Type="http://schemas.openxmlformats.org/officeDocument/2006/relationships/tags" Target="../tags/tag2425.xml"/><Relationship Id="rId5" Type="http://schemas.openxmlformats.org/officeDocument/2006/relationships/tags" Target="../tags/tag2406.xml"/><Relationship Id="rId15" Type="http://schemas.openxmlformats.org/officeDocument/2006/relationships/tags" Target="../tags/tag2416.xml"/><Relationship Id="rId23" Type="http://schemas.openxmlformats.org/officeDocument/2006/relationships/tags" Target="../tags/tag2424.xml"/><Relationship Id="rId28" Type="http://schemas.microsoft.com/office/2018/10/relationships/comments" Target="../comments/modernComment_1D7_8237BB4A.xml"/><Relationship Id="rId10" Type="http://schemas.openxmlformats.org/officeDocument/2006/relationships/tags" Target="../tags/tag2411.xml"/><Relationship Id="rId19" Type="http://schemas.openxmlformats.org/officeDocument/2006/relationships/tags" Target="../tags/tag2420.xml"/><Relationship Id="rId4" Type="http://schemas.openxmlformats.org/officeDocument/2006/relationships/tags" Target="../tags/tag2405.xml"/><Relationship Id="rId9" Type="http://schemas.openxmlformats.org/officeDocument/2006/relationships/tags" Target="../tags/tag2410.xml"/><Relationship Id="rId14" Type="http://schemas.openxmlformats.org/officeDocument/2006/relationships/tags" Target="../tags/tag2415.xml"/><Relationship Id="rId22" Type="http://schemas.openxmlformats.org/officeDocument/2006/relationships/tags" Target="../tags/tag2423.xml"/><Relationship Id="rId27" Type="http://schemas.openxmlformats.org/officeDocument/2006/relationships/notesSlide" Target="../notesSlides/notesSlide119.xml"/></Relationships>
</file>

<file path=ppt/slides/_rels/slide164.xml.rels><?xml version="1.0" encoding="UTF-8" standalone="yes"?>
<Relationships xmlns="http://schemas.openxmlformats.org/package/2006/relationships"><Relationship Id="rId8" Type="http://schemas.openxmlformats.org/officeDocument/2006/relationships/tags" Target="../tags/tag2434.xml"/><Relationship Id="rId13" Type="http://schemas.openxmlformats.org/officeDocument/2006/relationships/tags" Target="../tags/tag2439.xml"/><Relationship Id="rId18" Type="http://schemas.openxmlformats.org/officeDocument/2006/relationships/tags" Target="../tags/tag2444.xml"/><Relationship Id="rId26" Type="http://schemas.openxmlformats.org/officeDocument/2006/relationships/tags" Target="../tags/tag2452.xml"/><Relationship Id="rId3" Type="http://schemas.openxmlformats.org/officeDocument/2006/relationships/tags" Target="../tags/tag2429.xml"/><Relationship Id="rId21" Type="http://schemas.openxmlformats.org/officeDocument/2006/relationships/tags" Target="../tags/tag2447.xml"/><Relationship Id="rId7" Type="http://schemas.openxmlformats.org/officeDocument/2006/relationships/tags" Target="../tags/tag2433.xml"/><Relationship Id="rId12" Type="http://schemas.openxmlformats.org/officeDocument/2006/relationships/tags" Target="../tags/tag2438.xml"/><Relationship Id="rId17" Type="http://schemas.openxmlformats.org/officeDocument/2006/relationships/tags" Target="../tags/tag2443.xml"/><Relationship Id="rId25" Type="http://schemas.openxmlformats.org/officeDocument/2006/relationships/tags" Target="../tags/tag2451.xml"/><Relationship Id="rId2" Type="http://schemas.openxmlformats.org/officeDocument/2006/relationships/tags" Target="../tags/tag2428.xml"/><Relationship Id="rId16" Type="http://schemas.openxmlformats.org/officeDocument/2006/relationships/tags" Target="../tags/tag2442.xml"/><Relationship Id="rId20" Type="http://schemas.openxmlformats.org/officeDocument/2006/relationships/tags" Target="../tags/tag2446.xml"/><Relationship Id="rId29" Type="http://schemas.microsoft.com/office/2018/10/relationships/comments" Target="../comments/modernComment_1D8_61C49F47.xml"/><Relationship Id="rId1" Type="http://schemas.openxmlformats.org/officeDocument/2006/relationships/tags" Target="../tags/tag2427.xml"/><Relationship Id="rId6" Type="http://schemas.openxmlformats.org/officeDocument/2006/relationships/tags" Target="../tags/tag2432.xml"/><Relationship Id="rId11" Type="http://schemas.openxmlformats.org/officeDocument/2006/relationships/tags" Target="../tags/tag2437.xml"/><Relationship Id="rId24" Type="http://schemas.openxmlformats.org/officeDocument/2006/relationships/tags" Target="../tags/tag2450.xml"/><Relationship Id="rId5" Type="http://schemas.openxmlformats.org/officeDocument/2006/relationships/tags" Target="../tags/tag2431.xml"/><Relationship Id="rId15" Type="http://schemas.openxmlformats.org/officeDocument/2006/relationships/tags" Target="../tags/tag2441.xml"/><Relationship Id="rId23" Type="http://schemas.openxmlformats.org/officeDocument/2006/relationships/tags" Target="../tags/tag2449.xml"/><Relationship Id="rId28" Type="http://schemas.openxmlformats.org/officeDocument/2006/relationships/notesSlide" Target="../notesSlides/notesSlide120.xml"/><Relationship Id="rId10" Type="http://schemas.openxmlformats.org/officeDocument/2006/relationships/tags" Target="../tags/tag2436.xml"/><Relationship Id="rId19" Type="http://schemas.openxmlformats.org/officeDocument/2006/relationships/tags" Target="../tags/tag2445.xml"/><Relationship Id="rId4" Type="http://schemas.openxmlformats.org/officeDocument/2006/relationships/tags" Target="../tags/tag2430.xml"/><Relationship Id="rId9" Type="http://schemas.openxmlformats.org/officeDocument/2006/relationships/tags" Target="../tags/tag2435.xml"/><Relationship Id="rId14" Type="http://schemas.openxmlformats.org/officeDocument/2006/relationships/tags" Target="../tags/tag2440.xml"/><Relationship Id="rId22" Type="http://schemas.openxmlformats.org/officeDocument/2006/relationships/tags" Target="../tags/tag2448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20.png"/></Relationships>
</file>

<file path=ppt/slides/_rels/slide165.xml.rels><?xml version="1.0" encoding="UTF-8" standalone="yes"?>
<Relationships xmlns="http://schemas.openxmlformats.org/package/2006/relationships"><Relationship Id="rId8" Type="http://schemas.openxmlformats.org/officeDocument/2006/relationships/tags" Target="../tags/tag2460.xml"/><Relationship Id="rId13" Type="http://schemas.openxmlformats.org/officeDocument/2006/relationships/tags" Target="../tags/tag2465.xml"/><Relationship Id="rId18" Type="http://schemas.openxmlformats.org/officeDocument/2006/relationships/tags" Target="../tags/tag2470.xml"/><Relationship Id="rId26" Type="http://schemas.openxmlformats.org/officeDocument/2006/relationships/tags" Target="../tags/tag2478.xml"/><Relationship Id="rId3" Type="http://schemas.openxmlformats.org/officeDocument/2006/relationships/tags" Target="../tags/tag2455.xml"/><Relationship Id="rId21" Type="http://schemas.openxmlformats.org/officeDocument/2006/relationships/tags" Target="../tags/tag2473.xml"/><Relationship Id="rId7" Type="http://schemas.openxmlformats.org/officeDocument/2006/relationships/tags" Target="../tags/tag2459.xml"/><Relationship Id="rId12" Type="http://schemas.openxmlformats.org/officeDocument/2006/relationships/tags" Target="../tags/tag2464.xml"/><Relationship Id="rId17" Type="http://schemas.openxmlformats.org/officeDocument/2006/relationships/tags" Target="../tags/tag2469.xml"/><Relationship Id="rId25" Type="http://schemas.openxmlformats.org/officeDocument/2006/relationships/tags" Target="../tags/tag2477.xml"/><Relationship Id="rId2" Type="http://schemas.openxmlformats.org/officeDocument/2006/relationships/tags" Target="../tags/tag2454.xml"/><Relationship Id="rId16" Type="http://schemas.openxmlformats.org/officeDocument/2006/relationships/tags" Target="../tags/tag2468.xml"/><Relationship Id="rId20" Type="http://schemas.openxmlformats.org/officeDocument/2006/relationships/tags" Target="../tags/tag2472.xml"/><Relationship Id="rId29" Type="http://schemas.microsoft.com/office/2018/10/relationships/comments" Target="../comments/modernComment_1D9_B964A53C.xml"/><Relationship Id="rId1" Type="http://schemas.openxmlformats.org/officeDocument/2006/relationships/tags" Target="../tags/tag2453.xml"/><Relationship Id="rId6" Type="http://schemas.openxmlformats.org/officeDocument/2006/relationships/tags" Target="../tags/tag2458.xml"/><Relationship Id="rId11" Type="http://schemas.openxmlformats.org/officeDocument/2006/relationships/tags" Target="../tags/tag2463.xml"/><Relationship Id="rId24" Type="http://schemas.openxmlformats.org/officeDocument/2006/relationships/tags" Target="../tags/tag2476.xml"/><Relationship Id="rId5" Type="http://schemas.openxmlformats.org/officeDocument/2006/relationships/tags" Target="../tags/tag2457.xml"/><Relationship Id="rId15" Type="http://schemas.openxmlformats.org/officeDocument/2006/relationships/tags" Target="../tags/tag2467.xml"/><Relationship Id="rId23" Type="http://schemas.openxmlformats.org/officeDocument/2006/relationships/tags" Target="../tags/tag2475.xml"/><Relationship Id="rId28" Type="http://schemas.openxmlformats.org/officeDocument/2006/relationships/notesSlide" Target="../notesSlides/notesSlide121.xml"/><Relationship Id="rId10" Type="http://schemas.openxmlformats.org/officeDocument/2006/relationships/tags" Target="../tags/tag2462.xml"/><Relationship Id="rId19" Type="http://schemas.openxmlformats.org/officeDocument/2006/relationships/tags" Target="../tags/tag2471.xml"/><Relationship Id="rId4" Type="http://schemas.openxmlformats.org/officeDocument/2006/relationships/tags" Target="../tags/tag2456.xml"/><Relationship Id="rId9" Type="http://schemas.openxmlformats.org/officeDocument/2006/relationships/tags" Target="../tags/tag2461.xml"/><Relationship Id="rId14" Type="http://schemas.openxmlformats.org/officeDocument/2006/relationships/tags" Target="../tags/tag2466.xml"/><Relationship Id="rId22" Type="http://schemas.openxmlformats.org/officeDocument/2006/relationships/tags" Target="../tags/tag2474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20.png"/></Relationships>
</file>

<file path=ppt/slides/_rels/slide166.xml.rels><?xml version="1.0" encoding="UTF-8" standalone="yes"?>
<Relationships xmlns="http://schemas.openxmlformats.org/package/2006/relationships"><Relationship Id="rId8" Type="http://schemas.openxmlformats.org/officeDocument/2006/relationships/tags" Target="../tags/tag2486.xml"/><Relationship Id="rId13" Type="http://schemas.openxmlformats.org/officeDocument/2006/relationships/tags" Target="../tags/tag2491.xml"/><Relationship Id="rId18" Type="http://schemas.openxmlformats.org/officeDocument/2006/relationships/tags" Target="../tags/tag2496.xml"/><Relationship Id="rId26" Type="http://schemas.openxmlformats.org/officeDocument/2006/relationships/tags" Target="../tags/tag2504.xml"/><Relationship Id="rId3" Type="http://schemas.openxmlformats.org/officeDocument/2006/relationships/tags" Target="../tags/tag2481.xml"/><Relationship Id="rId21" Type="http://schemas.openxmlformats.org/officeDocument/2006/relationships/tags" Target="../tags/tag2499.xml"/><Relationship Id="rId7" Type="http://schemas.openxmlformats.org/officeDocument/2006/relationships/tags" Target="../tags/tag2485.xml"/><Relationship Id="rId12" Type="http://schemas.openxmlformats.org/officeDocument/2006/relationships/tags" Target="../tags/tag2490.xml"/><Relationship Id="rId17" Type="http://schemas.openxmlformats.org/officeDocument/2006/relationships/tags" Target="../tags/tag2495.xml"/><Relationship Id="rId25" Type="http://schemas.openxmlformats.org/officeDocument/2006/relationships/tags" Target="../tags/tag2503.xml"/><Relationship Id="rId2" Type="http://schemas.openxmlformats.org/officeDocument/2006/relationships/tags" Target="../tags/tag2480.xml"/><Relationship Id="rId16" Type="http://schemas.openxmlformats.org/officeDocument/2006/relationships/tags" Target="../tags/tag2494.xml"/><Relationship Id="rId20" Type="http://schemas.openxmlformats.org/officeDocument/2006/relationships/tags" Target="../tags/tag2498.xml"/><Relationship Id="rId29" Type="http://schemas.microsoft.com/office/2018/10/relationships/comments" Target="../comments/modernComment_1DA_E807D070.xml"/><Relationship Id="rId1" Type="http://schemas.openxmlformats.org/officeDocument/2006/relationships/tags" Target="../tags/tag2479.xml"/><Relationship Id="rId6" Type="http://schemas.openxmlformats.org/officeDocument/2006/relationships/tags" Target="../tags/tag2484.xml"/><Relationship Id="rId11" Type="http://schemas.openxmlformats.org/officeDocument/2006/relationships/tags" Target="../tags/tag2489.xml"/><Relationship Id="rId24" Type="http://schemas.openxmlformats.org/officeDocument/2006/relationships/tags" Target="../tags/tag2502.xml"/><Relationship Id="rId5" Type="http://schemas.openxmlformats.org/officeDocument/2006/relationships/tags" Target="../tags/tag2483.xml"/><Relationship Id="rId15" Type="http://schemas.openxmlformats.org/officeDocument/2006/relationships/tags" Target="../tags/tag2493.xml"/><Relationship Id="rId23" Type="http://schemas.openxmlformats.org/officeDocument/2006/relationships/tags" Target="../tags/tag2501.xml"/><Relationship Id="rId28" Type="http://schemas.openxmlformats.org/officeDocument/2006/relationships/notesSlide" Target="../notesSlides/notesSlide122.xml"/><Relationship Id="rId10" Type="http://schemas.openxmlformats.org/officeDocument/2006/relationships/tags" Target="../tags/tag2488.xml"/><Relationship Id="rId19" Type="http://schemas.openxmlformats.org/officeDocument/2006/relationships/tags" Target="../tags/tag2497.xml"/><Relationship Id="rId4" Type="http://schemas.openxmlformats.org/officeDocument/2006/relationships/tags" Target="../tags/tag2482.xml"/><Relationship Id="rId9" Type="http://schemas.openxmlformats.org/officeDocument/2006/relationships/tags" Target="../tags/tag2487.xml"/><Relationship Id="rId14" Type="http://schemas.openxmlformats.org/officeDocument/2006/relationships/tags" Target="../tags/tag2492.xml"/><Relationship Id="rId22" Type="http://schemas.openxmlformats.org/officeDocument/2006/relationships/tags" Target="../tags/tag2500.xml"/><Relationship Id="rId27" Type="http://schemas.openxmlformats.org/officeDocument/2006/relationships/slideLayout" Target="../slideLayouts/slideLayout1.xml"/><Relationship Id="rId30" Type="http://schemas.openxmlformats.org/officeDocument/2006/relationships/image" Target="../media/image20.png"/></Relationships>
</file>

<file path=ppt/slides/_rels/slide167.xml.rels><?xml version="1.0" encoding="UTF-8" standalone="yes"?>
<Relationships xmlns="http://schemas.openxmlformats.org/package/2006/relationships"><Relationship Id="rId8" Type="http://schemas.openxmlformats.org/officeDocument/2006/relationships/tags" Target="../tags/tag2512.xml"/><Relationship Id="rId13" Type="http://schemas.openxmlformats.org/officeDocument/2006/relationships/tags" Target="../tags/tag2517.xml"/><Relationship Id="rId18" Type="http://schemas.openxmlformats.org/officeDocument/2006/relationships/tags" Target="../tags/tag2522.xml"/><Relationship Id="rId26" Type="http://schemas.openxmlformats.org/officeDocument/2006/relationships/tags" Target="../tags/tag2530.xml"/><Relationship Id="rId3" Type="http://schemas.openxmlformats.org/officeDocument/2006/relationships/tags" Target="../tags/tag2507.xml"/><Relationship Id="rId21" Type="http://schemas.openxmlformats.org/officeDocument/2006/relationships/tags" Target="../tags/tag2525.xml"/><Relationship Id="rId7" Type="http://schemas.openxmlformats.org/officeDocument/2006/relationships/tags" Target="../tags/tag2511.xml"/><Relationship Id="rId12" Type="http://schemas.openxmlformats.org/officeDocument/2006/relationships/tags" Target="../tags/tag2516.xml"/><Relationship Id="rId17" Type="http://schemas.openxmlformats.org/officeDocument/2006/relationships/tags" Target="../tags/tag2521.xml"/><Relationship Id="rId25" Type="http://schemas.openxmlformats.org/officeDocument/2006/relationships/tags" Target="../tags/tag2529.xml"/><Relationship Id="rId2" Type="http://schemas.openxmlformats.org/officeDocument/2006/relationships/tags" Target="../tags/tag2506.xml"/><Relationship Id="rId16" Type="http://schemas.openxmlformats.org/officeDocument/2006/relationships/tags" Target="../tags/tag2520.xml"/><Relationship Id="rId20" Type="http://schemas.openxmlformats.org/officeDocument/2006/relationships/tags" Target="../tags/tag2524.xml"/><Relationship Id="rId29" Type="http://schemas.openxmlformats.org/officeDocument/2006/relationships/notesSlide" Target="../notesSlides/notesSlide123.xml"/><Relationship Id="rId1" Type="http://schemas.openxmlformats.org/officeDocument/2006/relationships/tags" Target="../tags/tag2505.xml"/><Relationship Id="rId6" Type="http://schemas.openxmlformats.org/officeDocument/2006/relationships/tags" Target="../tags/tag2510.xml"/><Relationship Id="rId11" Type="http://schemas.openxmlformats.org/officeDocument/2006/relationships/tags" Target="../tags/tag2515.xml"/><Relationship Id="rId24" Type="http://schemas.openxmlformats.org/officeDocument/2006/relationships/tags" Target="../tags/tag2528.xml"/><Relationship Id="rId5" Type="http://schemas.openxmlformats.org/officeDocument/2006/relationships/tags" Target="../tags/tag2509.xml"/><Relationship Id="rId15" Type="http://schemas.openxmlformats.org/officeDocument/2006/relationships/tags" Target="../tags/tag2519.xml"/><Relationship Id="rId23" Type="http://schemas.openxmlformats.org/officeDocument/2006/relationships/tags" Target="../tags/tag2527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2514.xml"/><Relationship Id="rId19" Type="http://schemas.openxmlformats.org/officeDocument/2006/relationships/tags" Target="../tags/tag2523.xml"/><Relationship Id="rId31" Type="http://schemas.openxmlformats.org/officeDocument/2006/relationships/image" Target="../media/image20.png"/><Relationship Id="rId4" Type="http://schemas.openxmlformats.org/officeDocument/2006/relationships/tags" Target="../tags/tag2508.xml"/><Relationship Id="rId9" Type="http://schemas.openxmlformats.org/officeDocument/2006/relationships/tags" Target="../tags/tag2513.xml"/><Relationship Id="rId14" Type="http://schemas.openxmlformats.org/officeDocument/2006/relationships/tags" Target="../tags/tag2518.xml"/><Relationship Id="rId22" Type="http://schemas.openxmlformats.org/officeDocument/2006/relationships/tags" Target="../tags/tag2526.xml"/><Relationship Id="rId27" Type="http://schemas.openxmlformats.org/officeDocument/2006/relationships/tags" Target="../tags/tag2531.xml"/><Relationship Id="rId30" Type="http://schemas.microsoft.com/office/2018/10/relationships/comments" Target="../comments/modernComment_1DB_90289B9A.xml"/></Relationships>
</file>

<file path=ppt/slides/_rels/slide168.xml.rels><?xml version="1.0" encoding="UTF-8" standalone="yes"?>
<Relationships xmlns="http://schemas.openxmlformats.org/package/2006/relationships"><Relationship Id="rId8" Type="http://schemas.openxmlformats.org/officeDocument/2006/relationships/tags" Target="../tags/tag2539.xml"/><Relationship Id="rId13" Type="http://schemas.openxmlformats.org/officeDocument/2006/relationships/tags" Target="../tags/tag2544.xml"/><Relationship Id="rId18" Type="http://schemas.openxmlformats.org/officeDocument/2006/relationships/tags" Target="../tags/tag2549.xml"/><Relationship Id="rId26" Type="http://schemas.openxmlformats.org/officeDocument/2006/relationships/tags" Target="../tags/tag2557.xml"/><Relationship Id="rId3" Type="http://schemas.openxmlformats.org/officeDocument/2006/relationships/tags" Target="../tags/tag2534.xml"/><Relationship Id="rId21" Type="http://schemas.openxmlformats.org/officeDocument/2006/relationships/tags" Target="../tags/tag2552.xml"/><Relationship Id="rId7" Type="http://schemas.openxmlformats.org/officeDocument/2006/relationships/tags" Target="../tags/tag2538.xml"/><Relationship Id="rId12" Type="http://schemas.openxmlformats.org/officeDocument/2006/relationships/tags" Target="../tags/tag2543.xml"/><Relationship Id="rId17" Type="http://schemas.openxmlformats.org/officeDocument/2006/relationships/tags" Target="../tags/tag2548.xml"/><Relationship Id="rId25" Type="http://schemas.openxmlformats.org/officeDocument/2006/relationships/tags" Target="../tags/tag2556.xml"/><Relationship Id="rId2" Type="http://schemas.openxmlformats.org/officeDocument/2006/relationships/tags" Target="../tags/tag2533.xml"/><Relationship Id="rId16" Type="http://schemas.openxmlformats.org/officeDocument/2006/relationships/tags" Target="../tags/tag2547.xml"/><Relationship Id="rId20" Type="http://schemas.openxmlformats.org/officeDocument/2006/relationships/tags" Target="../tags/tag2551.xml"/><Relationship Id="rId29" Type="http://schemas.openxmlformats.org/officeDocument/2006/relationships/notesSlide" Target="../notesSlides/notesSlide124.xml"/><Relationship Id="rId1" Type="http://schemas.openxmlformats.org/officeDocument/2006/relationships/tags" Target="../tags/tag2532.xml"/><Relationship Id="rId6" Type="http://schemas.openxmlformats.org/officeDocument/2006/relationships/tags" Target="../tags/tag2537.xml"/><Relationship Id="rId11" Type="http://schemas.openxmlformats.org/officeDocument/2006/relationships/tags" Target="../tags/tag2542.xml"/><Relationship Id="rId24" Type="http://schemas.openxmlformats.org/officeDocument/2006/relationships/tags" Target="../tags/tag2555.xml"/><Relationship Id="rId5" Type="http://schemas.openxmlformats.org/officeDocument/2006/relationships/tags" Target="../tags/tag2536.xml"/><Relationship Id="rId15" Type="http://schemas.openxmlformats.org/officeDocument/2006/relationships/tags" Target="../tags/tag2546.xml"/><Relationship Id="rId23" Type="http://schemas.openxmlformats.org/officeDocument/2006/relationships/tags" Target="../tags/tag2554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2541.xml"/><Relationship Id="rId19" Type="http://schemas.openxmlformats.org/officeDocument/2006/relationships/tags" Target="../tags/tag2550.xml"/><Relationship Id="rId31" Type="http://schemas.openxmlformats.org/officeDocument/2006/relationships/image" Target="../media/image20.png"/><Relationship Id="rId4" Type="http://schemas.openxmlformats.org/officeDocument/2006/relationships/tags" Target="../tags/tag2535.xml"/><Relationship Id="rId9" Type="http://schemas.openxmlformats.org/officeDocument/2006/relationships/tags" Target="../tags/tag2540.xml"/><Relationship Id="rId14" Type="http://schemas.openxmlformats.org/officeDocument/2006/relationships/tags" Target="../tags/tag2545.xml"/><Relationship Id="rId22" Type="http://schemas.openxmlformats.org/officeDocument/2006/relationships/tags" Target="../tags/tag2553.xml"/><Relationship Id="rId27" Type="http://schemas.openxmlformats.org/officeDocument/2006/relationships/tags" Target="../tags/tag2558.xml"/><Relationship Id="rId30" Type="http://schemas.microsoft.com/office/2018/10/relationships/comments" Target="../comments/modernComment_1DC_1BDF6E90.xml"/></Relationships>
</file>

<file path=ppt/slides/_rels/slide169.xml.rels><?xml version="1.0" encoding="UTF-8" standalone="yes"?>
<Relationships xmlns="http://schemas.openxmlformats.org/package/2006/relationships"><Relationship Id="rId8" Type="http://schemas.openxmlformats.org/officeDocument/2006/relationships/tags" Target="../tags/tag2566.xml"/><Relationship Id="rId13" Type="http://schemas.openxmlformats.org/officeDocument/2006/relationships/tags" Target="../tags/tag2571.xml"/><Relationship Id="rId18" Type="http://schemas.openxmlformats.org/officeDocument/2006/relationships/tags" Target="../tags/tag2576.xml"/><Relationship Id="rId26" Type="http://schemas.openxmlformats.org/officeDocument/2006/relationships/tags" Target="../tags/tag2584.xml"/><Relationship Id="rId3" Type="http://schemas.openxmlformats.org/officeDocument/2006/relationships/tags" Target="../tags/tag2561.xml"/><Relationship Id="rId21" Type="http://schemas.openxmlformats.org/officeDocument/2006/relationships/tags" Target="../tags/tag2579.xml"/><Relationship Id="rId7" Type="http://schemas.openxmlformats.org/officeDocument/2006/relationships/tags" Target="../tags/tag2565.xml"/><Relationship Id="rId12" Type="http://schemas.openxmlformats.org/officeDocument/2006/relationships/tags" Target="../tags/tag2570.xml"/><Relationship Id="rId17" Type="http://schemas.openxmlformats.org/officeDocument/2006/relationships/tags" Target="../tags/tag2575.xml"/><Relationship Id="rId25" Type="http://schemas.openxmlformats.org/officeDocument/2006/relationships/tags" Target="../tags/tag2583.xml"/><Relationship Id="rId2" Type="http://schemas.openxmlformats.org/officeDocument/2006/relationships/tags" Target="../tags/tag2560.xml"/><Relationship Id="rId16" Type="http://schemas.openxmlformats.org/officeDocument/2006/relationships/tags" Target="../tags/tag2574.xml"/><Relationship Id="rId20" Type="http://schemas.openxmlformats.org/officeDocument/2006/relationships/tags" Target="../tags/tag2578.xml"/><Relationship Id="rId29" Type="http://schemas.openxmlformats.org/officeDocument/2006/relationships/notesSlide" Target="../notesSlides/notesSlide125.xml"/><Relationship Id="rId1" Type="http://schemas.openxmlformats.org/officeDocument/2006/relationships/tags" Target="../tags/tag2559.xml"/><Relationship Id="rId6" Type="http://schemas.openxmlformats.org/officeDocument/2006/relationships/tags" Target="../tags/tag2564.xml"/><Relationship Id="rId11" Type="http://schemas.openxmlformats.org/officeDocument/2006/relationships/tags" Target="../tags/tag2569.xml"/><Relationship Id="rId24" Type="http://schemas.openxmlformats.org/officeDocument/2006/relationships/tags" Target="../tags/tag2582.xml"/><Relationship Id="rId5" Type="http://schemas.openxmlformats.org/officeDocument/2006/relationships/tags" Target="../tags/tag2563.xml"/><Relationship Id="rId15" Type="http://schemas.openxmlformats.org/officeDocument/2006/relationships/tags" Target="../tags/tag2573.xml"/><Relationship Id="rId23" Type="http://schemas.openxmlformats.org/officeDocument/2006/relationships/tags" Target="../tags/tag2581.xml"/><Relationship Id="rId28" Type="http://schemas.openxmlformats.org/officeDocument/2006/relationships/slideLayout" Target="../slideLayouts/slideLayout1.xml"/><Relationship Id="rId10" Type="http://schemas.openxmlformats.org/officeDocument/2006/relationships/tags" Target="../tags/tag2568.xml"/><Relationship Id="rId19" Type="http://schemas.openxmlformats.org/officeDocument/2006/relationships/tags" Target="../tags/tag2577.xml"/><Relationship Id="rId31" Type="http://schemas.openxmlformats.org/officeDocument/2006/relationships/image" Target="../media/image20.png"/><Relationship Id="rId4" Type="http://schemas.openxmlformats.org/officeDocument/2006/relationships/tags" Target="../tags/tag2562.xml"/><Relationship Id="rId9" Type="http://schemas.openxmlformats.org/officeDocument/2006/relationships/tags" Target="../tags/tag2567.xml"/><Relationship Id="rId14" Type="http://schemas.openxmlformats.org/officeDocument/2006/relationships/tags" Target="../tags/tag2572.xml"/><Relationship Id="rId22" Type="http://schemas.openxmlformats.org/officeDocument/2006/relationships/tags" Target="../tags/tag2580.xml"/><Relationship Id="rId27" Type="http://schemas.openxmlformats.org/officeDocument/2006/relationships/tags" Target="../tags/tag2585.xml"/><Relationship Id="rId30" Type="http://schemas.microsoft.com/office/2018/10/relationships/comments" Target="../comments/modernComment_1DD_D7B589AD.xml"/></Relationships>
</file>

<file path=ppt/slides/_rels/slide170.xml.rels><?xml version="1.0" encoding="UTF-8" standalone="yes"?>
<Relationships xmlns="http://schemas.openxmlformats.org/package/2006/relationships"><Relationship Id="rId8" Type="http://schemas.openxmlformats.org/officeDocument/2006/relationships/tags" Target="../tags/tag2593.xml"/><Relationship Id="rId13" Type="http://schemas.openxmlformats.org/officeDocument/2006/relationships/tags" Target="../tags/tag2598.xml"/><Relationship Id="rId18" Type="http://schemas.openxmlformats.org/officeDocument/2006/relationships/tags" Target="../tags/tag2603.xml"/><Relationship Id="rId26" Type="http://schemas.openxmlformats.org/officeDocument/2006/relationships/tags" Target="../tags/tag2611.xml"/><Relationship Id="rId3" Type="http://schemas.openxmlformats.org/officeDocument/2006/relationships/tags" Target="../tags/tag2588.xml"/><Relationship Id="rId21" Type="http://schemas.openxmlformats.org/officeDocument/2006/relationships/tags" Target="../tags/tag2606.xml"/><Relationship Id="rId7" Type="http://schemas.openxmlformats.org/officeDocument/2006/relationships/tags" Target="../tags/tag2592.xml"/><Relationship Id="rId12" Type="http://schemas.openxmlformats.org/officeDocument/2006/relationships/tags" Target="../tags/tag2597.xml"/><Relationship Id="rId17" Type="http://schemas.openxmlformats.org/officeDocument/2006/relationships/tags" Target="../tags/tag2602.xml"/><Relationship Id="rId25" Type="http://schemas.openxmlformats.org/officeDocument/2006/relationships/tags" Target="../tags/tag2610.xml"/><Relationship Id="rId2" Type="http://schemas.openxmlformats.org/officeDocument/2006/relationships/tags" Target="../tags/tag2587.xml"/><Relationship Id="rId16" Type="http://schemas.openxmlformats.org/officeDocument/2006/relationships/tags" Target="../tags/tag2601.xml"/><Relationship Id="rId20" Type="http://schemas.openxmlformats.org/officeDocument/2006/relationships/tags" Target="../tags/tag2605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2586.xml"/><Relationship Id="rId6" Type="http://schemas.openxmlformats.org/officeDocument/2006/relationships/tags" Target="../tags/tag2591.xml"/><Relationship Id="rId11" Type="http://schemas.openxmlformats.org/officeDocument/2006/relationships/tags" Target="../tags/tag2596.xml"/><Relationship Id="rId24" Type="http://schemas.openxmlformats.org/officeDocument/2006/relationships/tags" Target="../tags/tag2609.xml"/><Relationship Id="rId32" Type="http://schemas.openxmlformats.org/officeDocument/2006/relationships/image" Target="../media/image20.png"/><Relationship Id="rId5" Type="http://schemas.openxmlformats.org/officeDocument/2006/relationships/tags" Target="../tags/tag2590.xml"/><Relationship Id="rId15" Type="http://schemas.openxmlformats.org/officeDocument/2006/relationships/tags" Target="../tags/tag2600.xml"/><Relationship Id="rId23" Type="http://schemas.openxmlformats.org/officeDocument/2006/relationships/tags" Target="../tags/tag2608.xml"/><Relationship Id="rId28" Type="http://schemas.openxmlformats.org/officeDocument/2006/relationships/tags" Target="../tags/tag2613.xml"/><Relationship Id="rId10" Type="http://schemas.openxmlformats.org/officeDocument/2006/relationships/tags" Target="../tags/tag2595.xml"/><Relationship Id="rId19" Type="http://schemas.openxmlformats.org/officeDocument/2006/relationships/tags" Target="../tags/tag2604.xml"/><Relationship Id="rId31" Type="http://schemas.microsoft.com/office/2018/10/relationships/comments" Target="../comments/modernComment_1DE_6A3A1D06.xml"/><Relationship Id="rId4" Type="http://schemas.openxmlformats.org/officeDocument/2006/relationships/tags" Target="../tags/tag2589.xml"/><Relationship Id="rId9" Type="http://schemas.openxmlformats.org/officeDocument/2006/relationships/tags" Target="../tags/tag2594.xml"/><Relationship Id="rId14" Type="http://schemas.openxmlformats.org/officeDocument/2006/relationships/tags" Target="../tags/tag2599.xml"/><Relationship Id="rId22" Type="http://schemas.openxmlformats.org/officeDocument/2006/relationships/tags" Target="../tags/tag2607.xml"/><Relationship Id="rId27" Type="http://schemas.openxmlformats.org/officeDocument/2006/relationships/tags" Target="../tags/tag2612.xml"/><Relationship Id="rId30" Type="http://schemas.openxmlformats.org/officeDocument/2006/relationships/notesSlide" Target="../notesSlides/notesSlide126.xml"/></Relationships>
</file>

<file path=ppt/slides/_rels/slide171.xml.rels><?xml version="1.0" encoding="UTF-8" standalone="yes"?>
<Relationships xmlns="http://schemas.openxmlformats.org/package/2006/relationships"><Relationship Id="rId8" Type="http://schemas.openxmlformats.org/officeDocument/2006/relationships/tags" Target="../tags/tag2621.xml"/><Relationship Id="rId13" Type="http://schemas.openxmlformats.org/officeDocument/2006/relationships/tags" Target="../tags/tag2626.xml"/><Relationship Id="rId18" Type="http://schemas.openxmlformats.org/officeDocument/2006/relationships/tags" Target="../tags/tag2631.xml"/><Relationship Id="rId26" Type="http://schemas.openxmlformats.org/officeDocument/2006/relationships/tags" Target="../tags/tag2639.xml"/><Relationship Id="rId3" Type="http://schemas.openxmlformats.org/officeDocument/2006/relationships/tags" Target="../tags/tag2616.xml"/><Relationship Id="rId21" Type="http://schemas.openxmlformats.org/officeDocument/2006/relationships/tags" Target="../tags/tag2634.xml"/><Relationship Id="rId7" Type="http://schemas.openxmlformats.org/officeDocument/2006/relationships/tags" Target="../tags/tag2620.xml"/><Relationship Id="rId12" Type="http://schemas.openxmlformats.org/officeDocument/2006/relationships/tags" Target="../tags/tag2625.xml"/><Relationship Id="rId17" Type="http://schemas.openxmlformats.org/officeDocument/2006/relationships/tags" Target="../tags/tag2630.xml"/><Relationship Id="rId25" Type="http://schemas.openxmlformats.org/officeDocument/2006/relationships/tags" Target="../tags/tag2638.xml"/><Relationship Id="rId2" Type="http://schemas.openxmlformats.org/officeDocument/2006/relationships/tags" Target="../tags/tag2615.xml"/><Relationship Id="rId16" Type="http://schemas.openxmlformats.org/officeDocument/2006/relationships/tags" Target="../tags/tag2629.xml"/><Relationship Id="rId20" Type="http://schemas.openxmlformats.org/officeDocument/2006/relationships/tags" Target="../tags/tag2633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2614.xml"/><Relationship Id="rId6" Type="http://schemas.openxmlformats.org/officeDocument/2006/relationships/tags" Target="../tags/tag2619.xml"/><Relationship Id="rId11" Type="http://schemas.openxmlformats.org/officeDocument/2006/relationships/tags" Target="../tags/tag2624.xml"/><Relationship Id="rId24" Type="http://schemas.openxmlformats.org/officeDocument/2006/relationships/tags" Target="../tags/tag2637.xml"/><Relationship Id="rId32" Type="http://schemas.openxmlformats.org/officeDocument/2006/relationships/image" Target="../media/image20.png"/><Relationship Id="rId5" Type="http://schemas.openxmlformats.org/officeDocument/2006/relationships/tags" Target="../tags/tag2618.xml"/><Relationship Id="rId15" Type="http://schemas.openxmlformats.org/officeDocument/2006/relationships/tags" Target="../tags/tag2628.xml"/><Relationship Id="rId23" Type="http://schemas.openxmlformats.org/officeDocument/2006/relationships/tags" Target="../tags/tag2636.xml"/><Relationship Id="rId28" Type="http://schemas.openxmlformats.org/officeDocument/2006/relationships/tags" Target="../tags/tag2641.xml"/><Relationship Id="rId10" Type="http://schemas.openxmlformats.org/officeDocument/2006/relationships/tags" Target="../tags/tag2623.xml"/><Relationship Id="rId19" Type="http://schemas.openxmlformats.org/officeDocument/2006/relationships/tags" Target="../tags/tag2632.xml"/><Relationship Id="rId31" Type="http://schemas.microsoft.com/office/2018/10/relationships/comments" Target="../comments/modernComment_1DF_47961128.xml"/><Relationship Id="rId4" Type="http://schemas.openxmlformats.org/officeDocument/2006/relationships/tags" Target="../tags/tag2617.xml"/><Relationship Id="rId9" Type="http://schemas.openxmlformats.org/officeDocument/2006/relationships/tags" Target="../tags/tag2622.xml"/><Relationship Id="rId14" Type="http://schemas.openxmlformats.org/officeDocument/2006/relationships/tags" Target="../tags/tag2627.xml"/><Relationship Id="rId22" Type="http://schemas.openxmlformats.org/officeDocument/2006/relationships/tags" Target="../tags/tag2635.xml"/><Relationship Id="rId27" Type="http://schemas.openxmlformats.org/officeDocument/2006/relationships/tags" Target="../tags/tag2640.xml"/><Relationship Id="rId30" Type="http://schemas.openxmlformats.org/officeDocument/2006/relationships/notesSlide" Target="../notesSlides/notesSlide127.xml"/></Relationships>
</file>

<file path=ppt/slides/_rels/slide172.xml.rels><?xml version="1.0" encoding="UTF-8" standalone="yes"?>
<Relationships xmlns="http://schemas.openxmlformats.org/package/2006/relationships"><Relationship Id="rId8" Type="http://schemas.openxmlformats.org/officeDocument/2006/relationships/tags" Target="../tags/tag2649.xml"/><Relationship Id="rId13" Type="http://schemas.openxmlformats.org/officeDocument/2006/relationships/tags" Target="../tags/tag2654.xml"/><Relationship Id="rId18" Type="http://schemas.openxmlformats.org/officeDocument/2006/relationships/tags" Target="../tags/tag2659.xml"/><Relationship Id="rId26" Type="http://schemas.openxmlformats.org/officeDocument/2006/relationships/tags" Target="../tags/tag2667.xml"/><Relationship Id="rId3" Type="http://schemas.openxmlformats.org/officeDocument/2006/relationships/tags" Target="../tags/tag2644.xml"/><Relationship Id="rId21" Type="http://schemas.openxmlformats.org/officeDocument/2006/relationships/tags" Target="../tags/tag2662.xml"/><Relationship Id="rId7" Type="http://schemas.openxmlformats.org/officeDocument/2006/relationships/tags" Target="../tags/tag2648.xml"/><Relationship Id="rId12" Type="http://schemas.openxmlformats.org/officeDocument/2006/relationships/tags" Target="../tags/tag2653.xml"/><Relationship Id="rId17" Type="http://schemas.openxmlformats.org/officeDocument/2006/relationships/tags" Target="../tags/tag2658.xml"/><Relationship Id="rId25" Type="http://schemas.openxmlformats.org/officeDocument/2006/relationships/tags" Target="../tags/tag2666.xml"/><Relationship Id="rId2" Type="http://schemas.openxmlformats.org/officeDocument/2006/relationships/tags" Target="../tags/tag2643.xml"/><Relationship Id="rId16" Type="http://schemas.openxmlformats.org/officeDocument/2006/relationships/tags" Target="../tags/tag2657.xml"/><Relationship Id="rId20" Type="http://schemas.openxmlformats.org/officeDocument/2006/relationships/tags" Target="../tags/tag2661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2642.xml"/><Relationship Id="rId6" Type="http://schemas.openxmlformats.org/officeDocument/2006/relationships/tags" Target="../tags/tag2647.xml"/><Relationship Id="rId11" Type="http://schemas.openxmlformats.org/officeDocument/2006/relationships/tags" Target="../tags/tag2652.xml"/><Relationship Id="rId24" Type="http://schemas.openxmlformats.org/officeDocument/2006/relationships/tags" Target="../tags/tag2665.xml"/><Relationship Id="rId32" Type="http://schemas.openxmlformats.org/officeDocument/2006/relationships/image" Target="../media/image20.png"/><Relationship Id="rId5" Type="http://schemas.openxmlformats.org/officeDocument/2006/relationships/tags" Target="../tags/tag2646.xml"/><Relationship Id="rId15" Type="http://schemas.openxmlformats.org/officeDocument/2006/relationships/tags" Target="../tags/tag2656.xml"/><Relationship Id="rId23" Type="http://schemas.openxmlformats.org/officeDocument/2006/relationships/tags" Target="../tags/tag2664.xml"/><Relationship Id="rId28" Type="http://schemas.openxmlformats.org/officeDocument/2006/relationships/tags" Target="../tags/tag2669.xml"/><Relationship Id="rId10" Type="http://schemas.openxmlformats.org/officeDocument/2006/relationships/tags" Target="../tags/tag2651.xml"/><Relationship Id="rId19" Type="http://schemas.openxmlformats.org/officeDocument/2006/relationships/tags" Target="../tags/tag2660.xml"/><Relationship Id="rId31" Type="http://schemas.microsoft.com/office/2018/10/relationships/comments" Target="../comments/modernComment_1E0_BDB3477D.xml"/><Relationship Id="rId4" Type="http://schemas.openxmlformats.org/officeDocument/2006/relationships/tags" Target="../tags/tag2645.xml"/><Relationship Id="rId9" Type="http://schemas.openxmlformats.org/officeDocument/2006/relationships/tags" Target="../tags/tag2650.xml"/><Relationship Id="rId14" Type="http://schemas.openxmlformats.org/officeDocument/2006/relationships/tags" Target="../tags/tag2655.xml"/><Relationship Id="rId22" Type="http://schemas.openxmlformats.org/officeDocument/2006/relationships/tags" Target="../tags/tag2663.xml"/><Relationship Id="rId27" Type="http://schemas.openxmlformats.org/officeDocument/2006/relationships/tags" Target="../tags/tag2668.xml"/><Relationship Id="rId30" Type="http://schemas.openxmlformats.org/officeDocument/2006/relationships/notesSlide" Target="../notesSlides/notesSlide128.xml"/></Relationships>
</file>

<file path=ppt/slides/_rels/slide173.xml.rels><?xml version="1.0" encoding="UTF-8" standalone="yes"?>
<Relationships xmlns="http://schemas.openxmlformats.org/package/2006/relationships"><Relationship Id="rId13" Type="http://schemas.openxmlformats.org/officeDocument/2006/relationships/tags" Target="../tags/tag2682.xml"/><Relationship Id="rId18" Type="http://schemas.openxmlformats.org/officeDocument/2006/relationships/tags" Target="../tags/tag2687.xml"/><Relationship Id="rId26" Type="http://schemas.openxmlformats.org/officeDocument/2006/relationships/tags" Target="../tags/tag2695.xml"/><Relationship Id="rId3" Type="http://schemas.openxmlformats.org/officeDocument/2006/relationships/tags" Target="../tags/tag2672.xml"/><Relationship Id="rId21" Type="http://schemas.openxmlformats.org/officeDocument/2006/relationships/tags" Target="../tags/tag2690.xml"/><Relationship Id="rId7" Type="http://schemas.openxmlformats.org/officeDocument/2006/relationships/tags" Target="../tags/tag2676.xml"/><Relationship Id="rId12" Type="http://schemas.openxmlformats.org/officeDocument/2006/relationships/tags" Target="../tags/tag2681.xml"/><Relationship Id="rId17" Type="http://schemas.openxmlformats.org/officeDocument/2006/relationships/tags" Target="../tags/tag2686.xml"/><Relationship Id="rId25" Type="http://schemas.openxmlformats.org/officeDocument/2006/relationships/tags" Target="../tags/tag2694.xml"/><Relationship Id="rId33" Type="http://schemas.openxmlformats.org/officeDocument/2006/relationships/image" Target="../media/image20.png"/><Relationship Id="rId2" Type="http://schemas.openxmlformats.org/officeDocument/2006/relationships/tags" Target="../tags/tag2671.xml"/><Relationship Id="rId16" Type="http://schemas.openxmlformats.org/officeDocument/2006/relationships/tags" Target="../tags/tag2685.xml"/><Relationship Id="rId20" Type="http://schemas.openxmlformats.org/officeDocument/2006/relationships/tags" Target="../tags/tag2689.xml"/><Relationship Id="rId29" Type="http://schemas.openxmlformats.org/officeDocument/2006/relationships/tags" Target="../tags/tag2698.xml"/><Relationship Id="rId1" Type="http://schemas.openxmlformats.org/officeDocument/2006/relationships/tags" Target="../tags/tag2670.xml"/><Relationship Id="rId6" Type="http://schemas.openxmlformats.org/officeDocument/2006/relationships/tags" Target="../tags/tag2675.xml"/><Relationship Id="rId11" Type="http://schemas.openxmlformats.org/officeDocument/2006/relationships/tags" Target="../tags/tag2680.xml"/><Relationship Id="rId24" Type="http://schemas.openxmlformats.org/officeDocument/2006/relationships/tags" Target="../tags/tag2693.xml"/><Relationship Id="rId32" Type="http://schemas.microsoft.com/office/2018/10/relationships/comments" Target="../comments/modernComment_1E1_F8B7F3B0.xml"/><Relationship Id="rId5" Type="http://schemas.openxmlformats.org/officeDocument/2006/relationships/tags" Target="../tags/tag2674.xml"/><Relationship Id="rId15" Type="http://schemas.openxmlformats.org/officeDocument/2006/relationships/tags" Target="../tags/tag2684.xml"/><Relationship Id="rId23" Type="http://schemas.openxmlformats.org/officeDocument/2006/relationships/tags" Target="../tags/tag2692.xml"/><Relationship Id="rId28" Type="http://schemas.openxmlformats.org/officeDocument/2006/relationships/tags" Target="../tags/tag2697.xml"/><Relationship Id="rId10" Type="http://schemas.openxmlformats.org/officeDocument/2006/relationships/tags" Target="../tags/tag2679.xml"/><Relationship Id="rId19" Type="http://schemas.openxmlformats.org/officeDocument/2006/relationships/tags" Target="../tags/tag2688.xml"/><Relationship Id="rId31" Type="http://schemas.openxmlformats.org/officeDocument/2006/relationships/notesSlide" Target="../notesSlides/notesSlide129.xml"/><Relationship Id="rId4" Type="http://schemas.openxmlformats.org/officeDocument/2006/relationships/tags" Target="../tags/tag2673.xml"/><Relationship Id="rId9" Type="http://schemas.openxmlformats.org/officeDocument/2006/relationships/tags" Target="../tags/tag2678.xml"/><Relationship Id="rId14" Type="http://schemas.openxmlformats.org/officeDocument/2006/relationships/tags" Target="../tags/tag2683.xml"/><Relationship Id="rId22" Type="http://schemas.openxmlformats.org/officeDocument/2006/relationships/tags" Target="../tags/tag2691.xml"/><Relationship Id="rId27" Type="http://schemas.openxmlformats.org/officeDocument/2006/relationships/tags" Target="../tags/tag2696.xml"/><Relationship Id="rId30" Type="http://schemas.openxmlformats.org/officeDocument/2006/relationships/slideLayout" Target="../slideLayouts/slideLayout1.xml"/><Relationship Id="rId8" Type="http://schemas.openxmlformats.org/officeDocument/2006/relationships/tags" Target="../tags/tag2677.xml"/></Relationships>
</file>

<file path=ppt/slides/_rels/slide174.xml.rels><?xml version="1.0" encoding="UTF-8" standalone="yes"?>
<Relationships xmlns="http://schemas.openxmlformats.org/package/2006/relationships"><Relationship Id="rId13" Type="http://schemas.openxmlformats.org/officeDocument/2006/relationships/tags" Target="../tags/tag2711.xml"/><Relationship Id="rId18" Type="http://schemas.openxmlformats.org/officeDocument/2006/relationships/tags" Target="../tags/tag2716.xml"/><Relationship Id="rId26" Type="http://schemas.openxmlformats.org/officeDocument/2006/relationships/tags" Target="../tags/tag2724.xml"/><Relationship Id="rId3" Type="http://schemas.openxmlformats.org/officeDocument/2006/relationships/tags" Target="../tags/tag2701.xml"/><Relationship Id="rId21" Type="http://schemas.openxmlformats.org/officeDocument/2006/relationships/tags" Target="../tags/tag2719.xml"/><Relationship Id="rId34" Type="http://schemas.openxmlformats.org/officeDocument/2006/relationships/image" Target="../media/image20.png"/><Relationship Id="rId7" Type="http://schemas.openxmlformats.org/officeDocument/2006/relationships/tags" Target="../tags/tag2705.xml"/><Relationship Id="rId12" Type="http://schemas.openxmlformats.org/officeDocument/2006/relationships/tags" Target="../tags/tag2710.xml"/><Relationship Id="rId17" Type="http://schemas.openxmlformats.org/officeDocument/2006/relationships/tags" Target="../tags/tag2715.xml"/><Relationship Id="rId25" Type="http://schemas.openxmlformats.org/officeDocument/2006/relationships/tags" Target="../tags/tag2723.xml"/><Relationship Id="rId33" Type="http://schemas.microsoft.com/office/2018/10/relationships/comments" Target="../comments/modernComment_1E2_21E87BED.xml"/><Relationship Id="rId2" Type="http://schemas.openxmlformats.org/officeDocument/2006/relationships/tags" Target="../tags/tag2700.xml"/><Relationship Id="rId16" Type="http://schemas.openxmlformats.org/officeDocument/2006/relationships/tags" Target="../tags/tag2714.xml"/><Relationship Id="rId20" Type="http://schemas.openxmlformats.org/officeDocument/2006/relationships/tags" Target="../tags/tag2718.xml"/><Relationship Id="rId29" Type="http://schemas.openxmlformats.org/officeDocument/2006/relationships/tags" Target="../tags/tag2727.xml"/><Relationship Id="rId1" Type="http://schemas.openxmlformats.org/officeDocument/2006/relationships/tags" Target="../tags/tag2699.xml"/><Relationship Id="rId6" Type="http://schemas.openxmlformats.org/officeDocument/2006/relationships/tags" Target="../tags/tag2704.xml"/><Relationship Id="rId11" Type="http://schemas.openxmlformats.org/officeDocument/2006/relationships/tags" Target="../tags/tag2709.xml"/><Relationship Id="rId24" Type="http://schemas.openxmlformats.org/officeDocument/2006/relationships/tags" Target="../tags/tag2722.xml"/><Relationship Id="rId32" Type="http://schemas.openxmlformats.org/officeDocument/2006/relationships/notesSlide" Target="../notesSlides/notesSlide130.xml"/><Relationship Id="rId5" Type="http://schemas.openxmlformats.org/officeDocument/2006/relationships/tags" Target="../tags/tag2703.xml"/><Relationship Id="rId15" Type="http://schemas.openxmlformats.org/officeDocument/2006/relationships/tags" Target="../tags/tag2713.xml"/><Relationship Id="rId23" Type="http://schemas.openxmlformats.org/officeDocument/2006/relationships/tags" Target="../tags/tag2721.xml"/><Relationship Id="rId28" Type="http://schemas.openxmlformats.org/officeDocument/2006/relationships/tags" Target="../tags/tag2726.xml"/><Relationship Id="rId10" Type="http://schemas.openxmlformats.org/officeDocument/2006/relationships/tags" Target="../tags/tag2708.xml"/><Relationship Id="rId19" Type="http://schemas.openxmlformats.org/officeDocument/2006/relationships/tags" Target="../tags/tag2717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2702.xml"/><Relationship Id="rId9" Type="http://schemas.openxmlformats.org/officeDocument/2006/relationships/tags" Target="../tags/tag2707.xml"/><Relationship Id="rId14" Type="http://schemas.openxmlformats.org/officeDocument/2006/relationships/tags" Target="../tags/tag2712.xml"/><Relationship Id="rId22" Type="http://schemas.openxmlformats.org/officeDocument/2006/relationships/tags" Target="../tags/tag2720.xml"/><Relationship Id="rId27" Type="http://schemas.openxmlformats.org/officeDocument/2006/relationships/tags" Target="../tags/tag2725.xml"/><Relationship Id="rId30" Type="http://schemas.openxmlformats.org/officeDocument/2006/relationships/tags" Target="../tags/tag2728.xml"/><Relationship Id="rId8" Type="http://schemas.openxmlformats.org/officeDocument/2006/relationships/tags" Target="../tags/tag2706.xml"/></Relationships>
</file>

<file path=ppt/slides/_rels/slide175.xml.rels><?xml version="1.0" encoding="UTF-8" standalone="yes"?>
<Relationships xmlns="http://schemas.openxmlformats.org/package/2006/relationships"><Relationship Id="rId13" Type="http://schemas.openxmlformats.org/officeDocument/2006/relationships/tags" Target="../tags/tag2741.xml"/><Relationship Id="rId18" Type="http://schemas.openxmlformats.org/officeDocument/2006/relationships/tags" Target="../tags/tag2746.xml"/><Relationship Id="rId26" Type="http://schemas.openxmlformats.org/officeDocument/2006/relationships/tags" Target="../tags/tag2754.xml"/><Relationship Id="rId3" Type="http://schemas.openxmlformats.org/officeDocument/2006/relationships/tags" Target="../tags/tag2731.xml"/><Relationship Id="rId21" Type="http://schemas.openxmlformats.org/officeDocument/2006/relationships/tags" Target="../tags/tag2749.xml"/><Relationship Id="rId34" Type="http://schemas.microsoft.com/office/2018/10/relationships/comments" Target="../comments/modernComment_1E3_A474A285.xml"/><Relationship Id="rId7" Type="http://schemas.openxmlformats.org/officeDocument/2006/relationships/tags" Target="../tags/tag2735.xml"/><Relationship Id="rId12" Type="http://schemas.openxmlformats.org/officeDocument/2006/relationships/tags" Target="../tags/tag2740.xml"/><Relationship Id="rId17" Type="http://schemas.openxmlformats.org/officeDocument/2006/relationships/tags" Target="../tags/tag2745.xml"/><Relationship Id="rId25" Type="http://schemas.openxmlformats.org/officeDocument/2006/relationships/tags" Target="../tags/tag2753.xml"/><Relationship Id="rId33" Type="http://schemas.openxmlformats.org/officeDocument/2006/relationships/notesSlide" Target="../notesSlides/notesSlide131.xml"/><Relationship Id="rId2" Type="http://schemas.openxmlformats.org/officeDocument/2006/relationships/tags" Target="../tags/tag2730.xml"/><Relationship Id="rId16" Type="http://schemas.openxmlformats.org/officeDocument/2006/relationships/tags" Target="../tags/tag2744.xml"/><Relationship Id="rId20" Type="http://schemas.openxmlformats.org/officeDocument/2006/relationships/tags" Target="../tags/tag2748.xml"/><Relationship Id="rId29" Type="http://schemas.openxmlformats.org/officeDocument/2006/relationships/tags" Target="../tags/tag2757.xml"/><Relationship Id="rId1" Type="http://schemas.openxmlformats.org/officeDocument/2006/relationships/tags" Target="../tags/tag2729.xml"/><Relationship Id="rId6" Type="http://schemas.openxmlformats.org/officeDocument/2006/relationships/tags" Target="../tags/tag2734.xml"/><Relationship Id="rId11" Type="http://schemas.openxmlformats.org/officeDocument/2006/relationships/tags" Target="../tags/tag2739.xml"/><Relationship Id="rId24" Type="http://schemas.openxmlformats.org/officeDocument/2006/relationships/tags" Target="../tags/tag2752.xml"/><Relationship Id="rId32" Type="http://schemas.openxmlformats.org/officeDocument/2006/relationships/slideLayout" Target="../slideLayouts/slideLayout1.xml"/><Relationship Id="rId5" Type="http://schemas.openxmlformats.org/officeDocument/2006/relationships/tags" Target="../tags/tag2733.xml"/><Relationship Id="rId15" Type="http://schemas.openxmlformats.org/officeDocument/2006/relationships/tags" Target="../tags/tag2743.xml"/><Relationship Id="rId23" Type="http://schemas.openxmlformats.org/officeDocument/2006/relationships/tags" Target="../tags/tag2751.xml"/><Relationship Id="rId28" Type="http://schemas.openxmlformats.org/officeDocument/2006/relationships/tags" Target="../tags/tag2756.xml"/><Relationship Id="rId10" Type="http://schemas.openxmlformats.org/officeDocument/2006/relationships/tags" Target="../tags/tag2738.xml"/><Relationship Id="rId19" Type="http://schemas.openxmlformats.org/officeDocument/2006/relationships/tags" Target="../tags/tag2747.xml"/><Relationship Id="rId31" Type="http://schemas.openxmlformats.org/officeDocument/2006/relationships/tags" Target="../tags/tag2759.xml"/><Relationship Id="rId4" Type="http://schemas.openxmlformats.org/officeDocument/2006/relationships/tags" Target="../tags/tag2732.xml"/><Relationship Id="rId9" Type="http://schemas.openxmlformats.org/officeDocument/2006/relationships/tags" Target="../tags/tag2737.xml"/><Relationship Id="rId14" Type="http://schemas.openxmlformats.org/officeDocument/2006/relationships/tags" Target="../tags/tag2742.xml"/><Relationship Id="rId22" Type="http://schemas.openxmlformats.org/officeDocument/2006/relationships/tags" Target="../tags/tag2750.xml"/><Relationship Id="rId27" Type="http://schemas.openxmlformats.org/officeDocument/2006/relationships/tags" Target="../tags/tag2755.xml"/><Relationship Id="rId30" Type="http://schemas.openxmlformats.org/officeDocument/2006/relationships/tags" Target="../tags/tag2758.xml"/><Relationship Id="rId35" Type="http://schemas.openxmlformats.org/officeDocument/2006/relationships/image" Target="../media/image20.png"/><Relationship Id="rId8" Type="http://schemas.openxmlformats.org/officeDocument/2006/relationships/tags" Target="../tags/tag2736.xml"/></Relationships>
</file>

<file path=ppt/slides/_rels/slide176.xml.rels><?xml version="1.0" encoding="UTF-8" standalone="yes"?>
<Relationships xmlns="http://schemas.openxmlformats.org/package/2006/relationships"><Relationship Id="rId13" Type="http://schemas.openxmlformats.org/officeDocument/2006/relationships/tags" Target="../tags/tag2772.xml"/><Relationship Id="rId18" Type="http://schemas.openxmlformats.org/officeDocument/2006/relationships/tags" Target="../tags/tag2777.xml"/><Relationship Id="rId26" Type="http://schemas.openxmlformats.org/officeDocument/2006/relationships/tags" Target="../tags/tag2785.xml"/><Relationship Id="rId3" Type="http://schemas.openxmlformats.org/officeDocument/2006/relationships/tags" Target="../tags/tag2762.xml"/><Relationship Id="rId21" Type="http://schemas.openxmlformats.org/officeDocument/2006/relationships/tags" Target="../tags/tag2780.xml"/><Relationship Id="rId34" Type="http://schemas.openxmlformats.org/officeDocument/2006/relationships/notesSlide" Target="../notesSlides/notesSlide132.xml"/><Relationship Id="rId7" Type="http://schemas.openxmlformats.org/officeDocument/2006/relationships/tags" Target="../tags/tag2766.xml"/><Relationship Id="rId12" Type="http://schemas.openxmlformats.org/officeDocument/2006/relationships/tags" Target="../tags/tag2771.xml"/><Relationship Id="rId17" Type="http://schemas.openxmlformats.org/officeDocument/2006/relationships/tags" Target="../tags/tag2776.xml"/><Relationship Id="rId25" Type="http://schemas.openxmlformats.org/officeDocument/2006/relationships/tags" Target="../tags/tag2784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2761.xml"/><Relationship Id="rId16" Type="http://schemas.openxmlformats.org/officeDocument/2006/relationships/tags" Target="../tags/tag2775.xml"/><Relationship Id="rId20" Type="http://schemas.openxmlformats.org/officeDocument/2006/relationships/tags" Target="../tags/tag2779.xml"/><Relationship Id="rId29" Type="http://schemas.openxmlformats.org/officeDocument/2006/relationships/tags" Target="../tags/tag2788.xml"/><Relationship Id="rId1" Type="http://schemas.openxmlformats.org/officeDocument/2006/relationships/tags" Target="../tags/tag2760.xml"/><Relationship Id="rId6" Type="http://schemas.openxmlformats.org/officeDocument/2006/relationships/tags" Target="../tags/tag2765.xml"/><Relationship Id="rId11" Type="http://schemas.openxmlformats.org/officeDocument/2006/relationships/tags" Target="../tags/tag2770.xml"/><Relationship Id="rId24" Type="http://schemas.openxmlformats.org/officeDocument/2006/relationships/tags" Target="../tags/tag2783.xml"/><Relationship Id="rId32" Type="http://schemas.openxmlformats.org/officeDocument/2006/relationships/tags" Target="../tags/tag2791.xml"/><Relationship Id="rId5" Type="http://schemas.openxmlformats.org/officeDocument/2006/relationships/tags" Target="../tags/tag2764.xml"/><Relationship Id="rId15" Type="http://schemas.openxmlformats.org/officeDocument/2006/relationships/tags" Target="../tags/tag2774.xml"/><Relationship Id="rId23" Type="http://schemas.openxmlformats.org/officeDocument/2006/relationships/tags" Target="../tags/tag2782.xml"/><Relationship Id="rId28" Type="http://schemas.openxmlformats.org/officeDocument/2006/relationships/tags" Target="../tags/tag2787.xml"/><Relationship Id="rId36" Type="http://schemas.openxmlformats.org/officeDocument/2006/relationships/image" Target="../media/image20.png"/><Relationship Id="rId10" Type="http://schemas.openxmlformats.org/officeDocument/2006/relationships/tags" Target="../tags/tag2769.xml"/><Relationship Id="rId19" Type="http://schemas.openxmlformats.org/officeDocument/2006/relationships/tags" Target="../tags/tag2778.xml"/><Relationship Id="rId31" Type="http://schemas.openxmlformats.org/officeDocument/2006/relationships/tags" Target="../tags/tag2790.xml"/><Relationship Id="rId4" Type="http://schemas.openxmlformats.org/officeDocument/2006/relationships/tags" Target="../tags/tag2763.xml"/><Relationship Id="rId9" Type="http://schemas.openxmlformats.org/officeDocument/2006/relationships/tags" Target="../tags/tag2768.xml"/><Relationship Id="rId14" Type="http://schemas.openxmlformats.org/officeDocument/2006/relationships/tags" Target="../tags/tag2773.xml"/><Relationship Id="rId22" Type="http://schemas.openxmlformats.org/officeDocument/2006/relationships/tags" Target="../tags/tag2781.xml"/><Relationship Id="rId27" Type="http://schemas.openxmlformats.org/officeDocument/2006/relationships/tags" Target="../tags/tag2786.xml"/><Relationship Id="rId30" Type="http://schemas.openxmlformats.org/officeDocument/2006/relationships/tags" Target="../tags/tag2789.xml"/><Relationship Id="rId35" Type="http://schemas.microsoft.com/office/2018/10/relationships/comments" Target="../comments/modernComment_1E4_DC8ABBA.xml"/><Relationship Id="rId8" Type="http://schemas.openxmlformats.org/officeDocument/2006/relationships/tags" Target="../tags/tag2767.xml"/></Relationships>
</file>

<file path=ppt/slides/_rels/slide17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9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18/10/relationships/comments" Target="../comments/modernComment_118_E0B21D5F.xml"/></Relationships>
</file>

<file path=ppt/slides/_rels/slide178.xml.rels><?xml version="1.0" encoding="UTF-8" standalone="yes"?>
<Relationships xmlns="http://schemas.openxmlformats.org/package/2006/relationships"><Relationship Id="rId13" Type="http://schemas.openxmlformats.org/officeDocument/2006/relationships/tags" Target="../tags/tag2805.xml"/><Relationship Id="rId18" Type="http://schemas.openxmlformats.org/officeDocument/2006/relationships/tags" Target="../tags/tag2810.xml"/><Relationship Id="rId26" Type="http://schemas.openxmlformats.org/officeDocument/2006/relationships/tags" Target="../tags/tag2818.xml"/><Relationship Id="rId3" Type="http://schemas.openxmlformats.org/officeDocument/2006/relationships/tags" Target="../tags/tag2795.xml"/><Relationship Id="rId21" Type="http://schemas.openxmlformats.org/officeDocument/2006/relationships/tags" Target="../tags/tag2813.xml"/><Relationship Id="rId7" Type="http://schemas.openxmlformats.org/officeDocument/2006/relationships/tags" Target="../tags/tag2799.xml"/><Relationship Id="rId12" Type="http://schemas.openxmlformats.org/officeDocument/2006/relationships/tags" Target="../tags/tag2804.xml"/><Relationship Id="rId17" Type="http://schemas.openxmlformats.org/officeDocument/2006/relationships/tags" Target="../tags/tag2809.xml"/><Relationship Id="rId25" Type="http://schemas.openxmlformats.org/officeDocument/2006/relationships/tags" Target="../tags/tag2817.xml"/><Relationship Id="rId33" Type="http://schemas.openxmlformats.org/officeDocument/2006/relationships/image" Target="../media/image21.png"/><Relationship Id="rId2" Type="http://schemas.openxmlformats.org/officeDocument/2006/relationships/tags" Target="../tags/tag2794.xml"/><Relationship Id="rId16" Type="http://schemas.openxmlformats.org/officeDocument/2006/relationships/tags" Target="../tags/tag2808.xml"/><Relationship Id="rId20" Type="http://schemas.openxmlformats.org/officeDocument/2006/relationships/tags" Target="../tags/tag2812.xml"/><Relationship Id="rId29" Type="http://schemas.openxmlformats.org/officeDocument/2006/relationships/slideLayout" Target="../slideLayouts/slideLayout1.xml"/><Relationship Id="rId1" Type="http://schemas.openxmlformats.org/officeDocument/2006/relationships/tags" Target="../tags/tag2793.xml"/><Relationship Id="rId6" Type="http://schemas.openxmlformats.org/officeDocument/2006/relationships/tags" Target="../tags/tag2798.xml"/><Relationship Id="rId11" Type="http://schemas.openxmlformats.org/officeDocument/2006/relationships/tags" Target="../tags/tag2803.xml"/><Relationship Id="rId24" Type="http://schemas.openxmlformats.org/officeDocument/2006/relationships/tags" Target="../tags/tag2816.xml"/><Relationship Id="rId32" Type="http://schemas.openxmlformats.org/officeDocument/2006/relationships/image" Target="../media/image20.png"/><Relationship Id="rId5" Type="http://schemas.openxmlformats.org/officeDocument/2006/relationships/tags" Target="../tags/tag2797.xml"/><Relationship Id="rId15" Type="http://schemas.openxmlformats.org/officeDocument/2006/relationships/tags" Target="../tags/tag2807.xml"/><Relationship Id="rId23" Type="http://schemas.openxmlformats.org/officeDocument/2006/relationships/tags" Target="../tags/tag2815.xml"/><Relationship Id="rId28" Type="http://schemas.openxmlformats.org/officeDocument/2006/relationships/tags" Target="../tags/tag2820.xml"/><Relationship Id="rId10" Type="http://schemas.openxmlformats.org/officeDocument/2006/relationships/tags" Target="../tags/tag2802.xml"/><Relationship Id="rId19" Type="http://schemas.openxmlformats.org/officeDocument/2006/relationships/tags" Target="../tags/tag2811.xml"/><Relationship Id="rId31" Type="http://schemas.microsoft.com/office/2018/10/relationships/comments" Target="../comments/modernComment_1E5_901EFB9F.xml"/><Relationship Id="rId4" Type="http://schemas.openxmlformats.org/officeDocument/2006/relationships/tags" Target="../tags/tag2796.xml"/><Relationship Id="rId9" Type="http://schemas.openxmlformats.org/officeDocument/2006/relationships/tags" Target="../tags/tag2801.xml"/><Relationship Id="rId14" Type="http://schemas.openxmlformats.org/officeDocument/2006/relationships/tags" Target="../tags/tag2806.xml"/><Relationship Id="rId22" Type="http://schemas.openxmlformats.org/officeDocument/2006/relationships/tags" Target="../tags/tag2814.xml"/><Relationship Id="rId27" Type="http://schemas.openxmlformats.org/officeDocument/2006/relationships/tags" Target="../tags/tag2819.xml"/><Relationship Id="rId30" Type="http://schemas.openxmlformats.org/officeDocument/2006/relationships/notesSlide" Target="../notesSlides/notesSlide134.xml"/><Relationship Id="rId8" Type="http://schemas.openxmlformats.org/officeDocument/2006/relationships/tags" Target="../tags/tag2800.xml"/></Relationships>
</file>

<file path=ppt/slides/_rels/slide179.xml.rels><?xml version="1.0" encoding="UTF-8" standalone="yes"?>
<Relationships xmlns="http://schemas.openxmlformats.org/package/2006/relationships"><Relationship Id="rId13" Type="http://schemas.openxmlformats.org/officeDocument/2006/relationships/tags" Target="../tags/tag2833.xml"/><Relationship Id="rId18" Type="http://schemas.openxmlformats.org/officeDocument/2006/relationships/tags" Target="../tags/tag2838.xml"/><Relationship Id="rId26" Type="http://schemas.openxmlformats.org/officeDocument/2006/relationships/tags" Target="../tags/tag2846.xml"/><Relationship Id="rId3" Type="http://schemas.openxmlformats.org/officeDocument/2006/relationships/tags" Target="../tags/tag2823.xml"/><Relationship Id="rId21" Type="http://schemas.openxmlformats.org/officeDocument/2006/relationships/tags" Target="../tags/tag2841.xml"/><Relationship Id="rId34" Type="http://schemas.openxmlformats.org/officeDocument/2006/relationships/image" Target="../media/image21.png"/><Relationship Id="rId7" Type="http://schemas.openxmlformats.org/officeDocument/2006/relationships/tags" Target="../tags/tag2827.xml"/><Relationship Id="rId12" Type="http://schemas.openxmlformats.org/officeDocument/2006/relationships/tags" Target="../tags/tag2832.xml"/><Relationship Id="rId17" Type="http://schemas.openxmlformats.org/officeDocument/2006/relationships/tags" Target="../tags/tag2837.xml"/><Relationship Id="rId25" Type="http://schemas.openxmlformats.org/officeDocument/2006/relationships/tags" Target="../tags/tag2845.xml"/><Relationship Id="rId33" Type="http://schemas.openxmlformats.org/officeDocument/2006/relationships/image" Target="../media/image20.png"/><Relationship Id="rId2" Type="http://schemas.openxmlformats.org/officeDocument/2006/relationships/tags" Target="../tags/tag2822.xml"/><Relationship Id="rId16" Type="http://schemas.openxmlformats.org/officeDocument/2006/relationships/tags" Target="../tags/tag2836.xml"/><Relationship Id="rId20" Type="http://schemas.openxmlformats.org/officeDocument/2006/relationships/tags" Target="../tags/tag2840.xml"/><Relationship Id="rId29" Type="http://schemas.openxmlformats.org/officeDocument/2006/relationships/tags" Target="../tags/tag2849.xml"/><Relationship Id="rId1" Type="http://schemas.openxmlformats.org/officeDocument/2006/relationships/tags" Target="../tags/tag2821.xml"/><Relationship Id="rId6" Type="http://schemas.openxmlformats.org/officeDocument/2006/relationships/tags" Target="../tags/tag2826.xml"/><Relationship Id="rId11" Type="http://schemas.openxmlformats.org/officeDocument/2006/relationships/tags" Target="../tags/tag2831.xml"/><Relationship Id="rId24" Type="http://schemas.openxmlformats.org/officeDocument/2006/relationships/tags" Target="../tags/tag2844.xml"/><Relationship Id="rId32" Type="http://schemas.microsoft.com/office/2018/10/relationships/comments" Target="../comments/modernComment_1E6_C2CFAE8B.xml"/><Relationship Id="rId5" Type="http://schemas.openxmlformats.org/officeDocument/2006/relationships/tags" Target="../tags/tag2825.xml"/><Relationship Id="rId15" Type="http://schemas.openxmlformats.org/officeDocument/2006/relationships/tags" Target="../tags/tag2835.xml"/><Relationship Id="rId23" Type="http://schemas.openxmlformats.org/officeDocument/2006/relationships/tags" Target="../tags/tag2843.xml"/><Relationship Id="rId28" Type="http://schemas.openxmlformats.org/officeDocument/2006/relationships/tags" Target="../tags/tag2848.xml"/><Relationship Id="rId10" Type="http://schemas.openxmlformats.org/officeDocument/2006/relationships/tags" Target="../tags/tag2830.xml"/><Relationship Id="rId19" Type="http://schemas.openxmlformats.org/officeDocument/2006/relationships/tags" Target="../tags/tag2839.xml"/><Relationship Id="rId31" Type="http://schemas.openxmlformats.org/officeDocument/2006/relationships/notesSlide" Target="../notesSlides/notesSlide135.xml"/><Relationship Id="rId4" Type="http://schemas.openxmlformats.org/officeDocument/2006/relationships/tags" Target="../tags/tag2824.xml"/><Relationship Id="rId9" Type="http://schemas.openxmlformats.org/officeDocument/2006/relationships/tags" Target="../tags/tag2829.xml"/><Relationship Id="rId14" Type="http://schemas.openxmlformats.org/officeDocument/2006/relationships/tags" Target="../tags/tag2834.xml"/><Relationship Id="rId22" Type="http://schemas.openxmlformats.org/officeDocument/2006/relationships/tags" Target="../tags/tag2842.xml"/><Relationship Id="rId27" Type="http://schemas.openxmlformats.org/officeDocument/2006/relationships/tags" Target="../tags/tag2847.xml"/><Relationship Id="rId30" Type="http://schemas.openxmlformats.org/officeDocument/2006/relationships/slideLayout" Target="../slideLayouts/slideLayout1.xml"/><Relationship Id="rId8" Type="http://schemas.openxmlformats.org/officeDocument/2006/relationships/tags" Target="../tags/tag2828.xml"/></Relationships>
</file>

<file path=ppt/slides/_rels/slide18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50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microsoft.com/office/2018/10/relationships/comments" Target="../comments/modernComment_11A_DAFCBB7.xml"/></Relationships>
</file>

<file path=ppt/slides/_rels/slide18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851.xml"/><Relationship Id="rId5" Type="http://schemas.openxmlformats.org/officeDocument/2006/relationships/image" Target="../media/image20.png"/><Relationship Id="rId4" Type="http://schemas.microsoft.com/office/2018/10/relationships/comments" Target="../comments/modernComment_11B_1EF4FAEF.xml"/></Relationships>
</file>

<file path=ppt/slides/_rels/slide182.xml.rels><?xml version="1.0" encoding="UTF-8" standalone="yes"?>
<Relationships xmlns="http://schemas.openxmlformats.org/package/2006/relationships"><Relationship Id="rId13" Type="http://schemas.openxmlformats.org/officeDocument/2006/relationships/tags" Target="../tags/tag2864.xml"/><Relationship Id="rId18" Type="http://schemas.openxmlformats.org/officeDocument/2006/relationships/tags" Target="../tags/tag2869.xml"/><Relationship Id="rId26" Type="http://schemas.openxmlformats.org/officeDocument/2006/relationships/tags" Target="../tags/tag2877.xml"/><Relationship Id="rId39" Type="http://schemas.openxmlformats.org/officeDocument/2006/relationships/slideLayout" Target="../slideLayouts/slideLayout1.xml"/><Relationship Id="rId21" Type="http://schemas.openxmlformats.org/officeDocument/2006/relationships/tags" Target="../tags/tag2872.xml"/><Relationship Id="rId34" Type="http://schemas.openxmlformats.org/officeDocument/2006/relationships/tags" Target="../tags/tag2885.xml"/><Relationship Id="rId7" Type="http://schemas.openxmlformats.org/officeDocument/2006/relationships/tags" Target="../tags/tag2858.xml"/><Relationship Id="rId2" Type="http://schemas.openxmlformats.org/officeDocument/2006/relationships/tags" Target="../tags/tag2853.xml"/><Relationship Id="rId16" Type="http://schemas.openxmlformats.org/officeDocument/2006/relationships/tags" Target="../tags/tag2867.xml"/><Relationship Id="rId20" Type="http://schemas.openxmlformats.org/officeDocument/2006/relationships/tags" Target="../tags/tag2871.xml"/><Relationship Id="rId29" Type="http://schemas.openxmlformats.org/officeDocument/2006/relationships/tags" Target="../tags/tag2880.xml"/><Relationship Id="rId41" Type="http://schemas.microsoft.com/office/2018/10/relationships/comments" Target="../comments/modernComment_1E7_1EF826CF.xml"/><Relationship Id="rId1" Type="http://schemas.openxmlformats.org/officeDocument/2006/relationships/tags" Target="../tags/tag2852.xml"/><Relationship Id="rId6" Type="http://schemas.openxmlformats.org/officeDocument/2006/relationships/tags" Target="../tags/tag2857.xml"/><Relationship Id="rId11" Type="http://schemas.openxmlformats.org/officeDocument/2006/relationships/tags" Target="../tags/tag2862.xml"/><Relationship Id="rId24" Type="http://schemas.openxmlformats.org/officeDocument/2006/relationships/tags" Target="../tags/tag2875.xml"/><Relationship Id="rId32" Type="http://schemas.openxmlformats.org/officeDocument/2006/relationships/tags" Target="../tags/tag2883.xml"/><Relationship Id="rId37" Type="http://schemas.openxmlformats.org/officeDocument/2006/relationships/tags" Target="../tags/tag2888.xml"/><Relationship Id="rId40" Type="http://schemas.openxmlformats.org/officeDocument/2006/relationships/notesSlide" Target="../notesSlides/notesSlide138.xml"/><Relationship Id="rId5" Type="http://schemas.openxmlformats.org/officeDocument/2006/relationships/tags" Target="../tags/tag2856.xml"/><Relationship Id="rId15" Type="http://schemas.openxmlformats.org/officeDocument/2006/relationships/tags" Target="../tags/tag2866.xml"/><Relationship Id="rId23" Type="http://schemas.openxmlformats.org/officeDocument/2006/relationships/tags" Target="../tags/tag2874.xml"/><Relationship Id="rId28" Type="http://schemas.openxmlformats.org/officeDocument/2006/relationships/tags" Target="../tags/tag2879.xml"/><Relationship Id="rId36" Type="http://schemas.openxmlformats.org/officeDocument/2006/relationships/tags" Target="../tags/tag2887.xml"/><Relationship Id="rId10" Type="http://schemas.openxmlformats.org/officeDocument/2006/relationships/tags" Target="../tags/tag2861.xml"/><Relationship Id="rId19" Type="http://schemas.openxmlformats.org/officeDocument/2006/relationships/tags" Target="../tags/tag2870.xml"/><Relationship Id="rId31" Type="http://schemas.openxmlformats.org/officeDocument/2006/relationships/tags" Target="../tags/tag2882.xml"/><Relationship Id="rId4" Type="http://schemas.openxmlformats.org/officeDocument/2006/relationships/tags" Target="../tags/tag2855.xml"/><Relationship Id="rId9" Type="http://schemas.openxmlformats.org/officeDocument/2006/relationships/tags" Target="../tags/tag2860.xml"/><Relationship Id="rId14" Type="http://schemas.openxmlformats.org/officeDocument/2006/relationships/tags" Target="../tags/tag2865.xml"/><Relationship Id="rId22" Type="http://schemas.openxmlformats.org/officeDocument/2006/relationships/tags" Target="../tags/tag2873.xml"/><Relationship Id="rId27" Type="http://schemas.openxmlformats.org/officeDocument/2006/relationships/tags" Target="../tags/tag2878.xml"/><Relationship Id="rId30" Type="http://schemas.openxmlformats.org/officeDocument/2006/relationships/tags" Target="../tags/tag2881.xml"/><Relationship Id="rId35" Type="http://schemas.openxmlformats.org/officeDocument/2006/relationships/tags" Target="../tags/tag2886.xml"/><Relationship Id="rId8" Type="http://schemas.openxmlformats.org/officeDocument/2006/relationships/tags" Target="../tags/tag2859.xml"/><Relationship Id="rId3" Type="http://schemas.openxmlformats.org/officeDocument/2006/relationships/tags" Target="../tags/tag2854.xml"/><Relationship Id="rId12" Type="http://schemas.openxmlformats.org/officeDocument/2006/relationships/tags" Target="../tags/tag2863.xml"/><Relationship Id="rId17" Type="http://schemas.openxmlformats.org/officeDocument/2006/relationships/tags" Target="../tags/tag2868.xml"/><Relationship Id="rId25" Type="http://schemas.openxmlformats.org/officeDocument/2006/relationships/tags" Target="../tags/tag2876.xml"/><Relationship Id="rId33" Type="http://schemas.openxmlformats.org/officeDocument/2006/relationships/tags" Target="../tags/tag2884.xml"/><Relationship Id="rId38" Type="http://schemas.openxmlformats.org/officeDocument/2006/relationships/tags" Target="../tags/tag2889.xml"/></Relationships>
</file>

<file path=ppt/slides/_rels/slide183.xml.rels><?xml version="1.0" encoding="UTF-8" standalone="yes"?>
<Relationships xmlns="http://schemas.openxmlformats.org/package/2006/relationships"><Relationship Id="rId13" Type="http://schemas.openxmlformats.org/officeDocument/2006/relationships/tags" Target="../tags/tag2902.xml"/><Relationship Id="rId18" Type="http://schemas.openxmlformats.org/officeDocument/2006/relationships/tags" Target="../tags/tag2907.xml"/><Relationship Id="rId26" Type="http://schemas.openxmlformats.org/officeDocument/2006/relationships/tags" Target="../tags/tag2915.xml"/><Relationship Id="rId39" Type="http://schemas.openxmlformats.org/officeDocument/2006/relationships/tags" Target="../tags/tag2928.xml"/><Relationship Id="rId21" Type="http://schemas.openxmlformats.org/officeDocument/2006/relationships/tags" Target="../tags/tag2910.xml"/><Relationship Id="rId34" Type="http://schemas.openxmlformats.org/officeDocument/2006/relationships/tags" Target="../tags/tag2923.xml"/><Relationship Id="rId42" Type="http://schemas.microsoft.com/office/2018/10/relationships/comments" Target="../comments/modernComment_1E8_7712873E.xml"/><Relationship Id="rId7" Type="http://schemas.openxmlformats.org/officeDocument/2006/relationships/tags" Target="../tags/tag2896.xml"/><Relationship Id="rId2" Type="http://schemas.openxmlformats.org/officeDocument/2006/relationships/tags" Target="../tags/tag2891.xml"/><Relationship Id="rId16" Type="http://schemas.openxmlformats.org/officeDocument/2006/relationships/tags" Target="../tags/tag2905.xml"/><Relationship Id="rId20" Type="http://schemas.openxmlformats.org/officeDocument/2006/relationships/tags" Target="../tags/tag2909.xml"/><Relationship Id="rId29" Type="http://schemas.openxmlformats.org/officeDocument/2006/relationships/tags" Target="../tags/tag2918.xml"/><Relationship Id="rId41" Type="http://schemas.openxmlformats.org/officeDocument/2006/relationships/notesSlide" Target="../notesSlides/notesSlide139.xml"/><Relationship Id="rId1" Type="http://schemas.openxmlformats.org/officeDocument/2006/relationships/tags" Target="../tags/tag2890.xml"/><Relationship Id="rId6" Type="http://schemas.openxmlformats.org/officeDocument/2006/relationships/tags" Target="../tags/tag2895.xml"/><Relationship Id="rId11" Type="http://schemas.openxmlformats.org/officeDocument/2006/relationships/tags" Target="../tags/tag2900.xml"/><Relationship Id="rId24" Type="http://schemas.openxmlformats.org/officeDocument/2006/relationships/tags" Target="../tags/tag2913.xml"/><Relationship Id="rId32" Type="http://schemas.openxmlformats.org/officeDocument/2006/relationships/tags" Target="../tags/tag2921.xml"/><Relationship Id="rId37" Type="http://schemas.openxmlformats.org/officeDocument/2006/relationships/tags" Target="../tags/tag2926.xml"/><Relationship Id="rId40" Type="http://schemas.openxmlformats.org/officeDocument/2006/relationships/slideLayout" Target="../slideLayouts/slideLayout1.xml"/><Relationship Id="rId5" Type="http://schemas.openxmlformats.org/officeDocument/2006/relationships/tags" Target="../tags/tag2894.xml"/><Relationship Id="rId15" Type="http://schemas.openxmlformats.org/officeDocument/2006/relationships/tags" Target="../tags/tag2904.xml"/><Relationship Id="rId23" Type="http://schemas.openxmlformats.org/officeDocument/2006/relationships/tags" Target="../tags/tag2912.xml"/><Relationship Id="rId28" Type="http://schemas.openxmlformats.org/officeDocument/2006/relationships/tags" Target="../tags/tag2917.xml"/><Relationship Id="rId36" Type="http://schemas.openxmlformats.org/officeDocument/2006/relationships/tags" Target="../tags/tag2925.xml"/><Relationship Id="rId10" Type="http://schemas.openxmlformats.org/officeDocument/2006/relationships/tags" Target="../tags/tag2899.xml"/><Relationship Id="rId19" Type="http://schemas.openxmlformats.org/officeDocument/2006/relationships/tags" Target="../tags/tag2908.xml"/><Relationship Id="rId31" Type="http://schemas.openxmlformats.org/officeDocument/2006/relationships/tags" Target="../tags/tag2920.xml"/><Relationship Id="rId4" Type="http://schemas.openxmlformats.org/officeDocument/2006/relationships/tags" Target="../tags/tag2893.xml"/><Relationship Id="rId9" Type="http://schemas.openxmlformats.org/officeDocument/2006/relationships/tags" Target="../tags/tag2898.xml"/><Relationship Id="rId14" Type="http://schemas.openxmlformats.org/officeDocument/2006/relationships/tags" Target="../tags/tag2903.xml"/><Relationship Id="rId22" Type="http://schemas.openxmlformats.org/officeDocument/2006/relationships/tags" Target="../tags/tag2911.xml"/><Relationship Id="rId27" Type="http://schemas.openxmlformats.org/officeDocument/2006/relationships/tags" Target="../tags/tag2916.xml"/><Relationship Id="rId30" Type="http://schemas.openxmlformats.org/officeDocument/2006/relationships/tags" Target="../tags/tag2919.xml"/><Relationship Id="rId35" Type="http://schemas.openxmlformats.org/officeDocument/2006/relationships/tags" Target="../tags/tag2924.xml"/><Relationship Id="rId8" Type="http://schemas.openxmlformats.org/officeDocument/2006/relationships/tags" Target="../tags/tag2897.xml"/><Relationship Id="rId3" Type="http://schemas.openxmlformats.org/officeDocument/2006/relationships/tags" Target="../tags/tag2892.xml"/><Relationship Id="rId12" Type="http://schemas.openxmlformats.org/officeDocument/2006/relationships/tags" Target="../tags/tag2901.xml"/><Relationship Id="rId17" Type="http://schemas.openxmlformats.org/officeDocument/2006/relationships/tags" Target="../tags/tag2906.xml"/><Relationship Id="rId25" Type="http://schemas.openxmlformats.org/officeDocument/2006/relationships/tags" Target="../tags/tag2914.xml"/><Relationship Id="rId33" Type="http://schemas.openxmlformats.org/officeDocument/2006/relationships/tags" Target="../tags/tag2922.xml"/><Relationship Id="rId38" Type="http://schemas.openxmlformats.org/officeDocument/2006/relationships/tags" Target="../tags/tag2927.xml"/></Relationships>
</file>

<file path=ppt/slides/_rels/slide184.xml.rels><?xml version="1.0" encoding="UTF-8" standalone="yes"?>
<Relationships xmlns="http://schemas.openxmlformats.org/package/2006/relationships"><Relationship Id="rId8" Type="http://schemas.openxmlformats.org/officeDocument/2006/relationships/tags" Target="../tags/tag2936.xml"/><Relationship Id="rId13" Type="http://schemas.openxmlformats.org/officeDocument/2006/relationships/tags" Target="../tags/tag2941.xml"/><Relationship Id="rId18" Type="http://schemas.openxmlformats.org/officeDocument/2006/relationships/tags" Target="../tags/tag2946.xml"/><Relationship Id="rId3" Type="http://schemas.openxmlformats.org/officeDocument/2006/relationships/tags" Target="../tags/tag2931.xml"/><Relationship Id="rId21" Type="http://schemas.openxmlformats.org/officeDocument/2006/relationships/notesSlide" Target="../notesSlides/notesSlide140.xml"/><Relationship Id="rId7" Type="http://schemas.openxmlformats.org/officeDocument/2006/relationships/tags" Target="../tags/tag2935.xml"/><Relationship Id="rId12" Type="http://schemas.openxmlformats.org/officeDocument/2006/relationships/tags" Target="../tags/tag2940.xml"/><Relationship Id="rId17" Type="http://schemas.openxmlformats.org/officeDocument/2006/relationships/tags" Target="../tags/tag2945.xml"/><Relationship Id="rId2" Type="http://schemas.openxmlformats.org/officeDocument/2006/relationships/tags" Target="../tags/tag2930.xml"/><Relationship Id="rId16" Type="http://schemas.openxmlformats.org/officeDocument/2006/relationships/tags" Target="../tags/tag2944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2929.xml"/><Relationship Id="rId6" Type="http://schemas.openxmlformats.org/officeDocument/2006/relationships/tags" Target="../tags/tag2934.xml"/><Relationship Id="rId11" Type="http://schemas.openxmlformats.org/officeDocument/2006/relationships/tags" Target="../tags/tag2939.xml"/><Relationship Id="rId5" Type="http://schemas.openxmlformats.org/officeDocument/2006/relationships/tags" Target="../tags/tag2933.xml"/><Relationship Id="rId15" Type="http://schemas.openxmlformats.org/officeDocument/2006/relationships/tags" Target="../tags/tag2943.xml"/><Relationship Id="rId10" Type="http://schemas.openxmlformats.org/officeDocument/2006/relationships/tags" Target="../tags/tag2938.xml"/><Relationship Id="rId19" Type="http://schemas.openxmlformats.org/officeDocument/2006/relationships/tags" Target="../tags/tag2947.xml"/><Relationship Id="rId4" Type="http://schemas.openxmlformats.org/officeDocument/2006/relationships/tags" Target="../tags/tag2932.xml"/><Relationship Id="rId9" Type="http://schemas.openxmlformats.org/officeDocument/2006/relationships/tags" Target="../tags/tag2937.xml"/><Relationship Id="rId14" Type="http://schemas.openxmlformats.org/officeDocument/2006/relationships/tags" Target="../tags/tag2942.xml"/><Relationship Id="rId22" Type="http://schemas.microsoft.com/office/2018/10/relationships/comments" Target="../comments/modernComment_1E9_6170FFEF.xml"/></Relationships>
</file>

<file path=ppt/slides/_rels/slide185.xml.rels><?xml version="1.0" encoding="UTF-8" standalone="yes"?>
<Relationships xmlns="http://schemas.openxmlformats.org/package/2006/relationships"><Relationship Id="rId8" Type="http://schemas.openxmlformats.org/officeDocument/2006/relationships/tags" Target="../tags/tag2955.xml"/><Relationship Id="rId13" Type="http://schemas.openxmlformats.org/officeDocument/2006/relationships/tags" Target="../tags/tag2960.xml"/><Relationship Id="rId18" Type="http://schemas.openxmlformats.org/officeDocument/2006/relationships/tags" Target="../tags/tag2965.xml"/><Relationship Id="rId3" Type="http://schemas.openxmlformats.org/officeDocument/2006/relationships/tags" Target="../tags/tag2950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2954.xml"/><Relationship Id="rId12" Type="http://schemas.openxmlformats.org/officeDocument/2006/relationships/tags" Target="../tags/tag2959.xml"/><Relationship Id="rId17" Type="http://schemas.openxmlformats.org/officeDocument/2006/relationships/tags" Target="../tags/tag2964.xml"/><Relationship Id="rId2" Type="http://schemas.openxmlformats.org/officeDocument/2006/relationships/tags" Target="../tags/tag2949.xml"/><Relationship Id="rId16" Type="http://schemas.openxmlformats.org/officeDocument/2006/relationships/tags" Target="../tags/tag2963.xml"/><Relationship Id="rId20" Type="http://schemas.openxmlformats.org/officeDocument/2006/relationships/tags" Target="../tags/tag2967.xml"/><Relationship Id="rId1" Type="http://schemas.openxmlformats.org/officeDocument/2006/relationships/tags" Target="../tags/tag2948.xml"/><Relationship Id="rId6" Type="http://schemas.openxmlformats.org/officeDocument/2006/relationships/tags" Target="../tags/tag2953.xml"/><Relationship Id="rId11" Type="http://schemas.openxmlformats.org/officeDocument/2006/relationships/tags" Target="../tags/tag2958.xml"/><Relationship Id="rId5" Type="http://schemas.openxmlformats.org/officeDocument/2006/relationships/tags" Target="../tags/tag2952.xml"/><Relationship Id="rId15" Type="http://schemas.openxmlformats.org/officeDocument/2006/relationships/tags" Target="../tags/tag2962.xml"/><Relationship Id="rId23" Type="http://schemas.microsoft.com/office/2018/10/relationships/comments" Target="../comments/modernComment_1EA_C4C44D30.xml"/><Relationship Id="rId10" Type="http://schemas.openxmlformats.org/officeDocument/2006/relationships/tags" Target="../tags/tag2957.xml"/><Relationship Id="rId19" Type="http://schemas.openxmlformats.org/officeDocument/2006/relationships/tags" Target="../tags/tag2966.xml"/><Relationship Id="rId4" Type="http://schemas.openxmlformats.org/officeDocument/2006/relationships/tags" Target="../tags/tag2951.xml"/><Relationship Id="rId9" Type="http://schemas.openxmlformats.org/officeDocument/2006/relationships/tags" Target="../tags/tag2956.xml"/><Relationship Id="rId14" Type="http://schemas.openxmlformats.org/officeDocument/2006/relationships/tags" Target="../tags/tag2961.xml"/><Relationship Id="rId22" Type="http://schemas.openxmlformats.org/officeDocument/2006/relationships/notesSlide" Target="../notesSlides/notesSlide141.xml"/></Relationships>
</file>

<file path=ppt/slides/_rels/slide186.xml.rels><?xml version="1.0" encoding="UTF-8" standalone="yes"?>
<Relationships xmlns="http://schemas.openxmlformats.org/package/2006/relationships"><Relationship Id="rId8" Type="http://schemas.openxmlformats.org/officeDocument/2006/relationships/tags" Target="../tags/tag2975.xml"/><Relationship Id="rId13" Type="http://schemas.openxmlformats.org/officeDocument/2006/relationships/tags" Target="../tags/tag2980.xml"/><Relationship Id="rId18" Type="http://schemas.openxmlformats.org/officeDocument/2006/relationships/tags" Target="../tags/tag2985.xml"/><Relationship Id="rId3" Type="http://schemas.openxmlformats.org/officeDocument/2006/relationships/tags" Target="../tags/tag2970.xml"/><Relationship Id="rId21" Type="http://schemas.openxmlformats.org/officeDocument/2006/relationships/tags" Target="../tags/tag2988.xml"/><Relationship Id="rId7" Type="http://schemas.openxmlformats.org/officeDocument/2006/relationships/tags" Target="../tags/tag2974.xml"/><Relationship Id="rId12" Type="http://schemas.openxmlformats.org/officeDocument/2006/relationships/tags" Target="../tags/tag2979.xml"/><Relationship Id="rId17" Type="http://schemas.openxmlformats.org/officeDocument/2006/relationships/tags" Target="../tags/tag2984.xml"/><Relationship Id="rId2" Type="http://schemas.openxmlformats.org/officeDocument/2006/relationships/tags" Target="../tags/tag2969.xml"/><Relationship Id="rId16" Type="http://schemas.openxmlformats.org/officeDocument/2006/relationships/tags" Target="../tags/tag2983.xml"/><Relationship Id="rId20" Type="http://schemas.openxmlformats.org/officeDocument/2006/relationships/tags" Target="../tags/tag2987.xml"/><Relationship Id="rId1" Type="http://schemas.openxmlformats.org/officeDocument/2006/relationships/tags" Target="../tags/tag2968.xml"/><Relationship Id="rId6" Type="http://schemas.openxmlformats.org/officeDocument/2006/relationships/tags" Target="../tags/tag2973.xml"/><Relationship Id="rId11" Type="http://schemas.openxmlformats.org/officeDocument/2006/relationships/tags" Target="../tags/tag2978.xml"/><Relationship Id="rId24" Type="http://schemas.microsoft.com/office/2018/10/relationships/comments" Target="../comments/modernComment_1EB_4E2B8185.xml"/><Relationship Id="rId5" Type="http://schemas.openxmlformats.org/officeDocument/2006/relationships/tags" Target="../tags/tag2972.xml"/><Relationship Id="rId15" Type="http://schemas.openxmlformats.org/officeDocument/2006/relationships/tags" Target="../tags/tag2982.xml"/><Relationship Id="rId23" Type="http://schemas.openxmlformats.org/officeDocument/2006/relationships/notesSlide" Target="../notesSlides/notesSlide142.xml"/><Relationship Id="rId10" Type="http://schemas.openxmlformats.org/officeDocument/2006/relationships/tags" Target="../tags/tag2977.xml"/><Relationship Id="rId19" Type="http://schemas.openxmlformats.org/officeDocument/2006/relationships/tags" Target="../tags/tag2986.xml"/><Relationship Id="rId4" Type="http://schemas.openxmlformats.org/officeDocument/2006/relationships/tags" Target="../tags/tag2971.xml"/><Relationship Id="rId9" Type="http://schemas.openxmlformats.org/officeDocument/2006/relationships/tags" Target="../tags/tag2976.xml"/><Relationship Id="rId14" Type="http://schemas.openxmlformats.org/officeDocument/2006/relationships/tags" Target="../tags/tag2981.xml"/><Relationship Id="rId22" Type="http://schemas.openxmlformats.org/officeDocument/2006/relationships/slideLayout" Target="../slideLayouts/slideLayout1.xml"/></Relationships>
</file>

<file path=ppt/slides/_rels/slide187.xml.rels><?xml version="1.0" encoding="UTF-8" standalone="yes"?>
<Relationships xmlns="http://schemas.openxmlformats.org/package/2006/relationships"><Relationship Id="rId8" Type="http://schemas.openxmlformats.org/officeDocument/2006/relationships/tags" Target="../tags/tag2996.xml"/><Relationship Id="rId13" Type="http://schemas.openxmlformats.org/officeDocument/2006/relationships/tags" Target="../tags/tag3001.xml"/><Relationship Id="rId18" Type="http://schemas.openxmlformats.org/officeDocument/2006/relationships/tags" Target="../tags/tag3006.xml"/><Relationship Id="rId3" Type="http://schemas.openxmlformats.org/officeDocument/2006/relationships/tags" Target="../tags/tag2991.xml"/><Relationship Id="rId21" Type="http://schemas.openxmlformats.org/officeDocument/2006/relationships/tags" Target="../tags/tag3009.xml"/><Relationship Id="rId7" Type="http://schemas.openxmlformats.org/officeDocument/2006/relationships/tags" Target="../tags/tag2995.xml"/><Relationship Id="rId12" Type="http://schemas.openxmlformats.org/officeDocument/2006/relationships/tags" Target="../tags/tag3000.xml"/><Relationship Id="rId17" Type="http://schemas.openxmlformats.org/officeDocument/2006/relationships/tags" Target="../tags/tag3005.xml"/><Relationship Id="rId2" Type="http://schemas.openxmlformats.org/officeDocument/2006/relationships/tags" Target="../tags/tag2990.xml"/><Relationship Id="rId16" Type="http://schemas.openxmlformats.org/officeDocument/2006/relationships/tags" Target="../tags/tag3004.xml"/><Relationship Id="rId20" Type="http://schemas.openxmlformats.org/officeDocument/2006/relationships/tags" Target="../tags/tag3008.xml"/><Relationship Id="rId1" Type="http://schemas.openxmlformats.org/officeDocument/2006/relationships/tags" Target="../tags/tag2989.xml"/><Relationship Id="rId6" Type="http://schemas.openxmlformats.org/officeDocument/2006/relationships/tags" Target="../tags/tag2994.xml"/><Relationship Id="rId11" Type="http://schemas.openxmlformats.org/officeDocument/2006/relationships/tags" Target="../tags/tag2999.xml"/><Relationship Id="rId24" Type="http://schemas.microsoft.com/office/2018/10/relationships/comments" Target="../comments/modernComment_1EC_62C62C63.xml"/><Relationship Id="rId5" Type="http://schemas.openxmlformats.org/officeDocument/2006/relationships/tags" Target="../tags/tag2993.xml"/><Relationship Id="rId15" Type="http://schemas.openxmlformats.org/officeDocument/2006/relationships/tags" Target="../tags/tag3003.xml"/><Relationship Id="rId23" Type="http://schemas.openxmlformats.org/officeDocument/2006/relationships/notesSlide" Target="../notesSlides/notesSlide143.xml"/><Relationship Id="rId10" Type="http://schemas.openxmlformats.org/officeDocument/2006/relationships/tags" Target="../tags/tag2998.xml"/><Relationship Id="rId19" Type="http://schemas.openxmlformats.org/officeDocument/2006/relationships/tags" Target="../tags/tag3007.xml"/><Relationship Id="rId4" Type="http://schemas.openxmlformats.org/officeDocument/2006/relationships/tags" Target="../tags/tag2992.xml"/><Relationship Id="rId9" Type="http://schemas.openxmlformats.org/officeDocument/2006/relationships/tags" Target="../tags/tag2997.xml"/><Relationship Id="rId14" Type="http://schemas.openxmlformats.org/officeDocument/2006/relationships/tags" Target="../tags/tag3002.xml"/><Relationship Id="rId22" Type="http://schemas.openxmlformats.org/officeDocument/2006/relationships/slideLayout" Target="../slideLayouts/slideLayout1.xml"/></Relationships>
</file>

<file path=ppt/slides/_rels/slide188.xml.rels><?xml version="1.0" encoding="UTF-8" standalone="yes"?>
<Relationships xmlns="http://schemas.openxmlformats.org/package/2006/relationships"><Relationship Id="rId8" Type="http://schemas.openxmlformats.org/officeDocument/2006/relationships/tags" Target="../tags/tag3017.xml"/><Relationship Id="rId13" Type="http://schemas.openxmlformats.org/officeDocument/2006/relationships/tags" Target="../tags/tag3022.xml"/><Relationship Id="rId18" Type="http://schemas.openxmlformats.org/officeDocument/2006/relationships/tags" Target="../tags/tag3027.xml"/><Relationship Id="rId3" Type="http://schemas.openxmlformats.org/officeDocument/2006/relationships/tags" Target="../tags/tag3012.xml"/><Relationship Id="rId21" Type="http://schemas.openxmlformats.org/officeDocument/2006/relationships/tags" Target="../tags/tag3030.xml"/><Relationship Id="rId7" Type="http://schemas.openxmlformats.org/officeDocument/2006/relationships/tags" Target="../tags/tag3016.xml"/><Relationship Id="rId12" Type="http://schemas.openxmlformats.org/officeDocument/2006/relationships/tags" Target="../tags/tag3021.xml"/><Relationship Id="rId17" Type="http://schemas.openxmlformats.org/officeDocument/2006/relationships/tags" Target="../tags/tag3026.xml"/><Relationship Id="rId2" Type="http://schemas.openxmlformats.org/officeDocument/2006/relationships/tags" Target="../tags/tag3011.xml"/><Relationship Id="rId16" Type="http://schemas.openxmlformats.org/officeDocument/2006/relationships/tags" Target="../tags/tag3025.xml"/><Relationship Id="rId20" Type="http://schemas.openxmlformats.org/officeDocument/2006/relationships/tags" Target="../tags/tag3029.xml"/><Relationship Id="rId1" Type="http://schemas.openxmlformats.org/officeDocument/2006/relationships/tags" Target="../tags/tag3010.xml"/><Relationship Id="rId6" Type="http://schemas.openxmlformats.org/officeDocument/2006/relationships/tags" Target="../tags/tag3015.xml"/><Relationship Id="rId11" Type="http://schemas.openxmlformats.org/officeDocument/2006/relationships/tags" Target="../tags/tag3020.xml"/><Relationship Id="rId24" Type="http://schemas.microsoft.com/office/2018/10/relationships/comments" Target="../comments/modernComment_1ED_3480EFA7.xml"/><Relationship Id="rId5" Type="http://schemas.openxmlformats.org/officeDocument/2006/relationships/tags" Target="../tags/tag3014.xml"/><Relationship Id="rId15" Type="http://schemas.openxmlformats.org/officeDocument/2006/relationships/tags" Target="../tags/tag3024.xml"/><Relationship Id="rId23" Type="http://schemas.openxmlformats.org/officeDocument/2006/relationships/notesSlide" Target="../notesSlides/notesSlide144.xml"/><Relationship Id="rId10" Type="http://schemas.openxmlformats.org/officeDocument/2006/relationships/tags" Target="../tags/tag3019.xml"/><Relationship Id="rId19" Type="http://schemas.openxmlformats.org/officeDocument/2006/relationships/tags" Target="../tags/tag3028.xml"/><Relationship Id="rId4" Type="http://schemas.openxmlformats.org/officeDocument/2006/relationships/tags" Target="../tags/tag3013.xml"/><Relationship Id="rId9" Type="http://schemas.openxmlformats.org/officeDocument/2006/relationships/tags" Target="../tags/tag3018.xml"/><Relationship Id="rId14" Type="http://schemas.openxmlformats.org/officeDocument/2006/relationships/tags" Target="../tags/tag3023.xml"/><Relationship Id="rId22" Type="http://schemas.openxmlformats.org/officeDocument/2006/relationships/slideLayout" Target="../slideLayouts/slideLayout1.xml"/></Relationships>
</file>

<file path=ppt/slides/_rels/slide189.xml.rels><?xml version="1.0" encoding="UTF-8" standalone="yes"?>
<Relationships xmlns="http://schemas.openxmlformats.org/package/2006/relationships"><Relationship Id="rId8" Type="http://schemas.openxmlformats.org/officeDocument/2006/relationships/tags" Target="../tags/tag3038.xml"/><Relationship Id="rId13" Type="http://schemas.openxmlformats.org/officeDocument/2006/relationships/tags" Target="../tags/tag3043.xml"/><Relationship Id="rId18" Type="http://schemas.openxmlformats.org/officeDocument/2006/relationships/tags" Target="../tags/tag3048.xml"/><Relationship Id="rId3" Type="http://schemas.openxmlformats.org/officeDocument/2006/relationships/tags" Target="../tags/tag3033.xml"/><Relationship Id="rId21" Type="http://schemas.openxmlformats.org/officeDocument/2006/relationships/tags" Target="../tags/tag3051.xml"/><Relationship Id="rId7" Type="http://schemas.openxmlformats.org/officeDocument/2006/relationships/tags" Target="../tags/tag3037.xml"/><Relationship Id="rId12" Type="http://schemas.openxmlformats.org/officeDocument/2006/relationships/tags" Target="../tags/tag3042.xml"/><Relationship Id="rId17" Type="http://schemas.openxmlformats.org/officeDocument/2006/relationships/tags" Target="../tags/tag3047.xml"/><Relationship Id="rId2" Type="http://schemas.openxmlformats.org/officeDocument/2006/relationships/tags" Target="../tags/tag3032.xml"/><Relationship Id="rId16" Type="http://schemas.openxmlformats.org/officeDocument/2006/relationships/tags" Target="../tags/tag3046.xml"/><Relationship Id="rId20" Type="http://schemas.openxmlformats.org/officeDocument/2006/relationships/tags" Target="../tags/tag3050.xml"/><Relationship Id="rId1" Type="http://schemas.openxmlformats.org/officeDocument/2006/relationships/tags" Target="../tags/tag3031.xml"/><Relationship Id="rId6" Type="http://schemas.openxmlformats.org/officeDocument/2006/relationships/tags" Target="../tags/tag3036.xml"/><Relationship Id="rId11" Type="http://schemas.openxmlformats.org/officeDocument/2006/relationships/tags" Target="../tags/tag3041.xml"/><Relationship Id="rId24" Type="http://schemas.microsoft.com/office/2018/10/relationships/comments" Target="../comments/modernComment_1EE_5C8E02B7.xml"/><Relationship Id="rId5" Type="http://schemas.openxmlformats.org/officeDocument/2006/relationships/tags" Target="../tags/tag3035.xml"/><Relationship Id="rId15" Type="http://schemas.openxmlformats.org/officeDocument/2006/relationships/tags" Target="../tags/tag3045.xml"/><Relationship Id="rId23" Type="http://schemas.openxmlformats.org/officeDocument/2006/relationships/notesSlide" Target="../notesSlides/notesSlide145.xml"/><Relationship Id="rId10" Type="http://schemas.openxmlformats.org/officeDocument/2006/relationships/tags" Target="../tags/tag3040.xml"/><Relationship Id="rId19" Type="http://schemas.openxmlformats.org/officeDocument/2006/relationships/tags" Target="../tags/tag3049.xml"/><Relationship Id="rId4" Type="http://schemas.openxmlformats.org/officeDocument/2006/relationships/tags" Target="../tags/tag3034.xml"/><Relationship Id="rId9" Type="http://schemas.openxmlformats.org/officeDocument/2006/relationships/tags" Target="../tags/tag3039.xml"/><Relationship Id="rId14" Type="http://schemas.openxmlformats.org/officeDocument/2006/relationships/tags" Target="../tags/tag3044.xml"/><Relationship Id="rId22" Type="http://schemas.openxmlformats.org/officeDocument/2006/relationships/slideLayout" Target="../slideLayouts/slideLayout1.xml"/></Relationships>
</file>

<file path=ppt/slides/_rels/slide190.xml.rels><?xml version="1.0" encoding="UTF-8" standalone="yes"?>
<Relationships xmlns="http://schemas.openxmlformats.org/package/2006/relationships"><Relationship Id="rId8" Type="http://schemas.openxmlformats.org/officeDocument/2006/relationships/tags" Target="../tags/tag3059.xml"/><Relationship Id="rId13" Type="http://schemas.openxmlformats.org/officeDocument/2006/relationships/tags" Target="../tags/tag3064.xml"/><Relationship Id="rId18" Type="http://schemas.openxmlformats.org/officeDocument/2006/relationships/tags" Target="../tags/tag3069.xml"/><Relationship Id="rId3" Type="http://schemas.openxmlformats.org/officeDocument/2006/relationships/tags" Target="../tags/tag3054.xml"/><Relationship Id="rId21" Type="http://schemas.openxmlformats.org/officeDocument/2006/relationships/tags" Target="../tags/tag3072.xml"/><Relationship Id="rId7" Type="http://schemas.openxmlformats.org/officeDocument/2006/relationships/tags" Target="../tags/tag3058.xml"/><Relationship Id="rId12" Type="http://schemas.openxmlformats.org/officeDocument/2006/relationships/tags" Target="../tags/tag3063.xml"/><Relationship Id="rId17" Type="http://schemas.openxmlformats.org/officeDocument/2006/relationships/tags" Target="../tags/tag3068.xml"/><Relationship Id="rId2" Type="http://schemas.openxmlformats.org/officeDocument/2006/relationships/tags" Target="../tags/tag3053.xml"/><Relationship Id="rId16" Type="http://schemas.openxmlformats.org/officeDocument/2006/relationships/tags" Target="../tags/tag3067.xml"/><Relationship Id="rId20" Type="http://schemas.openxmlformats.org/officeDocument/2006/relationships/tags" Target="../tags/tag3071.xml"/><Relationship Id="rId1" Type="http://schemas.openxmlformats.org/officeDocument/2006/relationships/tags" Target="../tags/tag3052.xml"/><Relationship Id="rId6" Type="http://schemas.openxmlformats.org/officeDocument/2006/relationships/tags" Target="../tags/tag3057.xml"/><Relationship Id="rId11" Type="http://schemas.openxmlformats.org/officeDocument/2006/relationships/tags" Target="../tags/tag3062.xml"/><Relationship Id="rId24" Type="http://schemas.microsoft.com/office/2018/10/relationships/comments" Target="../comments/modernComment_1EF_B5AC2D1C.xml"/><Relationship Id="rId5" Type="http://schemas.openxmlformats.org/officeDocument/2006/relationships/tags" Target="../tags/tag3056.xml"/><Relationship Id="rId15" Type="http://schemas.openxmlformats.org/officeDocument/2006/relationships/tags" Target="../tags/tag3066.xml"/><Relationship Id="rId23" Type="http://schemas.openxmlformats.org/officeDocument/2006/relationships/notesSlide" Target="../notesSlides/notesSlide146.xml"/><Relationship Id="rId10" Type="http://schemas.openxmlformats.org/officeDocument/2006/relationships/tags" Target="../tags/tag3061.xml"/><Relationship Id="rId19" Type="http://schemas.openxmlformats.org/officeDocument/2006/relationships/tags" Target="../tags/tag3070.xml"/><Relationship Id="rId4" Type="http://schemas.openxmlformats.org/officeDocument/2006/relationships/tags" Target="../tags/tag3055.xml"/><Relationship Id="rId9" Type="http://schemas.openxmlformats.org/officeDocument/2006/relationships/tags" Target="../tags/tag3060.xml"/><Relationship Id="rId14" Type="http://schemas.openxmlformats.org/officeDocument/2006/relationships/tags" Target="../tags/tag3065.xml"/><Relationship Id="rId22" Type="http://schemas.openxmlformats.org/officeDocument/2006/relationships/slideLayout" Target="../slideLayouts/slideLayout1.xml"/></Relationships>
</file>

<file path=ppt/slides/_rels/slide191.xml.rels><?xml version="1.0" encoding="UTF-8" standalone="yes"?>
<Relationships xmlns="http://schemas.openxmlformats.org/package/2006/relationships"><Relationship Id="rId8" Type="http://schemas.openxmlformats.org/officeDocument/2006/relationships/tags" Target="../tags/tag3080.xml"/><Relationship Id="rId13" Type="http://schemas.openxmlformats.org/officeDocument/2006/relationships/tags" Target="../tags/tag3085.xml"/><Relationship Id="rId18" Type="http://schemas.openxmlformats.org/officeDocument/2006/relationships/tags" Target="../tags/tag3090.xml"/><Relationship Id="rId3" Type="http://schemas.openxmlformats.org/officeDocument/2006/relationships/tags" Target="../tags/tag3075.xml"/><Relationship Id="rId21" Type="http://schemas.openxmlformats.org/officeDocument/2006/relationships/tags" Target="../tags/tag3093.xml"/><Relationship Id="rId7" Type="http://schemas.openxmlformats.org/officeDocument/2006/relationships/tags" Target="../tags/tag3079.xml"/><Relationship Id="rId12" Type="http://schemas.openxmlformats.org/officeDocument/2006/relationships/tags" Target="../tags/tag3084.xml"/><Relationship Id="rId17" Type="http://schemas.openxmlformats.org/officeDocument/2006/relationships/tags" Target="../tags/tag3089.xml"/><Relationship Id="rId2" Type="http://schemas.openxmlformats.org/officeDocument/2006/relationships/tags" Target="../tags/tag3074.xml"/><Relationship Id="rId16" Type="http://schemas.openxmlformats.org/officeDocument/2006/relationships/tags" Target="../tags/tag3088.xml"/><Relationship Id="rId20" Type="http://schemas.openxmlformats.org/officeDocument/2006/relationships/tags" Target="../tags/tag3092.xml"/><Relationship Id="rId1" Type="http://schemas.openxmlformats.org/officeDocument/2006/relationships/tags" Target="../tags/tag3073.xml"/><Relationship Id="rId6" Type="http://schemas.openxmlformats.org/officeDocument/2006/relationships/tags" Target="../tags/tag3078.xml"/><Relationship Id="rId11" Type="http://schemas.openxmlformats.org/officeDocument/2006/relationships/tags" Target="../tags/tag3083.xml"/><Relationship Id="rId24" Type="http://schemas.microsoft.com/office/2018/10/relationships/comments" Target="../comments/modernComment_1F0_9DB5E34E.xml"/><Relationship Id="rId5" Type="http://schemas.openxmlformats.org/officeDocument/2006/relationships/tags" Target="../tags/tag3077.xml"/><Relationship Id="rId15" Type="http://schemas.openxmlformats.org/officeDocument/2006/relationships/tags" Target="../tags/tag3087.xml"/><Relationship Id="rId23" Type="http://schemas.openxmlformats.org/officeDocument/2006/relationships/notesSlide" Target="../notesSlides/notesSlide147.xml"/><Relationship Id="rId10" Type="http://schemas.openxmlformats.org/officeDocument/2006/relationships/tags" Target="../tags/tag3082.xml"/><Relationship Id="rId19" Type="http://schemas.openxmlformats.org/officeDocument/2006/relationships/tags" Target="../tags/tag3091.xml"/><Relationship Id="rId4" Type="http://schemas.openxmlformats.org/officeDocument/2006/relationships/tags" Target="../tags/tag3076.xml"/><Relationship Id="rId9" Type="http://schemas.openxmlformats.org/officeDocument/2006/relationships/tags" Target="../tags/tag3081.xml"/><Relationship Id="rId14" Type="http://schemas.openxmlformats.org/officeDocument/2006/relationships/tags" Target="../tags/tag3086.xml"/><Relationship Id="rId22" Type="http://schemas.openxmlformats.org/officeDocument/2006/relationships/slideLayout" Target="../slideLayouts/slideLayout1.xml"/></Relationships>
</file>

<file path=ppt/slides/_rels/slide192.xml.rels><?xml version="1.0" encoding="UTF-8" standalone="yes"?>
<Relationships xmlns="http://schemas.openxmlformats.org/package/2006/relationships"><Relationship Id="rId8" Type="http://schemas.openxmlformats.org/officeDocument/2006/relationships/tags" Target="../tags/tag3101.xml"/><Relationship Id="rId13" Type="http://schemas.openxmlformats.org/officeDocument/2006/relationships/tags" Target="../tags/tag3106.xml"/><Relationship Id="rId18" Type="http://schemas.openxmlformats.org/officeDocument/2006/relationships/tags" Target="../tags/tag3111.xml"/><Relationship Id="rId3" Type="http://schemas.openxmlformats.org/officeDocument/2006/relationships/tags" Target="../tags/tag3096.xml"/><Relationship Id="rId21" Type="http://schemas.openxmlformats.org/officeDocument/2006/relationships/tags" Target="../tags/tag3114.xml"/><Relationship Id="rId7" Type="http://schemas.openxmlformats.org/officeDocument/2006/relationships/tags" Target="../tags/tag3100.xml"/><Relationship Id="rId12" Type="http://schemas.openxmlformats.org/officeDocument/2006/relationships/tags" Target="../tags/tag3105.xml"/><Relationship Id="rId17" Type="http://schemas.openxmlformats.org/officeDocument/2006/relationships/tags" Target="../tags/tag3110.xml"/><Relationship Id="rId25" Type="http://schemas.microsoft.com/office/2018/10/relationships/comments" Target="../comments/modernComment_1F1_484A50D.xml"/><Relationship Id="rId2" Type="http://schemas.openxmlformats.org/officeDocument/2006/relationships/tags" Target="../tags/tag3095.xml"/><Relationship Id="rId16" Type="http://schemas.openxmlformats.org/officeDocument/2006/relationships/tags" Target="../tags/tag3109.xml"/><Relationship Id="rId20" Type="http://schemas.openxmlformats.org/officeDocument/2006/relationships/tags" Target="../tags/tag3113.xml"/><Relationship Id="rId1" Type="http://schemas.openxmlformats.org/officeDocument/2006/relationships/tags" Target="../tags/tag3094.xml"/><Relationship Id="rId6" Type="http://schemas.openxmlformats.org/officeDocument/2006/relationships/tags" Target="../tags/tag3099.xml"/><Relationship Id="rId11" Type="http://schemas.openxmlformats.org/officeDocument/2006/relationships/tags" Target="../tags/tag3104.xml"/><Relationship Id="rId24" Type="http://schemas.openxmlformats.org/officeDocument/2006/relationships/notesSlide" Target="../notesSlides/notesSlide148.xml"/><Relationship Id="rId5" Type="http://schemas.openxmlformats.org/officeDocument/2006/relationships/tags" Target="../tags/tag3098.xml"/><Relationship Id="rId15" Type="http://schemas.openxmlformats.org/officeDocument/2006/relationships/tags" Target="../tags/tag3108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3103.xml"/><Relationship Id="rId19" Type="http://schemas.openxmlformats.org/officeDocument/2006/relationships/tags" Target="../tags/tag3112.xml"/><Relationship Id="rId4" Type="http://schemas.openxmlformats.org/officeDocument/2006/relationships/tags" Target="../tags/tag3097.xml"/><Relationship Id="rId9" Type="http://schemas.openxmlformats.org/officeDocument/2006/relationships/tags" Target="../tags/tag3102.xml"/><Relationship Id="rId14" Type="http://schemas.openxmlformats.org/officeDocument/2006/relationships/tags" Target="../tags/tag3107.xml"/><Relationship Id="rId22" Type="http://schemas.openxmlformats.org/officeDocument/2006/relationships/tags" Target="../tags/tag3115.xml"/></Relationships>
</file>

<file path=ppt/slides/_rels/slide193.xml.rels><?xml version="1.0" encoding="UTF-8" standalone="yes"?>
<Relationships xmlns="http://schemas.openxmlformats.org/package/2006/relationships"><Relationship Id="rId8" Type="http://schemas.openxmlformats.org/officeDocument/2006/relationships/tags" Target="../tags/tag3123.xml"/><Relationship Id="rId13" Type="http://schemas.openxmlformats.org/officeDocument/2006/relationships/tags" Target="../tags/tag3128.xml"/><Relationship Id="rId18" Type="http://schemas.openxmlformats.org/officeDocument/2006/relationships/tags" Target="../tags/tag3133.xml"/><Relationship Id="rId26" Type="http://schemas.microsoft.com/office/2018/10/relationships/comments" Target="../comments/modernComment_1F2_FA5A9229.xml"/><Relationship Id="rId3" Type="http://schemas.openxmlformats.org/officeDocument/2006/relationships/tags" Target="../tags/tag3118.xml"/><Relationship Id="rId21" Type="http://schemas.openxmlformats.org/officeDocument/2006/relationships/tags" Target="../tags/tag3136.xml"/><Relationship Id="rId7" Type="http://schemas.openxmlformats.org/officeDocument/2006/relationships/tags" Target="../tags/tag3122.xml"/><Relationship Id="rId12" Type="http://schemas.openxmlformats.org/officeDocument/2006/relationships/tags" Target="../tags/tag3127.xml"/><Relationship Id="rId17" Type="http://schemas.openxmlformats.org/officeDocument/2006/relationships/tags" Target="../tags/tag3132.xml"/><Relationship Id="rId25" Type="http://schemas.openxmlformats.org/officeDocument/2006/relationships/notesSlide" Target="../notesSlides/notesSlide149.xml"/><Relationship Id="rId2" Type="http://schemas.openxmlformats.org/officeDocument/2006/relationships/tags" Target="../tags/tag3117.xml"/><Relationship Id="rId16" Type="http://schemas.openxmlformats.org/officeDocument/2006/relationships/tags" Target="../tags/tag3131.xml"/><Relationship Id="rId20" Type="http://schemas.openxmlformats.org/officeDocument/2006/relationships/tags" Target="../tags/tag3135.xml"/><Relationship Id="rId1" Type="http://schemas.openxmlformats.org/officeDocument/2006/relationships/tags" Target="../tags/tag3116.xml"/><Relationship Id="rId6" Type="http://schemas.openxmlformats.org/officeDocument/2006/relationships/tags" Target="../tags/tag3121.xml"/><Relationship Id="rId11" Type="http://schemas.openxmlformats.org/officeDocument/2006/relationships/tags" Target="../tags/tag3126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3120.xml"/><Relationship Id="rId15" Type="http://schemas.openxmlformats.org/officeDocument/2006/relationships/tags" Target="../tags/tag3130.xml"/><Relationship Id="rId23" Type="http://schemas.openxmlformats.org/officeDocument/2006/relationships/tags" Target="../tags/tag3138.xml"/><Relationship Id="rId10" Type="http://schemas.openxmlformats.org/officeDocument/2006/relationships/tags" Target="../tags/tag3125.xml"/><Relationship Id="rId19" Type="http://schemas.openxmlformats.org/officeDocument/2006/relationships/tags" Target="../tags/tag3134.xml"/><Relationship Id="rId4" Type="http://schemas.openxmlformats.org/officeDocument/2006/relationships/tags" Target="../tags/tag3119.xml"/><Relationship Id="rId9" Type="http://schemas.openxmlformats.org/officeDocument/2006/relationships/tags" Target="../tags/tag3124.xml"/><Relationship Id="rId14" Type="http://schemas.openxmlformats.org/officeDocument/2006/relationships/tags" Target="../tags/tag3129.xml"/><Relationship Id="rId22" Type="http://schemas.openxmlformats.org/officeDocument/2006/relationships/tags" Target="../tags/tag3137.xml"/></Relationships>
</file>

<file path=ppt/slides/_rels/slide19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39.xml"/><Relationship Id="rId5" Type="http://schemas.openxmlformats.org/officeDocument/2006/relationships/image" Target="../media/image22.png"/><Relationship Id="rId4" Type="http://schemas.microsoft.com/office/2018/10/relationships/comments" Target="../comments/modernComment_11E_8DA20B8.xml"/></Relationships>
</file>

<file path=ppt/slides/_rels/slide19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140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microsoft.com/office/2018/10/relationships/comments" Target="../comments/modernComment_121_A5B4DE54.xml"/></Relationships>
</file>

<file path=ppt/slides/_rels/slide196.xml.rels><?xml version="1.0" encoding="UTF-8" standalone="yes"?>
<Relationships xmlns="http://schemas.openxmlformats.org/package/2006/relationships"><Relationship Id="rId8" Type="http://schemas.openxmlformats.org/officeDocument/2006/relationships/tags" Target="../tags/tag3148.xml"/><Relationship Id="rId13" Type="http://schemas.openxmlformats.org/officeDocument/2006/relationships/tags" Target="../tags/tag3153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143.xml"/><Relationship Id="rId21" Type="http://schemas.openxmlformats.org/officeDocument/2006/relationships/image" Target="../media/image23.png"/><Relationship Id="rId7" Type="http://schemas.openxmlformats.org/officeDocument/2006/relationships/tags" Target="../tags/tag3147.xml"/><Relationship Id="rId12" Type="http://schemas.openxmlformats.org/officeDocument/2006/relationships/tags" Target="../tags/tag3152.xml"/><Relationship Id="rId17" Type="http://schemas.openxmlformats.org/officeDocument/2006/relationships/tags" Target="../tags/tag3157.xml"/><Relationship Id="rId2" Type="http://schemas.openxmlformats.org/officeDocument/2006/relationships/tags" Target="../tags/tag3142.xml"/><Relationship Id="rId16" Type="http://schemas.openxmlformats.org/officeDocument/2006/relationships/tags" Target="../tags/tag3156.xml"/><Relationship Id="rId20" Type="http://schemas.microsoft.com/office/2018/10/relationships/comments" Target="../comments/modernComment_1F3_6C83C0AE.xml"/><Relationship Id="rId1" Type="http://schemas.openxmlformats.org/officeDocument/2006/relationships/tags" Target="../tags/tag3141.xml"/><Relationship Id="rId6" Type="http://schemas.openxmlformats.org/officeDocument/2006/relationships/tags" Target="../tags/tag3146.xml"/><Relationship Id="rId11" Type="http://schemas.openxmlformats.org/officeDocument/2006/relationships/tags" Target="../tags/tag3151.xml"/><Relationship Id="rId5" Type="http://schemas.openxmlformats.org/officeDocument/2006/relationships/tags" Target="../tags/tag3145.xml"/><Relationship Id="rId15" Type="http://schemas.openxmlformats.org/officeDocument/2006/relationships/tags" Target="../tags/tag3155.xml"/><Relationship Id="rId10" Type="http://schemas.openxmlformats.org/officeDocument/2006/relationships/tags" Target="../tags/tag3150.xml"/><Relationship Id="rId19" Type="http://schemas.openxmlformats.org/officeDocument/2006/relationships/notesSlide" Target="../notesSlides/notesSlide152.xml"/><Relationship Id="rId4" Type="http://schemas.openxmlformats.org/officeDocument/2006/relationships/tags" Target="../tags/tag3144.xml"/><Relationship Id="rId9" Type="http://schemas.openxmlformats.org/officeDocument/2006/relationships/tags" Target="../tags/tag3149.xml"/><Relationship Id="rId14" Type="http://schemas.openxmlformats.org/officeDocument/2006/relationships/tags" Target="../tags/tag3154.xml"/><Relationship Id="rId22" Type="http://schemas.openxmlformats.org/officeDocument/2006/relationships/image" Target="../media/image24.png"/></Relationships>
</file>

<file path=ppt/slides/_rels/slide197.xml.rels><?xml version="1.0" encoding="UTF-8" standalone="yes"?>
<Relationships xmlns="http://schemas.openxmlformats.org/package/2006/relationships"><Relationship Id="rId8" Type="http://schemas.openxmlformats.org/officeDocument/2006/relationships/tags" Target="../tags/tag3165.xml"/><Relationship Id="rId13" Type="http://schemas.openxmlformats.org/officeDocument/2006/relationships/tags" Target="../tags/tag3170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160.xml"/><Relationship Id="rId21" Type="http://schemas.openxmlformats.org/officeDocument/2006/relationships/image" Target="../media/image23.png"/><Relationship Id="rId7" Type="http://schemas.openxmlformats.org/officeDocument/2006/relationships/tags" Target="../tags/tag3164.xml"/><Relationship Id="rId12" Type="http://schemas.openxmlformats.org/officeDocument/2006/relationships/tags" Target="../tags/tag3169.xml"/><Relationship Id="rId17" Type="http://schemas.openxmlformats.org/officeDocument/2006/relationships/tags" Target="../tags/tag3174.xml"/><Relationship Id="rId2" Type="http://schemas.openxmlformats.org/officeDocument/2006/relationships/tags" Target="../tags/tag3159.xml"/><Relationship Id="rId16" Type="http://schemas.openxmlformats.org/officeDocument/2006/relationships/tags" Target="../tags/tag3173.xml"/><Relationship Id="rId20" Type="http://schemas.microsoft.com/office/2018/10/relationships/comments" Target="../comments/modernComment_1F4_2D9DE8C7.xml"/><Relationship Id="rId1" Type="http://schemas.openxmlformats.org/officeDocument/2006/relationships/tags" Target="../tags/tag3158.xml"/><Relationship Id="rId6" Type="http://schemas.openxmlformats.org/officeDocument/2006/relationships/tags" Target="../tags/tag3163.xml"/><Relationship Id="rId11" Type="http://schemas.openxmlformats.org/officeDocument/2006/relationships/tags" Target="../tags/tag3168.xml"/><Relationship Id="rId5" Type="http://schemas.openxmlformats.org/officeDocument/2006/relationships/tags" Target="../tags/tag3162.xml"/><Relationship Id="rId15" Type="http://schemas.openxmlformats.org/officeDocument/2006/relationships/tags" Target="../tags/tag3172.xml"/><Relationship Id="rId10" Type="http://schemas.openxmlformats.org/officeDocument/2006/relationships/tags" Target="../tags/tag3167.xml"/><Relationship Id="rId19" Type="http://schemas.openxmlformats.org/officeDocument/2006/relationships/notesSlide" Target="../notesSlides/notesSlide153.xml"/><Relationship Id="rId4" Type="http://schemas.openxmlformats.org/officeDocument/2006/relationships/tags" Target="../tags/tag3161.xml"/><Relationship Id="rId9" Type="http://schemas.openxmlformats.org/officeDocument/2006/relationships/tags" Target="../tags/tag3166.xml"/><Relationship Id="rId14" Type="http://schemas.openxmlformats.org/officeDocument/2006/relationships/tags" Target="../tags/tag3171.xml"/><Relationship Id="rId22" Type="http://schemas.openxmlformats.org/officeDocument/2006/relationships/image" Target="../media/image24.png"/></Relationships>
</file>

<file path=ppt/slides/_rels/slide198.xml.rels><?xml version="1.0" encoding="UTF-8" standalone="yes"?>
<Relationships xmlns="http://schemas.openxmlformats.org/package/2006/relationships"><Relationship Id="rId8" Type="http://schemas.openxmlformats.org/officeDocument/2006/relationships/tags" Target="../tags/tag3182.xml"/><Relationship Id="rId13" Type="http://schemas.openxmlformats.org/officeDocument/2006/relationships/tags" Target="../tags/tag3187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177.xml"/><Relationship Id="rId21" Type="http://schemas.openxmlformats.org/officeDocument/2006/relationships/image" Target="../media/image23.png"/><Relationship Id="rId7" Type="http://schemas.openxmlformats.org/officeDocument/2006/relationships/tags" Target="../tags/tag3181.xml"/><Relationship Id="rId12" Type="http://schemas.openxmlformats.org/officeDocument/2006/relationships/tags" Target="../tags/tag3186.xml"/><Relationship Id="rId17" Type="http://schemas.openxmlformats.org/officeDocument/2006/relationships/tags" Target="../tags/tag3191.xml"/><Relationship Id="rId2" Type="http://schemas.openxmlformats.org/officeDocument/2006/relationships/tags" Target="../tags/tag3176.xml"/><Relationship Id="rId16" Type="http://schemas.openxmlformats.org/officeDocument/2006/relationships/tags" Target="../tags/tag3190.xml"/><Relationship Id="rId20" Type="http://schemas.microsoft.com/office/2018/10/relationships/comments" Target="../comments/modernComment_1F5_165C9132.xml"/><Relationship Id="rId1" Type="http://schemas.openxmlformats.org/officeDocument/2006/relationships/tags" Target="../tags/tag3175.xml"/><Relationship Id="rId6" Type="http://schemas.openxmlformats.org/officeDocument/2006/relationships/tags" Target="../tags/tag3180.xml"/><Relationship Id="rId11" Type="http://schemas.openxmlformats.org/officeDocument/2006/relationships/tags" Target="../tags/tag3185.xml"/><Relationship Id="rId5" Type="http://schemas.openxmlformats.org/officeDocument/2006/relationships/tags" Target="../tags/tag3179.xml"/><Relationship Id="rId15" Type="http://schemas.openxmlformats.org/officeDocument/2006/relationships/tags" Target="../tags/tag3189.xml"/><Relationship Id="rId10" Type="http://schemas.openxmlformats.org/officeDocument/2006/relationships/tags" Target="../tags/tag3184.xml"/><Relationship Id="rId19" Type="http://schemas.openxmlformats.org/officeDocument/2006/relationships/notesSlide" Target="../notesSlides/notesSlide154.xml"/><Relationship Id="rId4" Type="http://schemas.openxmlformats.org/officeDocument/2006/relationships/tags" Target="../tags/tag3178.xml"/><Relationship Id="rId9" Type="http://schemas.openxmlformats.org/officeDocument/2006/relationships/tags" Target="../tags/tag3183.xml"/><Relationship Id="rId14" Type="http://schemas.openxmlformats.org/officeDocument/2006/relationships/tags" Target="../tags/tag3188.xml"/><Relationship Id="rId22" Type="http://schemas.openxmlformats.org/officeDocument/2006/relationships/image" Target="../media/image24.png"/></Relationships>
</file>

<file path=ppt/slides/_rels/slide199.xml.rels><?xml version="1.0" encoding="UTF-8" standalone="yes"?>
<Relationships xmlns="http://schemas.openxmlformats.org/package/2006/relationships"><Relationship Id="rId8" Type="http://schemas.openxmlformats.org/officeDocument/2006/relationships/tags" Target="../tags/tag3199.xml"/><Relationship Id="rId13" Type="http://schemas.openxmlformats.org/officeDocument/2006/relationships/tags" Target="../tags/tag3204.xml"/><Relationship Id="rId18" Type="http://schemas.openxmlformats.org/officeDocument/2006/relationships/tags" Target="../tags/tag3209.xml"/><Relationship Id="rId3" Type="http://schemas.openxmlformats.org/officeDocument/2006/relationships/tags" Target="../tags/tag3194.xml"/><Relationship Id="rId21" Type="http://schemas.microsoft.com/office/2018/10/relationships/comments" Target="../comments/modernComment_1F6_C0A2AC98.xml"/><Relationship Id="rId7" Type="http://schemas.openxmlformats.org/officeDocument/2006/relationships/tags" Target="../tags/tag3198.xml"/><Relationship Id="rId12" Type="http://schemas.openxmlformats.org/officeDocument/2006/relationships/tags" Target="../tags/tag3203.xml"/><Relationship Id="rId17" Type="http://schemas.openxmlformats.org/officeDocument/2006/relationships/tags" Target="../tags/tag3208.xml"/><Relationship Id="rId2" Type="http://schemas.openxmlformats.org/officeDocument/2006/relationships/tags" Target="../tags/tag3193.xml"/><Relationship Id="rId16" Type="http://schemas.openxmlformats.org/officeDocument/2006/relationships/tags" Target="../tags/tag3207.xml"/><Relationship Id="rId20" Type="http://schemas.openxmlformats.org/officeDocument/2006/relationships/notesSlide" Target="../notesSlides/notesSlide155.xml"/><Relationship Id="rId1" Type="http://schemas.openxmlformats.org/officeDocument/2006/relationships/tags" Target="../tags/tag3192.xml"/><Relationship Id="rId6" Type="http://schemas.openxmlformats.org/officeDocument/2006/relationships/tags" Target="../tags/tag3197.xml"/><Relationship Id="rId11" Type="http://schemas.openxmlformats.org/officeDocument/2006/relationships/tags" Target="../tags/tag3202.xml"/><Relationship Id="rId5" Type="http://schemas.openxmlformats.org/officeDocument/2006/relationships/tags" Target="../tags/tag3196.xml"/><Relationship Id="rId15" Type="http://schemas.openxmlformats.org/officeDocument/2006/relationships/tags" Target="../tags/tag3206.xml"/><Relationship Id="rId23" Type="http://schemas.openxmlformats.org/officeDocument/2006/relationships/image" Target="../media/image24.png"/><Relationship Id="rId10" Type="http://schemas.openxmlformats.org/officeDocument/2006/relationships/tags" Target="../tags/tag3201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195.xml"/><Relationship Id="rId9" Type="http://schemas.openxmlformats.org/officeDocument/2006/relationships/tags" Target="../tags/tag3200.xml"/><Relationship Id="rId14" Type="http://schemas.openxmlformats.org/officeDocument/2006/relationships/tags" Target="../tags/tag3205.xml"/><Relationship Id="rId22" Type="http://schemas.openxmlformats.org/officeDocument/2006/relationships/image" Target="../media/image23.png"/></Relationships>
</file>

<file path=ppt/slides/_rels/slide200.xml.rels><?xml version="1.0" encoding="UTF-8" standalone="yes"?>
<Relationships xmlns="http://schemas.openxmlformats.org/package/2006/relationships"><Relationship Id="rId8" Type="http://schemas.openxmlformats.org/officeDocument/2006/relationships/tags" Target="../tags/tag3217.xml"/><Relationship Id="rId13" Type="http://schemas.openxmlformats.org/officeDocument/2006/relationships/tags" Target="../tags/tag3222.xml"/><Relationship Id="rId18" Type="http://schemas.openxmlformats.org/officeDocument/2006/relationships/tags" Target="../tags/tag3227.xml"/><Relationship Id="rId3" Type="http://schemas.openxmlformats.org/officeDocument/2006/relationships/tags" Target="../tags/tag3212.xml"/><Relationship Id="rId21" Type="http://schemas.microsoft.com/office/2018/10/relationships/comments" Target="../comments/modernComment_1F7_4688961C.xml"/><Relationship Id="rId7" Type="http://schemas.openxmlformats.org/officeDocument/2006/relationships/tags" Target="../tags/tag3216.xml"/><Relationship Id="rId12" Type="http://schemas.openxmlformats.org/officeDocument/2006/relationships/tags" Target="../tags/tag3221.xml"/><Relationship Id="rId17" Type="http://schemas.openxmlformats.org/officeDocument/2006/relationships/tags" Target="../tags/tag3226.xml"/><Relationship Id="rId2" Type="http://schemas.openxmlformats.org/officeDocument/2006/relationships/tags" Target="../tags/tag3211.xml"/><Relationship Id="rId16" Type="http://schemas.openxmlformats.org/officeDocument/2006/relationships/tags" Target="../tags/tag3225.xml"/><Relationship Id="rId20" Type="http://schemas.openxmlformats.org/officeDocument/2006/relationships/notesSlide" Target="../notesSlides/notesSlide156.xml"/><Relationship Id="rId1" Type="http://schemas.openxmlformats.org/officeDocument/2006/relationships/tags" Target="../tags/tag3210.xml"/><Relationship Id="rId6" Type="http://schemas.openxmlformats.org/officeDocument/2006/relationships/tags" Target="../tags/tag3215.xml"/><Relationship Id="rId11" Type="http://schemas.openxmlformats.org/officeDocument/2006/relationships/tags" Target="../tags/tag3220.xml"/><Relationship Id="rId5" Type="http://schemas.openxmlformats.org/officeDocument/2006/relationships/tags" Target="../tags/tag3214.xml"/><Relationship Id="rId15" Type="http://schemas.openxmlformats.org/officeDocument/2006/relationships/tags" Target="../tags/tag3224.xml"/><Relationship Id="rId23" Type="http://schemas.openxmlformats.org/officeDocument/2006/relationships/image" Target="../media/image24.png"/><Relationship Id="rId10" Type="http://schemas.openxmlformats.org/officeDocument/2006/relationships/tags" Target="../tags/tag3219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213.xml"/><Relationship Id="rId9" Type="http://schemas.openxmlformats.org/officeDocument/2006/relationships/tags" Target="../tags/tag3218.xml"/><Relationship Id="rId14" Type="http://schemas.openxmlformats.org/officeDocument/2006/relationships/tags" Target="../tags/tag3223.xml"/><Relationship Id="rId22" Type="http://schemas.openxmlformats.org/officeDocument/2006/relationships/image" Target="../media/image23.png"/></Relationships>
</file>

<file path=ppt/slides/_rels/slide201.xml.rels><?xml version="1.0" encoding="UTF-8" standalone="yes"?>
<Relationships xmlns="http://schemas.openxmlformats.org/package/2006/relationships"><Relationship Id="rId8" Type="http://schemas.openxmlformats.org/officeDocument/2006/relationships/tags" Target="../tags/tag3235.xml"/><Relationship Id="rId13" Type="http://schemas.openxmlformats.org/officeDocument/2006/relationships/tags" Target="../tags/tag3240.xml"/><Relationship Id="rId18" Type="http://schemas.openxmlformats.org/officeDocument/2006/relationships/tags" Target="../tags/tag3245.xml"/><Relationship Id="rId3" Type="http://schemas.openxmlformats.org/officeDocument/2006/relationships/tags" Target="../tags/tag3230.xml"/><Relationship Id="rId21" Type="http://schemas.microsoft.com/office/2018/10/relationships/comments" Target="../comments/modernComment_1F8_1E320101.xml"/><Relationship Id="rId7" Type="http://schemas.openxmlformats.org/officeDocument/2006/relationships/tags" Target="../tags/tag3234.xml"/><Relationship Id="rId12" Type="http://schemas.openxmlformats.org/officeDocument/2006/relationships/tags" Target="../tags/tag3239.xml"/><Relationship Id="rId17" Type="http://schemas.openxmlformats.org/officeDocument/2006/relationships/tags" Target="../tags/tag3244.xml"/><Relationship Id="rId2" Type="http://schemas.openxmlformats.org/officeDocument/2006/relationships/tags" Target="../tags/tag3229.xml"/><Relationship Id="rId16" Type="http://schemas.openxmlformats.org/officeDocument/2006/relationships/tags" Target="../tags/tag3243.xml"/><Relationship Id="rId20" Type="http://schemas.openxmlformats.org/officeDocument/2006/relationships/notesSlide" Target="../notesSlides/notesSlide157.xml"/><Relationship Id="rId1" Type="http://schemas.openxmlformats.org/officeDocument/2006/relationships/tags" Target="../tags/tag3228.xml"/><Relationship Id="rId6" Type="http://schemas.openxmlformats.org/officeDocument/2006/relationships/tags" Target="../tags/tag3233.xml"/><Relationship Id="rId11" Type="http://schemas.openxmlformats.org/officeDocument/2006/relationships/tags" Target="../tags/tag3238.xml"/><Relationship Id="rId5" Type="http://schemas.openxmlformats.org/officeDocument/2006/relationships/tags" Target="../tags/tag3232.xml"/><Relationship Id="rId15" Type="http://schemas.openxmlformats.org/officeDocument/2006/relationships/tags" Target="../tags/tag3242.xml"/><Relationship Id="rId23" Type="http://schemas.openxmlformats.org/officeDocument/2006/relationships/image" Target="../media/image24.png"/><Relationship Id="rId10" Type="http://schemas.openxmlformats.org/officeDocument/2006/relationships/tags" Target="../tags/tag3237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231.xml"/><Relationship Id="rId9" Type="http://schemas.openxmlformats.org/officeDocument/2006/relationships/tags" Target="../tags/tag3236.xml"/><Relationship Id="rId14" Type="http://schemas.openxmlformats.org/officeDocument/2006/relationships/tags" Target="../tags/tag3241.xml"/><Relationship Id="rId22" Type="http://schemas.openxmlformats.org/officeDocument/2006/relationships/image" Target="../media/image23.png"/></Relationships>
</file>

<file path=ppt/slides/_rels/slide202.xml.rels><?xml version="1.0" encoding="UTF-8" standalone="yes"?>
<Relationships xmlns="http://schemas.openxmlformats.org/package/2006/relationships"><Relationship Id="rId8" Type="http://schemas.openxmlformats.org/officeDocument/2006/relationships/tags" Target="../tags/tag3253.xml"/><Relationship Id="rId13" Type="http://schemas.openxmlformats.org/officeDocument/2006/relationships/tags" Target="../tags/tag3258.xml"/><Relationship Id="rId18" Type="http://schemas.openxmlformats.org/officeDocument/2006/relationships/tags" Target="../tags/tag3263.xml"/><Relationship Id="rId3" Type="http://schemas.openxmlformats.org/officeDocument/2006/relationships/tags" Target="../tags/tag3248.xml"/><Relationship Id="rId21" Type="http://schemas.openxmlformats.org/officeDocument/2006/relationships/notesSlide" Target="../notesSlides/notesSlide158.xml"/><Relationship Id="rId7" Type="http://schemas.openxmlformats.org/officeDocument/2006/relationships/tags" Target="../tags/tag3252.xml"/><Relationship Id="rId12" Type="http://schemas.openxmlformats.org/officeDocument/2006/relationships/tags" Target="../tags/tag3257.xml"/><Relationship Id="rId17" Type="http://schemas.openxmlformats.org/officeDocument/2006/relationships/tags" Target="../tags/tag3262.xml"/><Relationship Id="rId2" Type="http://schemas.openxmlformats.org/officeDocument/2006/relationships/tags" Target="../tags/tag3247.xml"/><Relationship Id="rId16" Type="http://schemas.openxmlformats.org/officeDocument/2006/relationships/tags" Target="../tags/tag3261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246.xml"/><Relationship Id="rId6" Type="http://schemas.openxmlformats.org/officeDocument/2006/relationships/tags" Target="../tags/tag3251.xml"/><Relationship Id="rId11" Type="http://schemas.openxmlformats.org/officeDocument/2006/relationships/tags" Target="../tags/tag3256.xml"/><Relationship Id="rId24" Type="http://schemas.openxmlformats.org/officeDocument/2006/relationships/image" Target="../media/image24.png"/><Relationship Id="rId5" Type="http://schemas.openxmlformats.org/officeDocument/2006/relationships/tags" Target="../tags/tag3250.xml"/><Relationship Id="rId15" Type="http://schemas.openxmlformats.org/officeDocument/2006/relationships/tags" Target="../tags/tag3260.xml"/><Relationship Id="rId23" Type="http://schemas.openxmlformats.org/officeDocument/2006/relationships/image" Target="../media/image23.png"/><Relationship Id="rId10" Type="http://schemas.openxmlformats.org/officeDocument/2006/relationships/tags" Target="../tags/tag3255.xml"/><Relationship Id="rId19" Type="http://schemas.openxmlformats.org/officeDocument/2006/relationships/tags" Target="../tags/tag3264.xml"/><Relationship Id="rId4" Type="http://schemas.openxmlformats.org/officeDocument/2006/relationships/tags" Target="../tags/tag3249.xml"/><Relationship Id="rId9" Type="http://schemas.openxmlformats.org/officeDocument/2006/relationships/tags" Target="../tags/tag3254.xml"/><Relationship Id="rId14" Type="http://schemas.openxmlformats.org/officeDocument/2006/relationships/tags" Target="../tags/tag3259.xml"/><Relationship Id="rId22" Type="http://schemas.microsoft.com/office/2018/10/relationships/comments" Target="../comments/modernComment_1F9_A30D7176.xml"/></Relationships>
</file>

<file path=ppt/slides/_rels/slide203.xml.rels><?xml version="1.0" encoding="UTF-8" standalone="yes"?>
<Relationships xmlns="http://schemas.openxmlformats.org/package/2006/relationships"><Relationship Id="rId8" Type="http://schemas.openxmlformats.org/officeDocument/2006/relationships/tags" Target="../tags/tag3272.xml"/><Relationship Id="rId13" Type="http://schemas.openxmlformats.org/officeDocument/2006/relationships/tags" Target="../tags/tag3277.xml"/><Relationship Id="rId18" Type="http://schemas.openxmlformats.org/officeDocument/2006/relationships/tags" Target="../tags/tag3282.xml"/><Relationship Id="rId3" Type="http://schemas.openxmlformats.org/officeDocument/2006/relationships/tags" Target="../tags/tag3267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3271.xml"/><Relationship Id="rId12" Type="http://schemas.openxmlformats.org/officeDocument/2006/relationships/tags" Target="../tags/tag3276.xml"/><Relationship Id="rId17" Type="http://schemas.openxmlformats.org/officeDocument/2006/relationships/tags" Target="../tags/tag3281.xml"/><Relationship Id="rId25" Type="http://schemas.openxmlformats.org/officeDocument/2006/relationships/image" Target="../media/image24.png"/><Relationship Id="rId2" Type="http://schemas.openxmlformats.org/officeDocument/2006/relationships/tags" Target="../tags/tag3266.xml"/><Relationship Id="rId16" Type="http://schemas.openxmlformats.org/officeDocument/2006/relationships/tags" Target="../tags/tag3280.xml"/><Relationship Id="rId20" Type="http://schemas.openxmlformats.org/officeDocument/2006/relationships/tags" Target="../tags/tag3284.xml"/><Relationship Id="rId1" Type="http://schemas.openxmlformats.org/officeDocument/2006/relationships/tags" Target="../tags/tag3265.xml"/><Relationship Id="rId6" Type="http://schemas.openxmlformats.org/officeDocument/2006/relationships/tags" Target="../tags/tag3270.xml"/><Relationship Id="rId11" Type="http://schemas.openxmlformats.org/officeDocument/2006/relationships/tags" Target="../tags/tag3275.xml"/><Relationship Id="rId24" Type="http://schemas.openxmlformats.org/officeDocument/2006/relationships/image" Target="../media/image23.png"/><Relationship Id="rId5" Type="http://schemas.openxmlformats.org/officeDocument/2006/relationships/tags" Target="../tags/tag3269.xml"/><Relationship Id="rId15" Type="http://schemas.openxmlformats.org/officeDocument/2006/relationships/tags" Target="../tags/tag3279.xml"/><Relationship Id="rId23" Type="http://schemas.microsoft.com/office/2018/10/relationships/comments" Target="../comments/modernComment_1FA_457EC5D5.xml"/><Relationship Id="rId10" Type="http://schemas.openxmlformats.org/officeDocument/2006/relationships/tags" Target="../tags/tag3274.xml"/><Relationship Id="rId19" Type="http://schemas.openxmlformats.org/officeDocument/2006/relationships/tags" Target="../tags/tag3283.xml"/><Relationship Id="rId4" Type="http://schemas.openxmlformats.org/officeDocument/2006/relationships/tags" Target="../tags/tag3268.xml"/><Relationship Id="rId9" Type="http://schemas.openxmlformats.org/officeDocument/2006/relationships/tags" Target="../tags/tag3273.xml"/><Relationship Id="rId14" Type="http://schemas.openxmlformats.org/officeDocument/2006/relationships/tags" Target="../tags/tag3278.xml"/><Relationship Id="rId22" Type="http://schemas.openxmlformats.org/officeDocument/2006/relationships/notesSlide" Target="../notesSlides/notesSlide159.xml"/></Relationships>
</file>

<file path=ppt/slides/_rels/slide204.xml.rels><?xml version="1.0" encoding="UTF-8" standalone="yes"?>
<Relationships xmlns="http://schemas.openxmlformats.org/package/2006/relationships"><Relationship Id="rId8" Type="http://schemas.openxmlformats.org/officeDocument/2006/relationships/tags" Target="../tags/tag3292.xml"/><Relationship Id="rId13" Type="http://schemas.openxmlformats.org/officeDocument/2006/relationships/tags" Target="../tags/tag3297.xml"/><Relationship Id="rId18" Type="http://schemas.openxmlformats.org/officeDocument/2006/relationships/tags" Target="../tags/tag3302.xml"/><Relationship Id="rId3" Type="http://schemas.openxmlformats.org/officeDocument/2006/relationships/tags" Target="../tags/tag3287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3291.xml"/><Relationship Id="rId12" Type="http://schemas.openxmlformats.org/officeDocument/2006/relationships/tags" Target="../tags/tag3296.xml"/><Relationship Id="rId17" Type="http://schemas.openxmlformats.org/officeDocument/2006/relationships/tags" Target="../tags/tag3301.xml"/><Relationship Id="rId2" Type="http://schemas.openxmlformats.org/officeDocument/2006/relationships/tags" Target="../tags/tag3286.xml"/><Relationship Id="rId16" Type="http://schemas.openxmlformats.org/officeDocument/2006/relationships/tags" Target="../tags/tag3300.xml"/><Relationship Id="rId20" Type="http://schemas.openxmlformats.org/officeDocument/2006/relationships/tags" Target="../tags/tag3304.xml"/><Relationship Id="rId1" Type="http://schemas.openxmlformats.org/officeDocument/2006/relationships/tags" Target="../tags/tag3285.xml"/><Relationship Id="rId6" Type="http://schemas.openxmlformats.org/officeDocument/2006/relationships/tags" Target="../tags/tag3290.xml"/><Relationship Id="rId11" Type="http://schemas.openxmlformats.org/officeDocument/2006/relationships/tags" Target="../tags/tag3295.xml"/><Relationship Id="rId24" Type="http://schemas.openxmlformats.org/officeDocument/2006/relationships/image" Target="../media/image25.png"/><Relationship Id="rId5" Type="http://schemas.openxmlformats.org/officeDocument/2006/relationships/tags" Target="../tags/tag3289.xml"/><Relationship Id="rId15" Type="http://schemas.openxmlformats.org/officeDocument/2006/relationships/tags" Target="../tags/tag3299.xml"/><Relationship Id="rId23" Type="http://schemas.microsoft.com/office/2018/10/relationships/comments" Target="../comments/modernComment_1FB_C3C9EB1D.xml"/><Relationship Id="rId10" Type="http://schemas.openxmlformats.org/officeDocument/2006/relationships/tags" Target="../tags/tag3294.xml"/><Relationship Id="rId19" Type="http://schemas.openxmlformats.org/officeDocument/2006/relationships/tags" Target="../tags/tag3303.xml"/><Relationship Id="rId4" Type="http://schemas.openxmlformats.org/officeDocument/2006/relationships/tags" Target="../tags/tag3288.xml"/><Relationship Id="rId9" Type="http://schemas.openxmlformats.org/officeDocument/2006/relationships/tags" Target="../tags/tag3293.xml"/><Relationship Id="rId14" Type="http://schemas.openxmlformats.org/officeDocument/2006/relationships/tags" Target="../tags/tag3298.xml"/><Relationship Id="rId22" Type="http://schemas.openxmlformats.org/officeDocument/2006/relationships/notesSlide" Target="../notesSlides/notesSlide160.xml"/></Relationships>
</file>

<file path=ppt/slides/_rels/slide205.xml.rels><?xml version="1.0" encoding="UTF-8" standalone="yes"?>
<Relationships xmlns="http://schemas.openxmlformats.org/package/2006/relationships"><Relationship Id="rId8" Type="http://schemas.openxmlformats.org/officeDocument/2006/relationships/tags" Target="../tags/tag3312.xml"/><Relationship Id="rId13" Type="http://schemas.openxmlformats.org/officeDocument/2006/relationships/tags" Target="../tags/tag3317.xml"/><Relationship Id="rId18" Type="http://schemas.openxmlformats.org/officeDocument/2006/relationships/tags" Target="../tags/tag3322.xml"/><Relationship Id="rId26" Type="http://schemas.openxmlformats.org/officeDocument/2006/relationships/image" Target="../media/image23.png"/><Relationship Id="rId3" Type="http://schemas.openxmlformats.org/officeDocument/2006/relationships/tags" Target="../tags/tag3307.xml"/><Relationship Id="rId21" Type="http://schemas.openxmlformats.org/officeDocument/2006/relationships/tags" Target="../tags/tag3325.xml"/><Relationship Id="rId7" Type="http://schemas.openxmlformats.org/officeDocument/2006/relationships/tags" Target="../tags/tag3311.xml"/><Relationship Id="rId12" Type="http://schemas.openxmlformats.org/officeDocument/2006/relationships/tags" Target="../tags/tag3316.xml"/><Relationship Id="rId17" Type="http://schemas.openxmlformats.org/officeDocument/2006/relationships/tags" Target="../tags/tag3321.xml"/><Relationship Id="rId25" Type="http://schemas.openxmlformats.org/officeDocument/2006/relationships/image" Target="../media/image25.png"/><Relationship Id="rId2" Type="http://schemas.openxmlformats.org/officeDocument/2006/relationships/tags" Target="../tags/tag3306.xml"/><Relationship Id="rId16" Type="http://schemas.openxmlformats.org/officeDocument/2006/relationships/tags" Target="../tags/tag3320.xml"/><Relationship Id="rId20" Type="http://schemas.openxmlformats.org/officeDocument/2006/relationships/tags" Target="../tags/tag3324.xml"/><Relationship Id="rId1" Type="http://schemas.openxmlformats.org/officeDocument/2006/relationships/tags" Target="../tags/tag3305.xml"/><Relationship Id="rId6" Type="http://schemas.openxmlformats.org/officeDocument/2006/relationships/tags" Target="../tags/tag3310.xml"/><Relationship Id="rId11" Type="http://schemas.openxmlformats.org/officeDocument/2006/relationships/tags" Target="../tags/tag3315.xml"/><Relationship Id="rId24" Type="http://schemas.microsoft.com/office/2018/10/relationships/comments" Target="../comments/modernComment_1FC_5D16034C.xml"/><Relationship Id="rId5" Type="http://schemas.openxmlformats.org/officeDocument/2006/relationships/tags" Target="../tags/tag3309.xml"/><Relationship Id="rId15" Type="http://schemas.openxmlformats.org/officeDocument/2006/relationships/tags" Target="../tags/tag3319.xml"/><Relationship Id="rId23" Type="http://schemas.openxmlformats.org/officeDocument/2006/relationships/notesSlide" Target="../notesSlides/notesSlide161.xml"/><Relationship Id="rId10" Type="http://schemas.openxmlformats.org/officeDocument/2006/relationships/tags" Target="../tags/tag3314.xml"/><Relationship Id="rId19" Type="http://schemas.openxmlformats.org/officeDocument/2006/relationships/tags" Target="../tags/tag3323.xml"/><Relationship Id="rId4" Type="http://schemas.openxmlformats.org/officeDocument/2006/relationships/tags" Target="../tags/tag3308.xml"/><Relationship Id="rId9" Type="http://schemas.openxmlformats.org/officeDocument/2006/relationships/tags" Target="../tags/tag3313.xml"/><Relationship Id="rId14" Type="http://schemas.openxmlformats.org/officeDocument/2006/relationships/tags" Target="../tags/tag3318.xml"/><Relationship Id="rId22" Type="http://schemas.openxmlformats.org/officeDocument/2006/relationships/slideLayout" Target="../slideLayouts/slideLayout1.xml"/></Relationships>
</file>

<file path=ppt/slides/_rels/slide206.xml.rels><?xml version="1.0" encoding="UTF-8" standalone="yes"?>
<Relationships xmlns="http://schemas.openxmlformats.org/package/2006/relationships"><Relationship Id="rId8" Type="http://schemas.openxmlformats.org/officeDocument/2006/relationships/tags" Target="../tags/tag3333.xml"/><Relationship Id="rId13" Type="http://schemas.openxmlformats.org/officeDocument/2006/relationships/tags" Target="../tags/tag3338.xml"/><Relationship Id="rId18" Type="http://schemas.openxmlformats.org/officeDocument/2006/relationships/tags" Target="../tags/tag3343.xml"/><Relationship Id="rId26" Type="http://schemas.openxmlformats.org/officeDocument/2006/relationships/image" Target="../media/image25.png"/><Relationship Id="rId3" Type="http://schemas.openxmlformats.org/officeDocument/2006/relationships/tags" Target="../tags/tag3328.xml"/><Relationship Id="rId21" Type="http://schemas.openxmlformats.org/officeDocument/2006/relationships/tags" Target="../tags/tag3346.xml"/><Relationship Id="rId7" Type="http://schemas.openxmlformats.org/officeDocument/2006/relationships/tags" Target="../tags/tag3332.xml"/><Relationship Id="rId12" Type="http://schemas.openxmlformats.org/officeDocument/2006/relationships/tags" Target="../tags/tag3337.xml"/><Relationship Id="rId17" Type="http://schemas.openxmlformats.org/officeDocument/2006/relationships/tags" Target="../tags/tag3342.xml"/><Relationship Id="rId25" Type="http://schemas.microsoft.com/office/2018/10/relationships/comments" Target="../comments/modernComment_1FD_C21D6802.xml"/><Relationship Id="rId2" Type="http://schemas.openxmlformats.org/officeDocument/2006/relationships/tags" Target="../tags/tag3327.xml"/><Relationship Id="rId16" Type="http://schemas.openxmlformats.org/officeDocument/2006/relationships/tags" Target="../tags/tag3341.xml"/><Relationship Id="rId20" Type="http://schemas.openxmlformats.org/officeDocument/2006/relationships/tags" Target="../tags/tag3345.xml"/><Relationship Id="rId1" Type="http://schemas.openxmlformats.org/officeDocument/2006/relationships/tags" Target="../tags/tag3326.xml"/><Relationship Id="rId6" Type="http://schemas.openxmlformats.org/officeDocument/2006/relationships/tags" Target="../tags/tag3331.xml"/><Relationship Id="rId11" Type="http://schemas.openxmlformats.org/officeDocument/2006/relationships/tags" Target="../tags/tag3336.xml"/><Relationship Id="rId24" Type="http://schemas.openxmlformats.org/officeDocument/2006/relationships/notesSlide" Target="../notesSlides/notesSlide162.xml"/><Relationship Id="rId5" Type="http://schemas.openxmlformats.org/officeDocument/2006/relationships/tags" Target="../tags/tag3330.xml"/><Relationship Id="rId15" Type="http://schemas.openxmlformats.org/officeDocument/2006/relationships/tags" Target="../tags/tag3340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3335.xml"/><Relationship Id="rId19" Type="http://schemas.openxmlformats.org/officeDocument/2006/relationships/tags" Target="../tags/tag3344.xml"/><Relationship Id="rId4" Type="http://schemas.openxmlformats.org/officeDocument/2006/relationships/tags" Target="../tags/tag3329.xml"/><Relationship Id="rId9" Type="http://schemas.openxmlformats.org/officeDocument/2006/relationships/tags" Target="../tags/tag3334.xml"/><Relationship Id="rId14" Type="http://schemas.openxmlformats.org/officeDocument/2006/relationships/tags" Target="../tags/tag3339.xml"/><Relationship Id="rId22" Type="http://schemas.openxmlformats.org/officeDocument/2006/relationships/tags" Target="../tags/tag3347.xml"/><Relationship Id="rId27" Type="http://schemas.openxmlformats.org/officeDocument/2006/relationships/image" Target="../media/image23.png"/></Relationships>
</file>

<file path=ppt/slides/_rels/slide207.xml.rels><?xml version="1.0" encoding="UTF-8" standalone="yes"?>
<Relationships xmlns="http://schemas.openxmlformats.org/package/2006/relationships"><Relationship Id="rId8" Type="http://schemas.openxmlformats.org/officeDocument/2006/relationships/tags" Target="../tags/tag3355.xml"/><Relationship Id="rId13" Type="http://schemas.openxmlformats.org/officeDocument/2006/relationships/tags" Target="../tags/tag3360.xml"/><Relationship Id="rId18" Type="http://schemas.openxmlformats.org/officeDocument/2006/relationships/tags" Target="../tags/tag3365.xml"/><Relationship Id="rId26" Type="http://schemas.microsoft.com/office/2018/10/relationships/comments" Target="../comments/modernComment_1FE_39302DF0.xml"/><Relationship Id="rId3" Type="http://schemas.openxmlformats.org/officeDocument/2006/relationships/tags" Target="../tags/tag3350.xml"/><Relationship Id="rId21" Type="http://schemas.openxmlformats.org/officeDocument/2006/relationships/tags" Target="../tags/tag3368.xml"/><Relationship Id="rId7" Type="http://schemas.openxmlformats.org/officeDocument/2006/relationships/tags" Target="../tags/tag3354.xml"/><Relationship Id="rId12" Type="http://schemas.openxmlformats.org/officeDocument/2006/relationships/tags" Target="../tags/tag3359.xml"/><Relationship Id="rId17" Type="http://schemas.openxmlformats.org/officeDocument/2006/relationships/tags" Target="../tags/tag3364.xml"/><Relationship Id="rId25" Type="http://schemas.openxmlformats.org/officeDocument/2006/relationships/notesSlide" Target="../notesSlides/notesSlide163.xml"/><Relationship Id="rId2" Type="http://schemas.openxmlformats.org/officeDocument/2006/relationships/tags" Target="../tags/tag3349.xml"/><Relationship Id="rId16" Type="http://schemas.openxmlformats.org/officeDocument/2006/relationships/tags" Target="../tags/tag3363.xml"/><Relationship Id="rId20" Type="http://schemas.openxmlformats.org/officeDocument/2006/relationships/tags" Target="../tags/tag3367.xml"/><Relationship Id="rId1" Type="http://schemas.openxmlformats.org/officeDocument/2006/relationships/tags" Target="../tags/tag3348.xml"/><Relationship Id="rId6" Type="http://schemas.openxmlformats.org/officeDocument/2006/relationships/tags" Target="../tags/tag3353.xml"/><Relationship Id="rId11" Type="http://schemas.openxmlformats.org/officeDocument/2006/relationships/tags" Target="../tags/tag3358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3352.xml"/><Relationship Id="rId15" Type="http://schemas.openxmlformats.org/officeDocument/2006/relationships/tags" Target="../tags/tag3362.xml"/><Relationship Id="rId23" Type="http://schemas.openxmlformats.org/officeDocument/2006/relationships/tags" Target="../tags/tag3370.xml"/><Relationship Id="rId28" Type="http://schemas.openxmlformats.org/officeDocument/2006/relationships/image" Target="../media/image23.png"/><Relationship Id="rId10" Type="http://schemas.openxmlformats.org/officeDocument/2006/relationships/tags" Target="../tags/tag3357.xml"/><Relationship Id="rId19" Type="http://schemas.openxmlformats.org/officeDocument/2006/relationships/tags" Target="../tags/tag3366.xml"/><Relationship Id="rId4" Type="http://schemas.openxmlformats.org/officeDocument/2006/relationships/tags" Target="../tags/tag3351.xml"/><Relationship Id="rId9" Type="http://schemas.openxmlformats.org/officeDocument/2006/relationships/tags" Target="../tags/tag3356.xml"/><Relationship Id="rId14" Type="http://schemas.openxmlformats.org/officeDocument/2006/relationships/tags" Target="../tags/tag3361.xml"/><Relationship Id="rId22" Type="http://schemas.openxmlformats.org/officeDocument/2006/relationships/tags" Target="../tags/tag3369.xml"/><Relationship Id="rId27" Type="http://schemas.openxmlformats.org/officeDocument/2006/relationships/image" Target="../media/image25.png"/></Relationships>
</file>

<file path=ppt/slides/_rels/slide208.xml.rels><?xml version="1.0" encoding="UTF-8" standalone="yes"?>
<Relationships xmlns="http://schemas.openxmlformats.org/package/2006/relationships"><Relationship Id="rId8" Type="http://schemas.openxmlformats.org/officeDocument/2006/relationships/tags" Target="../tags/tag3378.xml"/><Relationship Id="rId13" Type="http://schemas.openxmlformats.org/officeDocument/2006/relationships/tags" Target="../tags/tag3383.xml"/><Relationship Id="rId18" Type="http://schemas.openxmlformats.org/officeDocument/2006/relationships/tags" Target="../tags/tag3388.xml"/><Relationship Id="rId26" Type="http://schemas.openxmlformats.org/officeDocument/2006/relationships/notesSlide" Target="../notesSlides/notesSlide164.xml"/><Relationship Id="rId3" Type="http://schemas.openxmlformats.org/officeDocument/2006/relationships/tags" Target="../tags/tag3373.xml"/><Relationship Id="rId21" Type="http://schemas.openxmlformats.org/officeDocument/2006/relationships/tags" Target="../tags/tag3391.xml"/><Relationship Id="rId7" Type="http://schemas.openxmlformats.org/officeDocument/2006/relationships/tags" Target="../tags/tag3377.xml"/><Relationship Id="rId12" Type="http://schemas.openxmlformats.org/officeDocument/2006/relationships/tags" Target="../tags/tag3382.xml"/><Relationship Id="rId17" Type="http://schemas.openxmlformats.org/officeDocument/2006/relationships/tags" Target="../tags/tag3387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3372.xml"/><Relationship Id="rId16" Type="http://schemas.openxmlformats.org/officeDocument/2006/relationships/tags" Target="../tags/tag3386.xml"/><Relationship Id="rId20" Type="http://schemas.openxmlformats.org/officeDocument/2006/relationships/tags" Target="../tags/tag3390.xml"/><Relationship Id="rId29" Type="http://schemas.openxmlformats.org/officeDocument/2006/relationships/image" Target="../media/image23.png"/><Relationship Id="rId1" Type="http://schemas.openxmlformats.org/officeDocument/2006/relationships/tags" Target="../tags/tag3371.xml"/><Relationship Id="rId6" Type="http://schemas.openxmlformats.org/officeDocument/2006/relationships/tags" Target="../tags/tag3376.xml"/><Relationship Id="rId11" Type="http://schemas.openxmlformats.org/officeDocument/2006/relationships/tags" Target="../tags/tag3381.xml"/><Relationship Id="rId24" Type="http://schemas.openxmlformats.org/officeDocument/2006/relationships/tags" Target="../tags/tag3394.xml"/><Relationship Id="rId5" Type="http://schemas.openxmlformats.org/officeDocument/2006/relationships/tags" Target="../tags/tag3375.xml"/><Relationship Id="rId15" Type="http://schemas.openxmlformats.org/officeDocument/2006/relationships/tags" Target="../tags/tag3385.xml"/><Relationship Id="rId23" Type="http://schemas.openxmlformats.org/officeDocument/2006/relationships/tags" Target="../tags/tag3393.xml"/><Relationship Id="rId28" Type="http://schemas.openxmlformats.org/officeDocument/2006/relationships/image" Target="../media/image25.png"/><Relationship Id="rId10" Type="http://schemas.openxmlformats.org/officeDocument/2006/relationships/tags" Target="../tags/tag3380.xml"/><Relationship Id="rId19" Type="http://schemas.openxmlformats.org/officeDocument/2006/relationships/tags" Target="../tags/tag3389.xml"/><Relationship Id="rId4" Type="http://schemas.openxmlformats.org/officeDocument/2006/relationships/tags" Target="../tags/tag3374.xml"/><Relationship Id="rId9" Type="http://schemas.openxmlformats.org/officeDocument/2006/relationships/tags" Target="../tags/tag3379.xml"/><Relationship Id="rId14" Type="http://schemas.openxmlformats.org/officeDocument/2006/relationships/tags" Target="../tags/tag3384.xml"/><Relationship Id="rId22" Type="http://schemas.openxmlformats.org/officeDocument/2006/relationships/tags" Target="../tags/tag3392.xml"/><Relationship Id="rId27" Type="http://schemas.microsoft.com/office/2018/10/relationships/comments" Target="../comments/modernComment_1FF_E44ACE1B.xml"/></Relationships>
</file>

<file path=ppt/slides/_rels/slide209.xml.rels><?xml version="1.0" encoding="UTF-8" standalone="yes"?>
<Relationships xmlns="http://schemas.openxmlformats.org/package/2006/relationships"><Relationship Id="rId8" Type="http://schemas.openxmlformats.org/officeDocument/2006/relationships/tags" Target="../tags/tag3402.xml"/><Relationship Id="rId13" Type="http://schemas.openxmlformats.org/officeDocument/2006/relationships/tags" Target="../tags/tag3407.xml"/><Relationship Id="rId18" Type="http://schemas.openxmlformats.org/officeDocument/2006/relationships/tags" Target="../tags/tag3412.xml"/><Relationship Id="rId3" Type="http://schemas.openxmlformats.org/officeDocument/2006/relationships/tags" Target="../tags/tag3397.xml"/><Relationship Id="rId21" Type="http://schemas.microsoft.com/office/2018/10/relationships/comments" Target="../comments/modernComment_200_AF879DA.xml"/><Relationship Id="rId7" Type="http://schemas.openxmlformats.org/officeDocument/2006/relationships/tags" Target="../tags/tag3401.xml"/><Relationship Id="rId12" Type="http://schemas.openxmlformats.org/officeDocument/2006/relationships/tags" Target="../tags/tag3406.xml"/><Relationship Id="rId17" Type="http://schemas.openxmlformats.org/officeDocument/2006/relationships/tags" Target="../tags/tag3411.xml"/><Relationship Id="rId2" Type="http://schemas.openxmlformats.org/officeDocument/2006/relationships/tags" Target="../tags/tag3396.xml"/><Relationship Id="rId16" Type="http://schemas.openxmlformats.org/officeDocument/2006/relationships/tags" Target="../tags/tag3410.xml"/><Relationship Id="rId20" Type="http://schemas.openxmlformats.org/officeDocument/2006/relationships/notesSlide" Target="../notesSlides/notesSlide165.xml"/><Relationship Id="rId1" Type="http://schemas.openxmlformats.org/officeDocument/2006/relationships/tags" Target="../tags/tag3395.xml"/><Relationship Id="rId6" Type="http://schemas.openxmlformats.org/officeDocument/2006/relationships/tags" Target="../tags/tag3400.xml"/><Relationship Id="rId11" Type="http://schemas.openxmlformats.org/officeDocument/2006/relationships/tags" Target="../tags/tag3405.xml"/><Relationship Id="rId5" Type="http://schemas.openxmlformats.org/officeDocument/2006/relationships/tags" Target="../tags/tag3399.xml"/><Relationship Id="rId15" Type="http://schemas.openxmlformats.org/officeDocument/2006/relationships/tags" Target="../tags/tag3409.xml"/><Relationship Id="rId23" Type="http://schemas.openxmlformats.org/officeDocument/2006/relationships/image" Target="../media/image23.png"/><Relationship Id="rId10" Type="http://schemas.openxmlformats.org/officeDocument/2006/relationships/tags" Target="../tags/tag3404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398.xml"/><Relationship Id="rId9" Type="http://schemas.openxmlformats.org/officeDocument/2006/relationships/tags" Target="../tags/tag3403.xml"/><Relationship Id="rId14" Type="http://schemas.openxmlformats.org/officeDocument/2006/relationships/tags" Target="../tags/tag3408.xml"/><Relationship Id="rId22" Type="http://schemas.openxmlformats.org/officeDocument/2006/relationships/image" Target="../media/image25.png"/></Relationships>
</file>

<file path=ppt/slides/_rels/slide210.xml.rels><?xml version="1.0" encoding="UTF-8" standalone="yes"?>
<Relationships xmlns="http://schemas.openxmlformats.org/package/2006/relationships"><Relationship Id="rId8" Type="http://schemas.openxmlformats.org/officeDocument/2006/relationships/tags" Target="../tags/tag3420.xml"/><Relationship Id="rId13" Type="http://schemas.openxmlformats.org/officeDocument/2006/relationships/tags" Target="../tags/tag3425.xml"/><Relationship Id="rId18" Type="http://schemas.openxmlformats.org/officeDocument/2006/relationships/tags" Target="../tags/tag3430.xml"/><Relationship Id="rId3" Type="http://schemas.openxmlformats.org/officeDocument/2006/relationships/tags" Target="../tags/tag3415.xml"/><Relationship Id="rId21" Type="http://schemas.microsoft.com/office/2018/10/relationships/comments" Target="../comments/modernComment_201_B94BC231.xml"/><Relationship Id="rId7" Type="http://schemas.openxmlformats.org/officeDocument/2006/relationships/tags" Target="../tags/tag3419.xml"/><Relationship Id="rId12" Type="http://schemas.openxmlformats.org/officeDocument/2006/relationships/tags" Target="../tags/tag3424.xml"/><Relationship Id="rId17" Type="http://schemas.openxmlformats.org/officeDocument/2006/relationships/tags" Target="../tags/tag3429.xml"/><Relationship Id="rId2" Type="http://schemas.openxmlformats.org/officeDocument/2006/relationships/tags" Target="../tags/tag3414.xml"/><Relationship Id="rId16" Type="http://schemas.openxmlformats.org/officeDocument/2006/relationships/tags" Target="../tags/tag3428.xml"/><Relationship Id="rId20" Type="http://schemas.openxmlformats.org/officeDocument/2006/relationships/notesSlide" Target="../notesSlides/notesSlide166.xml"/><Relationship Id="rId1" Type="http://schemas.openxmlformats.org/officeDocument/2006/relationships/tags" Target="../tags/tag3413.xml"/><Relationship Id="rId6" Type="http://schemas.openxmlformats.org/officeDocument/2006/relationships/tags" Target="../tags/tag3418.xml"/><Relationship Id="rId11" Type="http://schemas.openxmlformats.org/officeDocument/2006/relationships/tags" Target="../tags/tag3423.xml"/><Relationship Id="rId5" Type="http://schemas.openxmlformats.org/officeDocument/2006/relationships/tags" Target="../tags/tag3417.xml"/><Relationship Id="rId15" Type="http://schemas.openxmlformats.org/officeDocument/2006/relationships/tags" Target="../tags/tag3427.xml"/><Relationship Id="rId23" Type="http://schemas.openxmlformats.org/officeDocument/2006/relationships/image" Target="../media/image23.png"/><Relationship Id="rId10" Type="http://schemas.openxmlformats.org/officeDocument/2006/relationships/tags" Target="../tags/tag3422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416.xml"/><Relationship Id="rId9" Type="http://schemas.openxmlformats.org/officeDocument/2006/relationships/tags" Target="../tags/tag3421.xml"/><Relationship Id="rId14" Type="http://schemas.openxmlformats.org/officeDocument/2006/relationships/tags" Target="../tags/tag3426.xml"/><Relationship Id="rId22" Type="http://schemas.openxmlformats.org/officeDocument/2006/relationships/image" Target="../media/image25.png"/></Relationships>
</file>

<file path=ppt/slides/_rels/slide211.xml.rels><?xml version="1.0" encoding="UTF-8" standalone="yes"?>
<Relationships xmlns="http://schemas.openxmlformats.org/package/2006/relationships"><Relationship Id="rId8" Type="http://schemas.openxmlformats.org/officeDocument/2006/relationships/tags" Target="../tags/tag3438.xml"/><Relationship Id="rId13" Type="http://schemas.openxmlformats.org/officeDocument/2006/relationships/tags" Target="../tags/tag3443.xml"/><Relationship Id="rId18" Type="http://schemas.openxmlformats.org/officeDocument/2006/relationships/tags" Target="../tags/tag3448.xml"/><Relationship Id="rId3" Type="http://schemas.openxmlformats.org/officeDocument/2006/relationships/tags" Target="../tags/tag3433.xml"/><Relationship Id="rId21" Type="http://schemas.microsoft.com/office/2018/10/relationships/comments" Target="../comments/modernComment_202_B04A06B1.xml"/><Relationship Id="rId7" Type="http://schemas.openxmlformats.org/officeDocument/2006/relationships/tags" Target="../tags/tag3437.xml"/><Relationship Id="rId12" Type="http://schemas.openxmlformats.org/officeDocument/2006/relationships/tags" Target="../tags/tag3442.xml"/><Relationship Id="rId17" Type="http://schemas.openxmlformats.org/officeDocument/2006/relationships/tags" Target="../tags/tag3447.xml"/><Relationship Id="rId2" Type="http://schemas.openxmlformats.org/officeDocument/2006/relationships/tags" Target="../tags/tag3432.xml"/><Relationship Id="rId16" Type="http://schemas.openxmlformats.org/officeDocument/2006/relationships/tags" Target="../tags/tag3446.xml"/><Relationship Id="rId20" Type="http://schemas.openxmlformats.org/officeDocument/2006/relationships/notesSlide" Target="../notesSlides/notesSlide167.xml"/><Relationship Id="rId1" Type="http://schemas.openxmlformats.org/officeDocument/2006/relationships/tags" Target="../tags/tag3431.xml"/><Relationship Id="rId6" Type="http://schemas.openxmlformats.org/officeDocument/2006/relationships/tags" Target="../tags/tag3436.xml"/><Relationship Id="rId11" Type="http://schemas.openxmlformats.org/officeDocument/2006/relationships/tags" Target="../tags/tag3441.xml"/><Relationship Id="rId5" Type="http://schemas.openxmlformats.org/officeDocument/2006/relationships/tags" Target="../tags/tag3435.xml"/><Relationship Id="rId15" Type="http://schemas.openxmlformats.org/officeDocument/2006/relationships/tags" Target="../tags/tag3445.xml"/><Relationship Id="rId23" Type="http://schemas.openxmlformats.org/officeDocument/2006/relationships/image" Target="../media/image23.png"/><Relationship Id="rId10" Type="http://schemas.openxmlformats.org/officeDocument/2006/relationships/tags" Target="../tags/tag3440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434.xml"/><Relationship Id="rId9" Type="http://schemas.openxmlformats.org/officeDocument/2006/relationships/tags" Target="../tags/tag3439.xml"/><Relationship Id="rId14" Type="http://schemas.openxmlformats.org/officeDocument/2006/relationships/tags" Target="../tags/tag3444.xml"/><Relationship Id="rId22" Type="http://schemas.openxmlformats.org/officeDocument/2006/relationships/image" Target="../media/image25.png"/></Relationships>
</file>

<file path=ppt/slides/_rels/slide212.xml.rels><?xml version="1.0" encoding="UTF-8" standalone="yes"?>
<Relationships xmlns="http://schemas.openxmlformats.org/package/2006/relationships"><Relationship Id="rId8" Type="http://schemas.openxmlformats.org/officeDocument/2006/relationships/tags" Target="../tags/tag3456.xml"/><Relationship Id="rId13" Type="http://schemas.openxmlformats.org/officeDocument/2006/relationships/tags" Target="../tags/tag3461.xml"/><Relationship Id="rId18" Type="http://schemas.openxmlformats.org/officeDocument/2006/relationships/tags" Target="../tags/tag3466.xml"/><Relationship Id="rId3" Type="http://schemas.openxmlformats.org/officeDocument/2006/relationships/tags" Target="../tags/tag3451.xml"/><Relationship Id="rId21" Type="http://schemas.openxmlformats.org/officeDocument/2006/relationships/notesSlide" Target="../notesSlides/notesSlide168.xml"/><Relationship Id="rId7" Type="http://schemas.openxmlformats.org/officeDocument/2006/relationships/tags" Target="../tags/tag3455.xml"/><Relationship Id="rId12" Type="http://schemas.openxmlformats.org/officeDocument/2006/relationships/tags" Target="../tags/tag3460.xml"/><Relationship Id="rId17" Type="http://schemas.openxmlformats.org/officeDocument/2006/relationships/tags" Target="../tags/tag3465.xml"/><Relationship Id="rId2" Type="http://schemas.openxmlformats.org/officeDocument/2006/relationships/tags" Target="../tags/tag3450.xml"/><Relationship Id="rId16" Type="http://schemas.openxmlformats.org/officeDocument/2006/relationships/tags" Target="../tags/tag3464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449.xml"/><Relationship Id="rId6" Type="http://schemas.openxmlformats.org/officeDocument/2006/relationships/tags" Target="../tags/tag3454.xml"/><Relationship Id="rId11" Type="http://schemas.openxmlformats.org/officeDocument/2006/relationships/tags" Target="../tags/tag3459.xml"/><Relationship Id="rId24" Type="http://schemas.openxmlformats.org/officeDocument/2006/relationships/image" Target="../media/image23.png"/><Relationship Id="rId5" Type="http://schemas.openxmlformats.org/officeDocument/2006/relationships/tags" Target="../tags/tag3453.xml"/><Relationship Id="rId15" Type="http://schemas.openxmlformats.org/officeDocument/2006/relationships/tags" Target="../tags/tag3463.xml"/><Relationship Id="rId23" Type="http://schemas.openxmlformats.org/officeDocument/2006/relationships/image" Target="../media/image25.png"/><Relationship Id="rId10" Type="http://schemas.openxmlformats.org/officeDocument/2006/relationships/tags" Target="../tags/tag3458.xml"/><Relationship Id="rId19" Type="http://schemas.openxmlformats.org/officeDocument/2006/relationships/tags" Target="../tags/tag3467.xml"/><Relationship Id="rId4" Type="http://schemas.openxmlformats.org/officeDocument/2006/relationships/tags" Target="../tags/tag3452.xml"/><Relationship Id="rId9" Type="http://schemas.openxmlformats.org/officeDocument/2006/relationships/tags" Target="../tags/tag3457.xml"/><Relationship Id="rId14" Type="http://schemas.openxmlformats.org/officeDocument/2006/relationships/tags" Target="../tags/tag3462.xml"/><Relationship Id="rId22" Type="http://schemas.microsoft.com/office/2018/10/relationships/comments" Target="../comments/modernComment_203_E2C358CD.xml"/></Relationships>
</file>

<file path=ppt/slides/_rels/slide213.xml.rels><?xml version="1.0" encoding="UTF-8" standalone="yes"?>
<Relationships xmlns="http://schemas.openxmlformats.org/package/2006/relationships"><Relationship Id="rId8" Type="http://schemas.openxmlformats.org/officeDocument/2006/relationships/tags" Target="../tags/tag3475.xml"/><Relationship Id="rId13" Type="http://schemas.openxmlformats.org/officeDocument/2006/relationships/tags" Target="../tags/tag3480.xml"/><Relationship Id="rId18" Type="http://schemas.openxmlformats.org/officeDocument/2006/relationships/tags" Target="../tags/tag3485.xml"/><Relationship Id="rId3" Type="http://schemas.openxmlformats.org/officeDocument/2006/relationships/tags" Target="../tags/tag3470.xml"/><Relationship Id="rId21" Type="http://schemas.openxmlformats.org/officeDocument/2006/relationships/notesSlide" Target="../notesSlides/notesSlide169.xml"/><Relationship Id="rId7" Type="http://schemas.openxmlformats.org/officeDocument/2006/relationships/tags" Target="../tags/tag3474.xml"/><Relationship Id="rId12" Type="http://schemas.openxmlformats.org/officeDocument/2006/relationships/tags" Target="../tags/tag3479.xml"/><Relationship Id="rId17" Type="http://schemas.openxmlformats.org/officeDocument/2006/relationships/tags" Target="../tags/tag3484.xml"/><Relationship Id="rId2" Type="http://schemas.openxmlformats.org/officeDocument/2006/relationships/tags" Target="../tags/tag3469.xml"/><Relationship Id="rId16" Type="http://schemas.openxmlformats.org/officeDocument/2006/relationships/tags" Target="../tags/tag3483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468.xml"/><Relationship Id="rId6" Type="http://schemas.openxmlformats.org/officeDocument/2006/relationships/tags" Target="../tags/tag3473.xml"/><Relationship Id="rId11" Type="http://schemas.openxmlformats.org/officeDocument/2006/relationships/tags" Target="../tags/tag3478.xml"/><Relationship Id="rId24" Type="http://schemas.openxmlformats.org/officeDocument/2006/relationships/image" Target="../media/image23.png"/><Relationship Id="rId5" Type="http://schemas.openxmlformats.org/officeDocument/2006/relationships/tags" Target="../tags/tag3472.xml"/><Relationship Id="rId15" Type="http://schemas.openxmlformats.org/officeDocument/2006/relationships/tags" Target="../tags/tag3482.xml"/><Relationship Id="rId23" Type="http://schemas.openxmlformats.org/officeDocument/2006/relationships/image" Target="../media/image25.png"/><Relationship Id="rId10" Type="http://schemas.openxmlformats.org/officeDocument/2006/relationships/tags" Target="../tags/tag3477.xml"/><Relationship Id="rId19" Type="http://schemas.openxmlformats.org/officeDocument/2006/relationships/tags" Target="../tags/tag3486.xml"/><Relationship Id="rId4" Type="http://schemas.openxmlformats.org/officeDocument/2006/relationships/tags" Target="../tags/tag3471.xml"/><Relationship Id="rId9" Type="http://schemas.openxmlformats.org/officeDocument/2006/relationships/tags" Target="../tags/tag3476.xml"/><Relationship Id="rId14" Type="http://schemas.openxmlformats.org/officeDocument/2006/relationships/tags" Target="../tags/tag3481.xml"/><Relationship Id="rId22" Type="http://schemas.microsoft.com/office/2018/10/relationships/comments" Target="../comments/modernComment_204_11375705.xml"/></Relationships>
</file>

<file path=ppt/slides/_rels/slide214.xml.rels><?xml version="1.0" encoding="UTF-8" standalone="yes"?>
<Relationships xmlns="http://schemas.openxmlformats.org/package/2006/relationships"><Relationship Id="rId8" Type="http://schemas.openxmlformats.org/officeDocument/2006/relationships/tags" Target="../tags/tag3494.xml"/><Relationship Id="rId13" Type="http://schemas.openxmlformats.org/officeDocument/2006/relationships/tags" Target="../tags/tag3499.xml"/><Relationship Id="rId18" Type="http://schemas.openxmlformats.org/officeDocument/2006/relationships/tags" Target="../tags/tag3504.xml"/><Relationship Id="rId3" Type="http://schemas.openxmlformats.org/officeDocument/2006/relationships/tags" Target="../tags/tag3489.xml"/><Relationship Id="rId21" Type="http://schemas.openxmlformats.org/officeDocument/2006/relationships/notesSlide" Target="../notesSlides/notesSlide170.xml"/><Relationship Id="rId7" Type="http://schemas.openxmlformats.org/officeDocument/2006/relationships/tags" Target="../tags/tag3493.xml"/><Relationship Id="rId12" Type="http://schemas.openxmlformats.org/officeDocument/2006/relationships/tags" Target="../tags/tag3498.xml"/><Relationship Id="rId17" Type="http://schemas.openxmlformats.org/officeDocument/2006/relationships/tags" Target="../tags/tag3503.xml"/><Relationship Id="rId2" Type="http://schemas.openxmlformats.org/officeDocument/2006/relationships/tags" Target="../tags/tag3488.xml"/><Relationship Id="rId16" Type="http://schemas.openxmlformats.org/officeDocument/2006/relationships/tags" Target="../tags/tag3502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487.xml"/><Relationship Id="rId6" Type="http://schemas.openxmlformats.org/officeDocument/2006/relationships/tags" Target="../tags/tag3492.xml"/><Relationship Id="rId11" Type="http://schemas.openxmlformats.org/officeDocument/2006/relationships/tags" Target="../tags/tag3497.xml"/><Relationship Id="rId24" Type="http://schemas.openxmlformats.org/officeDocument/2006/relationships/image" Target="../media/image23.png"/><Relationship Id="rId5" Type="http://schemas.openxmlformats.org/officeDocument/2006/relationships/tags" Target="../tags/tag3491.xml"/><Relationship Id="rId15" Type="http://schemas.openxmlformats.org/officeDocument/2006/relationships/tags" Target="../tags/tag3501.xml"/><Relationship Id="rId23" Type="http://schemas.openxmlformats.org/officeDocument/2006/relationships/image" Target="../media/image25.png"/><Relationship Id="rId10" Type="http://schemas.openxmlformats.org/officeDocument/2006/relationships/tags" Target="../tags/tag3496.xml"/><Relationship Id="rId19" Type="http://schemas.openxmlformats.org/officeDocument/2006/relationships/tags" Target="../tags/tag3505.xml"/><Relationship Id="rId4" Type="http://schemas.openxmlformats.org/officeDocument/2006/relationships/tags" Target="../tags/tag3490.xml"/><Relationship Id="rId9" Type="http://schemas.openxmlformats.org/officeDocument/2006/relationships/tags" Target="../tags/tag3495.xml"/><Relationship Id="rId14" Type="http://schemas.openxmlformats.org/officeDocument/2006/relationships/tags" Target="../tags/tag3500.xml"/><Relationship Id="rId22" Type="http://schemas.microsoft.com/office/2018/10/relationships/comments" Target="../comments/modernComment_205_CC8A2222.xml"/></Relationships>
</file>

<file path=ppt/slides/_rels/slide215.xml.rels><?xml version="1.0" encoding="UTF-8" standalone="yes"?>
<Relationships xmlns="http://schemas.openxmlformats.org/package/2006/relationships"><Relationship Id="rId8" Type="http://schemas.openxmlformats.org/officeDocument/2006/relationships/tags" Target="../tags/tag3513.xml"/><Relationship Id="rId13" Type="http://schemas.openxmlformats.org/officeDocument/2006/relationships/tags" Target="../tags/tag3518.xml"/><Relationship Id="rId18" Type="http://schemas.openxmlformats.org/officeDocument/2006/relationships/tags" Target="../tags/tag3523.xml"/><Relationship Id="rId3" Type="http://schemas.openxmlformats.org/officeDocument/2006/relationships/tags" Target="../tags/tag3508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3512.xml"/><Relationship Id="rId12" Type="http://schemas.openxmlformats.org/officeDocument/2006/relationships/tags" Target="../tags/tag3517.xml"/><Relationship Id="rId17" Type="http://schemas.openxmlformats.org/officeDocument/2006/relationships/tags" Target="../tags/tag3522.xml"/><Relationship Id="rId25" Type="http://schemas.openxmlformats.org/officeDocument/2006/relationships/image" Target="../media/image23.png"/><Relationship Id="rId2" Type="http://schemas.openxmlformats.org/officeDocument/2006/relationships/tags" Target="../tags/tag3507.xml"/><Relationship Id="rId16" Type="http://schemas.openxmlformats.org/officeDocument/2006/relationships/tags" Target="../tags/tag3521.xml"/><Relationship Id="rId20" Type="http://schemas.openxmlformats.org/officeDocument/2006/relationships/tags" Target="../tags/tag3525.xml"/><Relationship Id="rId1" Type="http://schemas.openxmlformats.org/officeDocument/2006/relationships/tags" Target="../tags/tag3506.xml"/><Relationship Id="rId6" Type="http://schemas.openxmlformats.org/officeDocument/2006/relationships/tags" Target="../tags/tag3511.xml"/><Relationship Id="rId11" Type="http://schemas.openxmlformats.org/officeDocument/2006/relationships/tags" Target="../tags/tag3516.xml"/><Relationship Id="rId24" Type="http://schemas.openxmlformats.org/officeDocument/2006/relationships/image" Target="../media/image25.png"/><Relationship Id="rId5" Type="http://schemas.openxmlformats.org/officeDocument/2006/relationships/tags" Target="../tags/tag3510.xml"/><Relationship Id="rId15" Type="http://schemas.openxmlformats.org/officeDocument/2006/relationships/tags" Target="../tags/tag3520.xml"/><Relationship Id="rId23" Type="http://schemas.microsoft.com/office/2018/10/relationships/comments" Target="../comments/modernComment_206_635F1905.xml"/><Relationship Id="rId10" Type="http://schemas.openxmlformats.org/officeDocument/2006/relationships/tags" Target="../tags/tag3515.xml"/><Relationship Id="rId19" Type="http://schemas.openxmlformats.org/officeDocument/2006/relationships/tags" Target="../tags/tag3524.xml"/><Relationship Id="rId4" Type="http://schemas.openxmlformats.org/officeDocument/2006/relationships/tags" Target="../tags/tag3509.xml"/><Relationship Id="rId9" Type="http://schemas.openxmlformats.org/officeDocument/2006/relationships/tags" Target="../tags/tag3514.xml"/><Relationship Id="rId14" Type="http://schemas.openxmlformats.org/officeDocument/2006/relationships/tags" Target="../tags/tag3519.xml"/><Relationship Id="rId22" Type="http://schemas.openxmlformats.org/officeDocument/2006/relationships/notesSlide" Target="../notesSlides/notesSlide171.xml"/></Relationships>
</file>

<file path=ppt/slides/_rels/slide216.xml.rels><?xml version="1.0" encoding="UTF-8" standalone="yes"?>
<Relationships xmlns="http://schemas.openxmlformats.org/package/2006/relationships"><Relationship Id="rId8" Type="http://schemas.openxmlformats.org/officeDocument/2006/relationships/tags" Target="../tags/tag3533.xml"/><Relationship Id="rId13" Type="http://schemas.openxmlformats.org/officeDocument/2006/relationships/tags" Target="../tags/tag3538.xml"/><Relationship Id="rId18" Type="http://schemas.openxmlformats.org/officeDocument/2006/relationships/tags" Target="../tags/tag3543.xml"/><Relationship Id="rId26" Type="http://schemas.openxmlformats.org/officeDocument/2006/relationships/image" Target="../media/image23.png"/><Relationship Id="rId3" Type="http://schemas.openxmlformats.org/officeDocument/2006/relationships/tags" Target="../tags/tag3528.xml"/><Relationship Id="rId21" Type="http://schemas.openxmlformats.org/officeDocument/2006/relationships/tags" Target="../tags/tag3546.xml"/><Relationship Id="rId7" Type="http://schemas.openxmlformats.org/officeDocument/2006/relationships/tags" Target="../tags/tag3532.xml"/><Relationship Id="rId12" Type="http://schemas.openxmlformats.org/officeDocument/2006/relationships/tags" Target="../tags/tag3537.xml"/><Relationship Id="rId17" Type="http://schemas.openxmlformats.org/officeDocument/2006/relationships/tags" Target="../tags/tag3542.xml"/><Relationship Id="rId25" Type="http://schemas.openxmlformats.org/officeDocument/2006/relationships/image" Target="../media/image25.png"/><Relationship Id="rId2" Type="http://schemas.openxmlformats.org/officeDocument/2006/relationships/tags" Target="../tags/tag3527.xml"/><Relationship Id="rId16" Type="http://schemas.openxmlformats.org/officeDocument/2006/relationships/tags" Target="../tags/tag3541.xml"/><Relationship Id="rId20" Type="http://schemas.openxmlformats.org/officeDocument/2006/relationships/tags" Target="../tags/tag3545.xml"/><Relationship Id="rId1" Type="http://schemas.openxmlformats.org/officeDocument/2006/relationships/tags" Target="../tags/tag3526.xml"/><Relationship Id="rId6" Type="http://schemas.openxmlformats.org/officeDocument/2006/relationships/tags" Target="../tags/tag3531.xml"/><Relationship Id="rId11" Type="http://schemas.openxmlformats.org/officeDocument/2006/relationships/tags" Target="../tags/tag3536.xml"/><Relationship Id="rId24" Type="http://schemas.microsoft.com/office/2018/10/relationships/comments" Target="../comments/modernComment_207_81D1E206.xml"/><Relationship Id="rId5" Type="http://schemas.openxmlformats.org/officeDocument/2006/relationships/tags" Target="../tags/tag3530.xml"/><Relationship Id="rId15" Type="http://schemas.openxmlformats.org/officeDocument/2006/relationships/tags" Target="../tags/tag3540.xml"/><Relationship Id="rId23" Type="http://schemas.openxmlformats.org/officeDocument/2006/relationships/notesSlide" Target="../notesSlides/notesSlide172.xml"/><Relationship Id="rId10" Type="http://schemas.openxmlformats.org/officeDocument/2006/relationships/tags" Target="../tags/tag3535.xml"/><Relationship Id="rId19" Type="http://schemas.openxmlformats.org/officeDocument/2006/relationships/tags" Target="../tags/tag3544.xml"/><Relationship Id="rId4" Type="http://schemas.openxmlformats.org/officeDocument/2006/relationships/tags" Target="../tags/tag3529.xml"/><Relationship Id="rId9" Type="http://schemas.openxmlformats.org/officeDocument/2006/relationships/tags" Target="../tags/tag3534.xml"/><Relationship Id="rId14" Type="http://schemas.openxmlformats.org/officeDocument/2006/relationships/tags" Target="../tags/tag3539.xml"/><Relationship Id="rId22" Type="http://schemas.openxmlformats.org/officeDocument/2006/relationships/slideLayout" Target="../slideLayouts/slideLayout1.xml"/></Relationships>
</file>

<file path=ppt/slides/_rels/slide217.xml.rels><?xml version="1.0" encoding="UTF-8" standalone="yes"?>
<Relationships xmlns="http://schemas.openxmlformats.org/package/2006/relationships"><Relationship Id="rId8" Type="http://schemas.openxmlformats.org/officeDocument/2006/relationships/tags" Target="../tags/tag3554.xml"/><Relationship Id="rId13" Type="http://schemas.microsoft.com/office/2018/10/relationships/comments" Target="../comments/modernComment_208_554F3717.xml"/><Relationship Id="rId3" Type="http://schemas.openxmlformats.org/officeDocument/2006/relationships/tags" Target="../tags/tag3549.xml"/><Relationship Id="rId7" Type="http://schemas.openxmlformats.org/officeDocument/2006/relationships/tags" Target="../tags/tag3553.xml"/><Relationship Id="rId12" Type="http://schemas.openxmlformats.org/officeDocument/2006/relationships/notesSlide" Target="../notesSlides/notesSlide173.xml"/><Relationship Id="rId2" Type="http://schemas.openxmlformats.org/officeDocument/2006/relationships/tags" Target="../tags/tag3548.xml"/><Relationship Id="rId1" Type="http://schemas.openxmlformats.org/officeDocument/2006/relationships/tags" Target="../tags/tag3547.xml"/><Relationship Id="rId6" Type="http://schemas.openxmlformats.org/officeDocument/2006/relationships/tags" Target="../tags/tag3552.xml"/><Relationship Id="rId11" Type="http://schemas.openxmlformats.org/officeDocument/2006/relationships/slideLayout" Target="../slideLayouts/slideLayout1.xml"/><Relationship Id="rId5" Type="http://schemas.openxmlformats.org/officeDocument/2006/relationships/tags" Target="../tags/tag3551.xml"/><Relationship Id="rId15" Type="http://schemas.openxmlformats.org/officeDocument/2006/relationships/image" Target="../media/image22.png"/><Relationship Id="rId10" Type="http://schemas.openxmlformats.org/officeDocument/2006/relationships/tags" Target="../tags/tag3556.xml"/><Relationship Id="rId4" Type="http://schemas.openxmlformats.org/officeDocument/2006/relationships/tags" Target="../tags/tag3550.xml"/><Relationship Id="rId9" Type="http://schemas.openxmlformats.org/officeDocument/2006/relationships/tags" Target="../tags/tag3555.xml"/><Relationship Id="rId14" Type="http://schemas.openxmlformats.org/officeDocument/2006/relationships/image" Target="../media/image23.png"/></Relationships>
</file>

<file path=ppt/slides/_rels/slide218.xml.rels><?xml version="1.0" encoding="UTF-8" standalone="yes"?>
<Relationships xmlns="http://schemas.openxmlformats.org/package/2006/relationships"><Relationship Id="rId8" Type="http://schemas.openxmlformats.org/officeDocument/2006/relationships/tags" Target="../tags/tag3564.xml"/><Relationship Id="rId13" Type="http://schemas.openxmlformats.org/officeDocument/2006/relationships/notesSlide" Target="../notesSlides/notesSlide174.xml"/><Relationship Id="rId3" Type="http://schemas.openxmlformats.org/officeDocument/2006/relationships/tags" Target="../tags/tag3559.xml"/><Relationship Id="rId7" Type="http://schemas.openxmlformats.org/officeDocument/2006/relationships/tags" Target="../tags/tag3563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558.xml"/><Relationship Id="rId16" Type="http://schemas.openxmlformats.org/officeDocument/2006/relationships/image" Target="../media/image22.png"/><Relationship Id="rId1" Type="http://schemas.openxmlformats.org/officeDocument/2006/relationships/tags" Target="../tags/tag3557.xml"/><Relationship Id="rId6" Type="http://schemas.openxmlformats.org/officeDocument/2006/relationships/tags" Target="../tags/tag3562.xml"/><Relationship Id="rId11" Type="http://schemas.openxmlformats.org/officeDocument/2006/relationships/tags" Target="../tags/tag3567.xml"/><Relationship Id="rId5" Type="http://schemas.openxmlformats.org/officeDocument/2006/relationships/tags" Target="../tags/tag3561.xml"/><Relationship Id="rId15" Type="http://schemas.openxmlformats.org/officeDocument/2006/relationships/image" Target="../media/image23.png"/><Relationship Id="rId10" Type="http://schemas.openxmlformats.org/officeDocument/2006/relationships/tags" Target="../tags/tag3566.xml"/><Relationship Id="rId4" Type="http://schemas.openxmlformats.org/officeDocument/2006/relationships/tags" Target="../tags/tag3560.xml"/><Relationship Id="rId9" Type="http://schemas.openxmlformats.org/officeDocument/2006/relationships/tags" Target="../tags/tag3565.xml"/><Relationship Id="rId14" Type="http://schemas.microsoft.com/office/2018/10/relationships/comments" Target="../comments/modernComment_209_DB168C2C.xml"/></Relationships>
</file>

<file path=ppt/slides/_rels/slide219.xml.rels><?xml version="1.0" encoding="UTF-8" standalone="yes"?>
<Relationships xmlns="http://schemas.openxmlformats.org/package/2006/relationships"><Relationship Id="rId8" Type="http://schemas.openxmlformats.org/officeDocument/2006/relationships/tags" Target="../tags/tag3575.xml"/><Relationship Id="rId13" Type="http://schemas.openxmlformats.org/officeDocument/2006/relationships/notesSlide" Target="../notesSlides/notesSlide175.xml"/><Relationship Id="rId3" Type="http://schemas.openxmlformats.org/officeDocument/2006/relationships/tags" Target="../tags/tag3570.xml"/><Relationship Id="rId7" Type="http://schemas.openxmlformats.org/officeDocument/2006/relationships/tags" Target="../tags/tag3574.xml"/><Relationship Id="rId12" Type="http://schemas.openxmlformats.org/officeDocument/2006/relationships/slideLayout" Target="../slideLayouts/slideLayout1.xml"/><Relationship Id="rId2" Type="http://schemas.openxmlformats.org/officeDocument/2006/relationships/tags" Target="../tags/tag3569.xml"/><Relationship Id="rId16" Type="http://schemas.openxmlformats.org/officeDocument/2006/relationships/image" Target="../media/image22.png"/><Relationship Id="rId1" Type="http://schemas.openxmlformats.org/officeDocument/2006/relationships/tags" Target="../tags/tag3568.xml"/><Relationship Id="rId6" Type="http://schemas.openxmlformats.org/officeDocument/2006/relationships/tags" Target="../tags/tag3573.xml"/><Relationship Id="rId11" Type="http://schemas.openxmlformats.org/officeDocument/2006/relationships/tags" Target="../tags/tag3578.xml"/><Relationship Id="rId5" Type="http://schemas.openxmlformats.org/officeDocument/2006/relationships/tags" Target="../tags/tag3572.xml"/><Relationship Id="rId15" Type="http://schemas.openxmlformats.org/officeDocument/2006/relationships/image" Target="../media/image23.png"/><Relationship Id="rId10" Type="http://schemas.openxmlformats.org/officeDocument/2006/relationships/tags" Target="../tags/tag3577.xml"/><Relationship Id="rId4" Type="http://schemas.openxmlformats.org/officeDocument/2006/relationships/tags" Target="../tags/tag3571.xml"/><Relationship Id="rId9" Type="http://schemas.openxmlformats.org/officeDocument/2006/relationships/tags" Target="../tags/tag3576.xml"/><Relationship Id="rId14" Type="http://schemas.microsoft.com/office/2018/10/relationships/comments" Target="../comments/modernComment_20A_1570D0EE.xml"/></Relationships>
</file>

<file path=ppt/slides/_rels/slide220.xml.rels><?xml version="1.0" encoding="UTF-8" standalone="yes"?>
<Relationships xmlns="http://schemas.openxmlformats.org/package/2006/relationships"><Relationship Id="rId8" Type="http://schemas.openxmlformats.org/officeDocument/2006/relationships/tags" Target="../tags/tag3586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581.xml"/><Relationship Id="rId7" Type="http://schemas.openxmlformats.org/officeDocument/2006/relationships/tags" Target="../tags/tag3585.xml"/><Relationship Id="rId12" Type="http://schemas.openxmlformats.org/officeDocument/2006/relationships/tags" Target="../tags/tag3590.xml"/><Relationship Id="rId17" Type="http://schemas.openxmlformats.org/officeDocument/2006/relationships/image" Target="../media/image22.png"/><Relationship Id="rId2" Type="http://schemas.openxmlformats.org/officeDocument/2006/relationships/tags" Target="../tags/tag3580.xml"/><Relationship Id="rId16" Type="http://schemas.openxmlformats.org/officeDocument/2006/relationships/image" Target="../media/image23.png"/><Relationship Id="rId1" Type="http://schemas.openxmlformats.org/officeDocument/2006/relationships/tags" Target="../tags/tag3579.xml"/><Relationship Id="rId6" Type="http://schemas.openxmlformats.org/officeDocument/2006/relationships/tags" Target="../tags/tag3584.xml"/><Relationship Id="rId11" Type="http://schemas.openxmlformats.org/officeDocument/2006/relationships/tags" Target="../tags/tag3589.xml"/><Relationship Id="rId5" Type="http://schemas.openxmlformats.org/officeDocument/2006/relationships/tags" Target="../tags/tag3583.xml"/><Relationship Id="rId15" Type="http://schemas.microsoft.com/office/2018/10/relationships/comments" Target="../comments/modernComment_20B_2F31B167.xml"/><Relationship Id="rId10" Type="http://schemas.openxmlformats.org/officeDocument/2006/relationships/tags" Target="../tags/tag3588.xml"/><Relationship Id="rId4" Type="http://schemas.openxmlformats.org/officeDocument/2006/relationships/tags" Target="../tags/tag3582.xml"/><Relationship Id="rId9" Type="http://schemas.openxmlformats.org/officeDocument/2006/relationships/tags" Target="../tags/tag3587.xml"/><Relationship Id="rId14" Type="http://schemas.openxmlformats.org/officeDocument/2006/relationships/notesSlide" Target="../notesSlides/notesSlide176.xml"/></Relationships>
</file>

<file path=ppt/slides/_rels/slide221.xml.rels><?xml version="1.0" encoding="UTF-8" standalone="yes"?>
<Relationships xmlns="http://schemas.openxmlformats.org/package/2006/relationships"><Relationship Id="rId8" Type="http://schemas.openxmlformats.org/officeDocument/2006/relationships/tags" Target="../tags/tag3598.xml"/><Relationship Id="rId13" Type="http://schemas.openxmlformats.org/officeDocument/2006/relationships/slideLayout" Target="../slideLayouts/slideLayout1.xml"/><Relationship Id="rId3" Type="http://schemas.openxmlformats.org/officeDocument/2006/relationships/tags" Target="../tags/tag3593.xml"/><Relationship Id="rId7" Type="http://schemas.openxmlformats.org/officeDocument/2006/relationships/tags" Target="../tags/tag3597.xml"/><Relationship Id="rId12" Type="http://schemas.openxmlformats.org/officeDocument/2006/relationships/tags" Target="../tags/tag3602.xml"/><Relationship Id="rId17" Type="http://schemas.openxmlformats.org/officeDocument/2006/relationships/image" Target="../media/image22.png"/><Relationship Id="rId2" Type="http://schemas.openxmlformats.org/officeDocument/2006/relationships/tags" Target="../tags/tag3592.xml"/><Relationship Id="rId16" Type="http://schemas.openxmlformats.org/officeDocument/2006/relationships/image" Target="../media/image23.png"/><Relationship Id="rId1" Type="http://schemas.openxmlformats.org/officeDocument/2006/relationships/tags" Target="../tags/tag3591.xml"/><Relationship Id="rId6" Type="http://schemas.openxmlformats.org/officeDocument/2006/relationships/tags" Target="../tags/tag3596.xml"/><Relationship Id="rId11" Type="http://schemas.openxmlformats.org/officeDocument/2006/relationships/tags" Target="../tags/tag3601.xml"/><Relationship Id="rId5" Type="http://schemas.openxmlformats.org/officeDocument/2006/relationships/tags" Target="../tags/tag3595.xml"/><Relationship Id="rId15" Type="http://schemas.microsoft.com/office/2018/10/relationships/comments" Target="../comments/modernComment_20C_2FC091D6.xml"/><Relationship Id="rId10" Type="http://schemas.openxmlformats.org/officeDocument/2006/relationships/tags" Target="../tags/tag3600.xml"/><Relationship Id="rId4" Type="http://schemas.openxmlformats.org/officeDocument/2006/relationships/tags" Target="../tags/tag3594.xml"/><Relationship Id="rId9" Type="http://schemas.openxmlformats.org/officeDocument/2006/relationships/tags" Target="../tags/tag3599.xml"/><Relationship Id="rId14" Type="http://schemas.openxmlformats.org/officeDocument/2006/relationships/notesSlide" Target="../notesSlides/notesSlide177.xml"/></Relationships>
</file>

<file path=ppt/slides/_rels/slide222.xml.rels><?xml version="1.0" encoding="UTF-8" standalone="yes"?>
<Relationships xmlns="http://schemas.openxmlformats.org/package/2006/relationships"><Relationship Id="rId8" Type="http://schemas.openxmlformats.org/officeDocument/2006/relationships/tags" Target="../tags/tag3610.xml"/><Relationship Id="rId13" Type="http://schemas.openxmlformats.org/officeDocument/2006/relationships/tags" Target="../tags/tag3615.xml"/><Relationship Id="rId18" Type="http://schemas.openxmlformats.org/officeDocument/2006/relationships/image" Target="../media/image22.png"/><Relationship Id="rId3" Type="http://schemas.openxmlformats.org/officeDocument/2006/relationships/tags" Target="../tags/tag3605.xml"/><Relationship Id="rId7" Type="http://schemas.openxmlformats.org/officeDocument/2006/relationships/tags" Target="../tags/tag3609.xml"/><Relationship Id="rId12" Type="http://schemas.openxmlformats.org/officeDocument/2006/relationships/tags" Target="../tags/tag3614.xml"/><Relationship Id="rId17" Type="http://schemas.openxmlformats.org/officeDocument/2006/relationships/image" Target="../media/image23.png"/><Relationship Id="rId2" Type="http://schemas.openxmlformats.org/officeDocument/2006/relationships/tags" Target="../tags/tag3604.xml"/><Relationship Id="rId16" Type="http://schemas.microsoft.com/office/2018/10/relationships/comments" Target="../comments/modernComment_20D_27322D9F.xml"/><Relationship Id="rId1" Type="http://schemas.openxmlformats.org/officeDocument/2006/relationships/tags" Target="../tags/tag3603.xml"/><Relationship Id="rId6" Type="http://schemas.openxmlformats.org/officeDocument/2006/relationships/tags" Target="../tags/tag3608.xml"/><Relationship Id="rId11" Type="http://schemas.openxmlformats.org/officeDocument/2006/relationships/tags" Target="../tags/tag3613.xml"/><Relationship Id="rId5" Type="http://schemas.openxmlformats.org/officeDocument/2006/relationships/tags" Target="../tags/tag3607.xml"/><Relationship Id="rId15" Type="http://schemas.openxmlformats.org/officeDocument/2006/relationships/notesSlide" Target="../notesSlides/notesSlide178.xml"/><Relationship Id="rId10" Type="http://schemas.openxmlformats.org/officeDocument/2006/relationships/tags" Target="../tags/tag3612.xml"/><Relationship Id="rId4" Type="http://schemas.openxmlformats.org/officeDocument/2006/relationships/tags" Target="../tags/tag3606.xml"/><Relationship Id="rId9" Type="http://schemas.openxmlformats.org/officeDocument/2006/relationships/tags" Target="../tags/tag3611.xml"/><Relationship Id="rId14" Type="http://schemas.openxmlformats.org/officeDocument/2006/relationships/slideLayout" Target="../slideLayouts/slideLayout1.xml"/></Relationships>
</file>

<file path=ppt/slides/_rels/slide223.xml.rels><?xml version="1.0" encoding="UTF-8" standalone="yes"?>
<Relationships xmlns="http://schemas.openxmlformats.org/package/2006/relationships"><Relationship Id="rId8" Type="http://schemas.openxmlformats.org/officeDocument/2006/relationships/tags" Target="../tags/tag3623.xml"/><Relationship Id="rId13" Type="http://schemas.openxmlformats.org/officeDocument/2006/relationships/tags" Target="../tags/tag3628.xml"/><Relationship Id="rId18" Type="http://schemas.openxmlformats.org/officeDocument/2006/relationships/image" Target="../media/image23.png"/><Relationship Id="rId3" Type="http://schemas.openxmlformats.org/officeDocument/2006/relationships/tags" Target="../tags/tag3618.xml"/><Relationship Id="rId7" Type="http://schemas.openxmlformats.org/officeDocument/2006/relationships/tags" Target="../tags/tag3622.xml"/><Relationship Id="rId12" Type="http://schemas.openxmlformats.org/officeDocument/2006/relationships/tags" Target="../tags/tag3627.xml"/><Relationship Id="rId17" Type="http://schemas.microsoft.com/office/2018/10/relationships/comments" Target="../comments/modernComment_20E_A7D58166.xml"/><Relationship Id="rId2" Type="http://schemas.openxmlformats.org/officeDocument/2006/relationships/tags" Target="../tags/tag3617.xml"/><Relationship Id="rId16" Type="http://schemas.openxmlformats.org/officeDocument/2006/relationships/notesSlide" Target="../notesSlides/notesSlide179.xml"/><Relationship Id="rId1" Type="http://schemas.openxmlformats.org/officeDocument/2006/relationships/tags" Target="../tags/tag3616.xml"/><Relationship Id="rId6" Type="http://schemas.openxmlformats.org/officeDocument/2006/relationships/tags" Target="../tags/tag3621.xml"/><Relationship Id="rId11" Type="http://schemas.openxmlformats.org/officeDocument/2006/relationships/tags" Target="../tags/tag3626.xml"/><Relationship Id="rId5" Type="http://schemas.openxmlformats.org/officeDocument/2006/relationships/tags" Target="../tags/tag3620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3625.xml"/><Relationship Id="rId19" Type="http://schemas.openxmlformats.org/officeDocument/2006/relationships/image" Target="../media/image22.png"/><Relationship Id="rId4" Type="http://schemas.openxmlformats.org/officeDocument/2006/relationships/tags" Target="../tags/tag3619.xml"/><Relationship Id="rId9" Type="http://schemas.openxmlformats.org/officeDocument/2006/relationships/tags" Target="../tags/tag3624.xml"/><Relationship Id="rId14" Type="http://schemas.openxmlformats.org/officeDocument/2006/relationships/tags" Target="../tags/tag3629.xml"/></Relationships>
</file>

<file path=ppt/slides/_rels/slide224.xml.rels><?xml version="1.0" encoding="UTF-8" standalone="yes"?>
<Relationships xmlns="http://schemas.openxmlformats.org/package/2006/relationships"><Relationship Id="rId8" Type="http://schemas.openxmlformats.org/officeDocument/2006/relationships/tags" Target="../tags/tag3637.xml"/><Relationship Id="rId13" Type="http://schemas.openxmlformats.org/officeDocument/2006/relationships/tags" Target="../tags/tag3642.xml"/><Relationship Id="rId18" Type="http://schemas.openxmlformats.org/officeDocument/2006/relationships/image" Target="../media/image23.png"/><Relationship Id="rId3" Type="http://schemas.openxmlformats.org/officeDocument/2006/relationships/tags" Target="../tags/tag3632.xml"/><Relationship Id="rId7" Type="http://schemas.openxmlformats.org/officeDocument/2006/relationships/tags" Target="../tags/tag3636.xml"/><Relationship Id="rId12" Type="http://schemas.openxmlformats.org/officeDocument/2006/relationships/tags" Target="../tags/tag3641.xml"/><Relationship Id="rId17" Type="http://schemas.microsoft.com/office/2018/10/relationships/comments" Target="../comments/modernComment_20F_5D54BE37.xml"/><Relationship Id="rId2" Type="http://schemas.openxmlformats.org/officeDocument/2006/relationships/tags" Target="../tags/tag3631.xml"/><Relationship Id="rId16" Type="http://schemas.openxmlformats.org/officeDocument/2006/relationships/notesSlide" Target="../notesSlides/notesSlide180.xml"/><Relationship Id="rId1" Type="http://schemas.openxmlformats.org/officeDocument/2006/relationships/tags" Target="../tags/tag3630.xml"/><Relationship Id="rId6" Type="http://schemas.openxmlformats.org/officeDocument/2006/relationships/tags" Target="../tags/tag3635.xml"/><Relationship Id="rId11" Type="http://schemas.openxmlformats.org/officeDocument/2006/relationships/tags" Target="../tags/tag3640.xml"/><Relationship Id="rId5" Type="http://schemas.openxmlformats.org/officeDocument/2006/relationships/tags" Target="../tags/tag363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3639.xml"/><Relationship Id="rId19" Type="http://schemas.openxmlformats.org/officeDocument/2006/relationships/image" Target="../media/image22.png"/><Relationship Id="rId4" Type="http://schemas.openxmlformats.org/officeDocument/2006/relationships/tags" Target="../tags/tag3633.xml"/><Relationship Id="rId9" Type="http://schemas.openxmlformats.org/officeDocument/2006/relationships/tags" Target="../tags/tag3638.xml"/><Relationship Id="rId14" Type="http://schemas.openxmlformats.org/officeDocument/2006/relationships/tags" Target="../tags/tag3643.xml"/></Relationships>
</file>

<file path=ppt/slides/_rels/slide225.xml.rels><?xml version="1.0" encoding="UTF-8" standalone="yes"?>
<Relationships xmlns="http://schemas.openxmlformats.org/package/2006/relationships"><Relationship Id="rId8" Type="http://schemas.openxmlformats.org/officeDocument/2006/relationships/tags" Target="../tags/tag3651.xml"/><Relationship Id="rId13" Type="http://schemas.openxmlformats.org/officeDocument/2006/relationships/tags" Target="../tags/tag3656.xml"/><Relationship Id="rId18" Type="http://schemas.microsoft.com/office/2018/10/relationships/comments" Target="../comments/modernComment_210_669AE303.xml"/><Relationship Id="rId3" Type="http://schemas.openxmlformats.org/officeDocument/2006/relationships/tags" Target="../tags/tag3646.xml"/><Relationship Id="rId7" Type="http://schemas.openxmlformats.org/officeDocument/2006/relationships/tags" Target="../tags/tag3650.xml"/><Relationship Id="rId12" Type="http://schemas.openxmlformats.org/officeDocument/2006/relationships/tags" Target="../tags/tag3655.xml"/><Relationship Id="rId17" Type="http://schemas.openxmlformats.org/officeDocument/2006/relationships/notesSlide" Target="../notesSlides/notesSlide181.xml"/><Relationship Id="rId2" Type="http://schemas.openxmlformats.org/officeDocument/2006/relationships/tags" Target="../tags/tag3645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22.png"/><Relationship Id="rId1" Type="http://schemas.openxmlformats.org/officeDocument/2006/relationships/tags" Target="../tags/tag3644.xml"/><Relationship Id="rId6" Type="http://schemas.openxmlformats.org/officeDocument/2006/relationships/tags" Target="../tags/tag3649.xml"/><Relationship Id="rId11" Type="http://schemas.openxmlformats.org/officeDocument/2006/relationships/tags" Target="../tags/tag3654.xml"/><Relationship Id="rId5" Type="http://schemas.openxmlformats.org/officeDocument/2006/relationships/tags" Target="../tags/tag3648.xml"/><Relationship Id="rId15" Type="http://schemas.openxmlformats.org/officeDocument/2006/relationships/tags" Target="../tags/tag3658.xml"/><Relationship Id="rId10" Type="http://schemas.openxmlformats.org/officeDocument/2006/relationships/tags" Target="../tags/tag3653.xml"/><Relationship Id="rId19" Type="http://schemas.openxmlformats.org/officeDocument/2006/relationships/image" Target="../media/image23.png"/><Relationship Id="rId4" Type="http://schemas.openxmlformats.org/officeDocument/2006/relationships/tags" Target="../tags/tag3647.xml"/><Relationship Id="rId9" Type="http://schemas.openxmlformats.org/officeDocument/2006/relationships/tags" Target="../tags/tag3652.xml"/><Relationship Id="rId14" Type="http://schemas.openxmlformats.org/officeDocument/2006/relationships/tags" Target="../tags/tag3657.xml"/></Relationships>
</file>

<file path=ppt/slides/_rels/slide226.xml.rels><?xml version="1.0" encoding="UTF-8" standalone="yes"?>
<Relationships xmlns="http://schemas.openxmlformats.org/package/2006/relationships"><Relationship Id="rId8" Type="http://schemas.openxmlformats.org/officeDocument/2006/relationships/tags" Target="../tags/tag3666.xml"/><Relationship Id="rId13" Type="http://schemas.openxmlformats.org/officeDocument/2006/relationships/tags" Target="../tags/tag3671.xml"/><Relationship Id="rId18" Type="http://schemas.microsoft.com/office/2018/10/relationships/comments" Target="../comments/modernComment_211_E96E5C3A.xml"/><Relationship Id="rId3" Type="http://schemas.openxmlformats.org/officeDocument/2006/relationships/tags" Target="../tags/tag3661.xml"/><Relationship Id="rId7" Type="http://schemas.openxmlformats.org/officeDocument/2006/relationships/tags" Target="../tags/tag3665.xml"/><Relationship Id="rId12" Type="http://schemas.openxmlformats.org/officeDocument/2006/relationships/tags" Target="../tags/tag3670.xml"/><Relationship Id="rId17" Type="http://schemas.openxmlformats.org/officeDocument/2006/relationships/notesSlide" Target="../notesSlides/notesSlide182.xml"/><Relationship Id="rId2" Type="http://schemas.openxmlformats.org/officeDocument/2006/relationships/tags" Target="../tags/tag3660.xml"/><Relationship Id="rId16" Type="http://schemas.openxmlformats.org/officeDocument/2006/relationships/slideLayout" Target="../slideLayouts/slideLayout1.xml"/><Relationship Id="rId20" Type="http://schemas.openxmlformats.org/officeDocument/2006/relationships/image" Target="../media/image22.png"/><Relationship Id="rId1" Type="http://schemas.openxmlformats.org/officeDocument/2006/relationships/tags" Target="../tags/tag3659.xml"/><Relationship Id="rId6" Type="http://schemas.openxmlformats.org/officeDocument/2006/relationships/tags" Target="../tags/tag3664.xml"/><Relationship Id="rId11" Type="http://schemas.openxmlformats.org/officeDocument/2006/relationships/tags" Target="../tags/tag3669.xml"/><Relationship Id="rId5" Type="http://schemas.openxmlformats.org/officeDocument/2006/relationships/tags" Target="../tags/tag3663.xml"/><Relationship Id="rId15" Type="http://schemas.openxmlformats.org/officeDocument/2006/relationships/tags" Target="../tags/tag3673.xml"/><Relationship Id="rId10" Type="http://schemas.openxmlformats.org/officeDocument/2006/relationships/tags" Target="../tags/tag3668.xml"/><Relationship Id="rId19" Type="http://schemas.openxmlformats.org/officeDocument/2006/relationships/image" Target="../media/image23.png"/><Relationship Id="rId4" Type="http://schemas.openxmlformats.org/officeDocument/2006/relationships/tags" Target="../tags/tag3662.xml"/><Relationship Id="rId9" Type="http://schemas.openxmlformats.org/officeDocument/2006/relationships/tags" Target="../tags/tag3667.xml"/><Relationship Id="rId14" Type="http://schemas.openxmlformats.org/officeDocument/2006/relationships/tags" Target="../tags/tag3672.xml"/></Relationships>
</file>

<file path=ppt/slides/_rels/slide227.xml.rels><?xml version="1.0" encoding="UTF-8" standalone="yes"?>
<Relationships xmlns="http://schemas.openxmlformats.org/package/2006/relationships"><Relationship Id="rId8" Type="http://schemas.openxmlformats.org/officeDocument/2006/relationships/tags" Target="../tags/tag3681.xml"/><Relationship Id="rId13" Type="http://schemas.openxmlformats.org/officeDocument/2006/relationships/tags" Target="../tags/tag3686.xml"/><Relationship Id="rId18" Type="http://schemas.openxmlformats.org/officeDocument/2006/relationships/notesSlide" Target="../notesSlides/notesSlide183.xml"/><Relationship Id="rId3" Type="http://schemas.openxmlformats.org/officeDocument/2006/relationships/tags" Target="../tags/tag3676.xml"/><Relationship Id="rId21" Type="http://schemas.openxmlformats.org/officeDocument/2006/relationships/image" Target="../media/image22.png"/><Relationship Id="rId7" Type="http://schemas.openxmlformats.org/officeDocument/2006/relationships/tags" Target="../tags/tag3680.xml"/><Relationship Id="rId12" Type="http://schemas.openxmlformats.org/officeDocument/2006/relationships/tags" Target="../tags/tag3685.xml"/><Relationship Id="rId17" Type="http://schemas.openxmlformats.org/officeDocument/2006/relationships/slideLayout" Target="../slideLayouts/slideLayout1.xml"/><Relationship Id="rId2" Type="http://schemas.openxmlformats.org/officeDocument/2006/relationships/tags" Target="../tags/tag3675.xml"/><Relationship Id="rId16" Type="http://schemas.openxmlformats.org/officeDocument/2006/relationships/tags" Target="../tags/tag3689.xml"/><Relationship Id="rId20" Type="http://schemas.openxmlformats.org/officeDocument/2006/relationships/image" Target="../media/image23.png"/><Relationship Id="rId1" Type="http://schemas.openxmlformats.org/officeDocument/2006/relationships/tags" Target="../tags/tag3674.xml"/><Relationship Id="rId6" Type="http://schemas.openxmlformats.org/officeDocument/2006/relationships/tags" Target="../tags/tag3679.xml"/><Relationship Id="rId11" Type="http://schemas.openxmlformats.org/officeDocument/2006/relationships/tags" Target="../tags/tag3684.xml"/><Relationship Id="rId5" Type="http://schemas.openxmlformats.org/officeDocument/2006/relationships/tags" Target="../tags/tag3678.xml"/><Relationship Id="rId15" Type="http://schemas.openxmlformats.org/officeDocument/2006/relationships/tags" Target="../tags/tag3688.xml"/><Relationship Id="rId10" Type="http://schemas.openxmlformats.org/officeDocument/2006/relationships/tags" Target="../tags/tag3683.xml"/><Relationship Id="rId19" Type="http://schemas.microsoft.com/office/2018/10/relationships/comments" Target="../comments/modernComment_212_ADA520D3.xml"/><Relationship Id="rId4" Type="http://schemas.openxmlformats.org/officeDocument/2006/relationships/tags" Target="../tags/tag3677.xml"/><Relationship Id="rId9" Type="http://schemas.openxmlformats.org/officeDocument/2006/relationships/tags" Target="../tags/tag3682.xml"/><Relationship Id="rId14" Type="http://schemas.openxmlformats.org/officeDocument/2006/relationships/tags" Target="../tags/tag3687.xml"/></Relationships>
</file>

<file path=ppt/slides/_rels/slide228.xml.rels><?xml version="1.0" encoding="UTF-8" standalone="yes"?>
<Relationships xmlns="http://schemas.openxmlformats.org/package/2006/relationships"><Relationship Id="rId8" Type="http://schemas.openxmlformats.org/officeDocument/2006/relationships/tags" Target="../tags/tag3697.xml"/><Relationship Id="rId13" Type="http://schemas.openxmlformats.org/officeDocument/2006/relationships/tags" Target="../tags/tag3702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692.xml"/><Relationship Id="rId21" Type="http://schemas.openxmlformats.org/officeDocument/2006/relationships/image" Target="../media/image23.png"/><Relationship Id="rId7" Type="http://schemas.openxmlformats.org/officeDocument/2006/relationships/tags" Target="../tags/tag3696.xml"/><Relationship Id="rId12" Type="http://schemas.openxmlformats.org/officeDocument/2006/relationships/tags" Target="../tags/tag3701.xml"/><Relationship Id="rId17" Type="http://schemas.openxmlformats.org/officeDocument/2006/relationships/tags" Target="../tags/tag3706.xml"/><Relationship Id="rId2" Type="http://schemas.openxmlformats.org/officeDocument/2006/relationships/tags" Target="../tags/tag3691.xml"/><Relationship Id="rId16" Type="http://schemas.openxmlformats.org/officeDocument/2006/relationships/tags" Target="../tags/tag3705.xml"/><Relationship Id="rId20" Type="http://schemas.microsoft.com/office/2018/10/relationships/comments" Target="../comments/modernComment_213_8543605.xml"/><Relationship Id="rId1" Type="http://schemas.openxmlformats.org/officeDocument/2006/relationships/tags" Target="../tags/tag3690.xml"/><Relationship Id="rId6" Type="http://schemas.openxmlformats.org/officeDocument/2006/relationships/tags" Target="../tags/tag3695.xml"/><Relationship Id="rId11" Type="http://schemas.openxmlformats.org/officeDocument/2006/relationships/tags" Target="../tags/tag3700.xml"/><Relationship Id="rId5" Type="http://schemas.openxmlformats.org/officeDocument/2006/relationships/tags" Target="../tags/tag3694.xml"/><Relationship Id="rId15" Type="http://schemas.openxmlformats.org/officeDocument/2006/relationships/tags" Target="../tags/tag3704.xml"/><Relationship Id="rId10" Type="http://schemas.openxmlformats.org/officeDocument/2006/relationships/tags" Target="../tags/tag3699.xml"/><Relationship Id="rId19" Type="http://schemas.openxmlformats.org/officeDocument/2006/relationships/notesSlide" Target="../notesSlides/notesSlide184.xml"/><Relationship Id="rId4" Type="http://schemas.openxmlformats.org/officeDocument/2006/relationships/tags" Target="../tags/tag3693.xml"/><Relationship Id="rId9" Type="http://schemas.openxmlformats.org/officeDocument/2006/relationships/tags" Target="../tags/tag3698.xml"/><Relationship Id="rId14" Type="http://schemas.openxmlformats.org/officeDocument/2006/relationships/tags" Target="../tags/tag3703.xml"/><Relationship Id="rId22" Type="http://schemas.openxmlformats.org/officeDocument/2006/relationships/image" Target="../media/image22.png"/></Relationships>
</file>

<file path=ppt/slides/_rels/slide229.xml.rels><?xml version="1.0" encoding="UTF-8" standalone="yes"?>
<Relationships xmlns="http://schemas.openxmlformats.org/package/2006/relationships"><Relationship Id="rId8" Type="http://schemas.openxmlformats.org/officeDocument/2006/relationships/tags" Target="../tags/tag3714.xml"/><Relationship Id="rId13" Type="http://schemas.openxmlformats.org/officeDocument/2006/relationships/tags" Target="../tags/tag3719.xml"/><Relationship Id="rId18" Type="http://schemas.openxmlformats.org/officeDocument/2006/relationships/slideLayout" Target="../slideLayouts/slideLayout1.xml"/><Relationship Id="rId3" Type="http://schemas.openxmlformats.org/officeDocument/2006/relationships/tags" Target="../tags/tag3709.xml"/><Relationship Id="rId21" Type="http://schemas.openxmlformats.org/officeDocument/2006/relationships/image" Target="../media/image23.png"/><Relationship Id="rId7" Type="http://schemas.openxmlformats.org/officeDocument/2006/relationships/tags" Target="../tags/tag3713.xml"/><Relationship Id="rId12" Type="http://schemas.openxmlformats.org/officeDocument/2006/relationships/tags" Target="../tags/tag3718.xml"/><Relationship Id="rId17" Type="http://schemas.openxmlformats.org/officeDocument/2006/relationships/tags" Target="../tags/tag3723.xml"/><Relationship Id="rId2" Type="http://schemas.openxmlformats.org/officeDocument/2006/relationships/tags" Target="../tags/tag3708.xml"/><Relationship Id="rId16" Type="http://schemas.openxmlformats.org/officeDocument/2006/relationships/tags" Target="../tags/tag3722.xml"/><Relationship Id="rId20" Type="http://schemas.microsoft.com/office/2018/10/relationships/comments" Target="../comments/modernComment_214_26C3A87A.xml"/><Relationship Id="rId1" Type="http://schemas.openxmlformats.org/officeDocument/2006/relationships/tags" Target="../tags/tag3707.xml"/><Relationship Id="rId6" Type="http://schemas.openxmlformats.org/officeDocument/2006/relationships/tags" Target="../tags/tag3712.xml"/><Relationship Id="rId11" Type="http://schemas.openxmlformats.org/officeDocument/2006/relationships/tags" Target="../tags/tag3717.xml"/><Relationship Id="rId5" Type="http://schemas.openxmlformats.org/officeDocument/2006/relationships/tags" Target="../tags/tag3711.xml"/><Relationship Id="rId15" Type="http://schemas.openxmlformats.org/officeDocument/2006/relationships/tags" Target="../tags/tag3721.xml"/><Relationship Id="rId10" Type="http://schemas.openxmlformats.org/officeDocument/2006/relationships/tags" Target="../tags/tag3716.xml"/><Relationship Id="rId19" Type="http://schemas.openxmlformats.org/officeDocument/2006/relationships/notesSlide" Target="../notesSlides/notesSlide185.xml"/><Relationship Id="rId4" Type="http://schemas.openxmlformats.org/officeDocument/2006/relationships/tags" Target="../tags/tag3710.xml"/><Relationship Id="rId9" Type="http://schemas.openxmlformats.org/officeDocument/2006/relationships/tags" Target="../tags/tag3715.xml"/><Relationship Id="rId14" Type="http://schemas.openxmlformats.org/officeDocument/2006/relationships/tags" Target="../tags/tag3720.xml"/><Relationship Id="rId22" Type="http://schemas.openxmlformats.org/officeDocument/2006/relationships/image" Target="../media/image22.png"/></Relationships>
</file>

<file path=ppt/slides/_rels/slide230.xml.rels><?xml version="1.0" encoding="UTF-8" standalone="yes"?>
<Relationships xmlns="http://schemas.openxmlformats.org/package/2006/relationships"><Relationship Id="rId8" Type="http://schemas.openxmlformats.org/officeDocument/2006/relationships/tags" Target="../tags/tag3731.xml"/><Relationship Id="rId13" Type="http://schemas.openxmlformats.org/officeDocument/2006/relationships/tags" Target="../tags/tag3736.xml"/><Relationship Id="rId18" Type="http://schemas.openxmlformats.org/officeDocument/2006/relationships/tags" Target="../tags/tag3741.xml"/><Relationship Id="rId3" Type="http://schemas.openxmlformats.org/officeDocument/2006/relationships/tags" Target="../tags/tag3726.xml"/><Relationship Id="rId21" Type="http://schemas.microsoft.com/office/2018/10/relationships/comments" Target="../comments/modernComment_215_58DEFEB8.xml"/><Relationship Id="rId7" Type="http://schemas.openxmlformats.org/officeDocument/2006/relationships/tags" Target="../tags/tag3730.xml"/><Relationship Id="rId12" Type="http://schemas.openxmlformats.org/officeDocument/2006/relationships/tags" Target="../tags/tag3735.xml"/><Relationship Id="rId17" Type="http://schemas.openxmlformats.org/officeDocument/2006/relationships/tags" Target="../tags/tag3740.xml"/><Relationship Id="rId2" Type="http://schemas.openxmlformats.org/officeDocument/2006/relationships/tags" Target="../tags/tag3725.xml"/><Relationship Id="rId16" Type="http://schemas.openxmlformats.org/officeDocument/2006/relationships/tags" Target="../tags/tag3739.xml"/><Relationship Id="rId20" Type="http://schemas.openxmlformats.org/officeDocument/2006/relationships/notesSlide" Target="../notesSlides/notesSlide186.xml"/><Relationship Id="rId1" Type="http://schemas.openxmlformats.org/officeDocument/2006/relationships/tags" Target="../tags/tag3724.xml"/><Relationship Id="rId6" Type="http://schemas.openxmlformats.org/officeDocument/2006/relationships/tags" Target="../tags/tag3729.xml"/><Relationship Id="rId11" Type="http://schemas.openxmlformats.org/officeDocument/2006/relationships/tags" Target="../tags/tag3734.xml"/><Relationship Id="rId5" Type="http://schemas.openxmlformats.org/officeDocument/2006/relationships/tags" Target="../tags/tag3728.xml"/><Relationship Id="rId15" Type="http://schemas.openxmlformats.org/officeDocument/2006/relationships/tags" Target="../tags/tag3738.xml"/><Relationship Id="rId23" Type="http://schemas.openxmlformats.org/officeDocument/2006/relationships/image" Target="../media/image22.png"/><Relationship Id="rId10" Type="http://schemas.openxmlformats.org/officeDocument/2006/relationships/tags" Target="../tags/tag3733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727.xml"/><Relationship Id="rId9" Type="http://schemas.openxmlformats.org/officeDocument/2006/relationships/tags" Target="../tags/tag3732.xml"/><Relationship Id="rId14" Type="http://schemas.openxmlformats.org/officeDocument/2006/relationships/tags" Target="../tags/tag3737.xml"/><Relationship Id="rId22" Type="http://schemas.openxmlformats.org/officeDocument/2006/relationships/image" Target="../media/image23.png"/></Relationships>
</file>

<file path=ppt/slides/_rels/slide231.xml.rels><?xml version="1.0" encoding="UTF-8" standalone="yes"?>
<Relationships xmlns="http://schemas.openxmlformats.org/package/2006/relationships"><Relationship Id="rId8" Type="http://schemas.openxmlformats.org/officeDocument/2006/relationships/tags" Target="../tags/tag3749.xml"/><Relationship Id="rId13" Type="http://schemas.openxmlformats.org/officeDocument/2006/relationships/tags" Target="../tags/tag3754.xml"/><Relationship Id="rId18" Type="http://schemas.openxmlformats.org/officeDocument/2006/relationships/tags" Target="../tags/tag3759.xml"/><Relationship Id="rId3" Type="http://schemas.openxmlformats.org/officeDocument/2006/relationships/tags" Target="../tags/tag3744.xml"/><Relationship Id="rId21" Type="http://schemas.microsoft.com/office/2018/10/relationships/comments" Target="../comments/modernComment_216_EEFE89B7.xml"/><Relationship Id="rId7" Type="http://schemas.openxmlformats.org/officeDocument/2006/relationships/tags" Target="../tags/tag3748.xml"/><Relationship Id="rId12" Type="http://schemas.openxmlformats.org/officeDocument/2006/relationships/tags" Target="../tags/tag3753.xml"/><Relationship Id="rId17" Type="http://schemas.openxmlformats.org/officeDocument/2006/relationships/tags" Target="../tags/tag3758.xml"/><Relationship Id="rId2" Type="http://schemas.openxmlformats.org/officeDocument/2006/relationships/tags" Target="../tags/tag3743.xml"/><Relationship Id="rId16" Type="http://schemas.openxmlformats.org/officeDocument/2006/relationships/tags" Target="../tags/tag3757.xml"/><Relationship Id="rId20" Type="http://schemas.openxmlformats.org/officeDocument/2006/relationships/notesSlide" Target="../notesSlides/notesSlide187.xml"/><Relationship Id="rId1" Type="http://schemas.openxmlformats.org/officeDocument/2006/relationships/tags" Target="../tags/tag3742.xml"/><Relationship Id="rId6" Type="http://schemas.openxmlformats.org/officeDocument/2006/relationships/tags" Target="../tags/tag3747.xml"/><Relationship Id="rId11" Type="http://schemas.openxmlformats.org/officeDocument/2006/relationships/tags" Target="../tags/tag3752.xml"/><Relationship Id="rId5" Type="http://schemas.openxmlformats.org/officeDocument/2006/relationships/tags" Target="../tags/tag3746.xml"/><Relationship Id="rId15" Type="http://schemas.openxmlformats.org/officeDocument/2006/relationships/tags" Target="../tags/tag3756.xml"/><Relationship Id="rId23" Type="http://schemas.openxmlformats.org/officeDocument/2006/relationships/image" Target="../media/image22.png"/><Relationship Id="rId10" Type="http://schemas.openxmlformats.org/officeDocument/2006/relationships/tags" Target="../tags/tag3751.xml"/><Relationship Id="rId19" Type="http://schemas.openxmlformats.org/officeDocument/2006/relationships/slideLayout" Target="../slideLayouts/slideLayout1.xml"/><Relationship Id="rId4" Type="http://schemas.openxmlformats.org/officeDocument/2006/relationships/tags" Target="../tags/tag3745.xml"/><Relationship Id="rId9" Type="http://schemas.openxmlformats.org/officeDocument/2006/relationships/tags" Target="../tags/tag3750.xml"/><Relationship Id="rId14" Type="http://schemas.openxmlformats.org/officeDocument/2006/relationships/tags" Target="../tags/tag3755.xml"/><Relationship Id="rId22" Type="http://schemas.openxmlformats.org/officeDocument/2006/relationships/image" Target="../media/image23.png"/></Relationships>
</file>

<file path=ppt/slides/_rels/slide232.xml.rels><?xml version="1.0" encoding="UTF-8" standalone="yes"?>
<Relationships xmlns="http://schemas.openxmlformats.org/package/2006/relationships"><Relationship Id="rId8" Type="http://schemas.openxmlformats.org/officeDocument/2006/relationships/tags" Target="../tags/tag3767.xml"/><Relationship Id="rId13" Type="http://schemas.openxmlformats.org/officeDocument/2006/relationships/tags" Target="../tags/tag3772.xml"/><Relationship Id="rId18" Type="http://schemas.openxmlformats.org/officeDocument/2006/relationships/tags" Target="../tags/tag3777.xml"/><Relationship Id="rId3" Type="http://schemas.openxmlformats.org/officeDocument/2006/relationships/tags" Target="../tags/tag3762.xml"/><Relationship Id="rId21" Type="http://schemas.openxmlformats.org/officeDocument/2006/relationships/notesSlide" Target="../notesSlides/notesSlide188.xml"/><Relationship Id="rId7" Type="http://schemas.openxmlformats.org/officeDocument/2006/relationships/tags" Target="../tags/tag3766.xml"/><Relationship Id="rId12" Type="http://schemas.openxmlformats.org/officeDocument/2006/relationships/tags" Target="../tags/tag3771.xml"/><Relationship Id="rId17" Type="http://schemas.openxmlformats.org/officeDocument/2006/relationships/tags" Target="../tags/tag3776.xml"/><Relationship Id="rId2" Type="http://schemas.openxmlformats.org/officeDocument/2006/relationships/tags" Target="../tags/tag3761.xml"/><Relationship Id="rId16" Type="http://schemas.openxmlformats.org/officeDocument/2006/relationships/tags" Target="../tags/tag3775.xml"/><Relationship Id="rId20" Type="http://schemas.openxmlformats.org/officeDocument/2006/relationships/slideLayout" Target="../slideLayouts/slideLayout1.xml"/><Relationship Id="rId1" Type="http://schemas.openxmlformats.org/officeDocument/2006/relationships/tags" Target="../tags/tag3760.xml"/><Relationship Id="rId6" Type="http://schemas.openxmlformats.org/officeDocument/2006/relationships/tags" Target="../tags/tag3765.xml"/><Relationship Id="rId11" Type="http://schemas.openxmlformats.org/officeDocument/2006/relationships/tags" Target="../tags/tag3770.xml"/><Relationship Id="rId24" Type="http://schemas.openxmlformats.org/officeDocument/2006/relationships/image" Target="../media/image22.png"/><Relationship Id="rId5" Type="http://schemas.openxmlformats.org/officeDocument/2006/relationships/tags" Target="../tags/tag3764.xml"/><Relationship Id="rId15" Type="http://schemas.openxmlformats.org/officeDocument/2006/relationships/tags" Target="../tags/tag3774.xml"/><Relationship Id="rId23" Type="http://schemas.openxmlformats.org/officeDocument/2006/relationships/image" Target="../media/image23.png"/><Relationship Id="rId10" Type="http://schemas.openxmlformats.org/officeDocument/2006/relationships/tags" Target="../tags/tag3769.xml"/><Relationship Id="rId19" Type="http://schemas.openxmlformats.org/officeDocument/2006/relationships/tags" Target="../tags/tag3778.xml"/><Relationship Id="rId4" Type="http://schemas.openxmlformats.org/officeDocument/2006/relationships/tags" Target="../tags/tag3763.xml"/><Relationship Id="rId9" Type="http://schemas.openxmlformats.org/officeDocument/2006/relationships/tags" Target="../tags/tag3768.xml"/><Relationship Id="rId14" Type="http://schemas.openxmlformats.org/officeDocument/2006/relationships/tags" Target="../tags/tag3773.xml"/><Relationship Id="rId22" Type="http://schemas.microsoft.com/office/2018/10/relationships/comments" Target="../comments/modernComment_217_EBFE03F9.xml"/></Relationships>
</file>

<file path=ppt/slides/_rels/slide233.xml.rels><?xml version="1.0" encoding="UTF-8" standalone="yes"?>
<Relationships xmlns="http://schemas.openxmlformats.org/package/2006/relationships"><Relationship Id="rId8" Type="http://schemas.openxmlformats.org/officeDocument/2006/relationships/tags" Target="../tags/tag3786.xml"/><Relationship Id="rId13" Type="http://schemas.openxmlformats.org/officeDocument/2006/relationships/tags" Target="../tags/tag3791.xml"/><Relationship Id="rId18" Type="http://schemas.openxmlformats.org/officeDocument/2006/relationships/tags" Target="../tags/tag3796.xml"/><Relationship Id="rId3" Type="http://schemas.openxmlformats.org/officeDocument/2006/relationships/tags" Target="../tags/tag3781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3785.xml"/><Relationship Id="rId12" Type="http://schemas.openxmlformats.org/officeDocument/2006/relationships/tags" Target="../tags/tag3790.xml"/><Relationship Id="rId17" Type="http://schemas.openxmlformats.org/officeDocument/2006/relationships/tags" Target="../tags/tag3795.xml"/><Relationship Id="rId25" Type="http://schemas.openxmlformats.org/officeDocument/2006/relationships/image" Target="../media/image22.png"/><Relationship Id="rId2" Type="http://schemas.openxmlformats.org/officeDocument/2006/relationships/tags" Target="../tags/tag3780.xml"/><Relationship Id="rId16" Type="http://schemas.openxmlformats.org/officeDocument/2006/relationships/tags" Target="../tags/tag3794.xml"/><Relationship Id="rId20" Type="http://schemas.openxmlformats.org/officeDocument/2006/relationships/tags" Target="../tags/tag3798.xml"/><Relationship Id="rId1" Type="http://schemas.openxmlformats.org/officeDocument/2006/relationships/tags" Target="../tags/tag3779.xml"/><Relationship Id="rId6" Type="http://schemas.openxmlformats.org/officeDocument/2006/relationships/tags" Target="../tags/tag3784.xml"/><Relationship Id="rId11" Type="http://schemas.openxmlformats.org/officeDocument/2006/relationships/tags" Target="../tags/tag3789.xml"/><Relationship Id="rId24" Type="http://schemas.openxmlformats.org/officeDocument/2006/relationships/image" Target="../media/image23.png"/><Relationship Id="rId5" Type="http://schemas.openxmlformats.org/officeDocument/2006/relationships/tags" Target="../tags/tag3783.xml"/><Relationship Id="rId15" Type="http://schemas.openxmlformats.org/officeDocument/2006/relationships/tags" Target="../tags/tag3793.xml"/><Relationship Id="rId23" Type="http://schemas.microsoft.com/office/2018/10/relationships/comments" Target="../comments/modernComment_218_5E381A00.xml"/><Relationship Id="rId10" Type="http://schemas.openxmlformats.org/officeDocument/2006/relationships/tags" Target="../tags/tag3788.xml"/><Relationship Id="rId19" Type="http://schemas.openxmlformats.org/officeDocument/2006/relationships/tags" Target="../tags/tag3797.xml"/><Relationship Id="rId4" Type="http://schemas.openxmlformats.org/officeDocument/2006/relationships/tags" Target="../tags/tag3782.xml"/><Relationship Id="rId9" Type="http://schemas.openxmlformats.org/officeDocument/2006/relationships/tags" Target="../tags/tag3787.xml"/><Relationship Id="rId14" Type="http://schemas.openxmlformats.org/officeDocument/2006/relationships/tags" Target="../tags/tag3792.xml"/><Relationship Id="rId22" Type="http://schemas.openxmlformats.org/officeDocument/2006/relationships/notesSlide" Target="../notesSlides/notesSlide189.xml"/></Relationships>
</file>

<file path=ppt/slides/_rels/slide234.xml.rels><?xml version="1.0" encoding="UTF-8" standalone="yes"?>
<Relationships xmlns="http://schemas.openxmlformats.org/package/2006/relationships"><Relationship Id="rId8" Type="http://schemas.openxmlformats.org/officeDocument/2006/relationships/tags" Target="../tags/tag3806.xml"/><Relationship Id="rId13" Type="http://schemas.openxmlformats.org/officeDocument/2006/relationships/tags" Target="../tags/tag3811.xml"/><Relationship Id="rId18" Type="http://schemas.openxmlformats.org/officeDocument/2006/relationships/tags" Target="../tags/tag3816.xml"/><Relationship Id="rId3" Type="http://schemas.openxmlformats.org/officeDocument/2006/relationships/tags" Target="../tags/tag3801.xml"/><Relationship Id="rId21" Type="http://schemas.openxmlformats.org/officeDocument/2006/relationships/slideLayout" Target="../slideLayouts/slideLayout1.xml"/><Relationship Id="rId7" Type="http://schemas.openxmlformats.org/officeDocument/2006/relationships/tags" Target="../tags/tag3805.xml"/><Relationship Id="rId12" Type="http://schemas.openxmlformats.org/officeDocument/2006/relationships/tags" Target="../tags/tag3810.xml"/><Relationship Id="rId17" Type="http://schemas.openxmlformats.org/officeDocument/2006/relationships/tags" Target="../tags/tag3815.xml"/><Relationship Id="rId25" Type="http://schemas.openxmlformats.org/officeDocument/2006/relationships/image" Target="../media/image22.png"/><Relationship Id="rId2" Type="http://schemas.openxmlformats.org/officeDocument/2006/relationships/tags" Target="../tags/tag3800.xml"/><Relationship Id="rId16" Type="http://schemas.openxmlformats.org/officeDocument/2006/relationships/tags" Target="../tags/tag3814.xml"/><Relationship Id="rId20" Type="http://schemas.openxmlformats.org/officeDocument/2006/relationships/tags" Target="../tags/tag3818.xml"/><Relationship Id="rId1" Type="http://schemas.openxmlformats.org/officeDocument/2006/relationships/tags" Target="../tags/tag3799.xml"/><Relationship Id="rId6" Type="http://schemas.openxmlformats.org/officeDocument/2006/relationships/tags" Target="../tags/tag3804.xml"/><Relationship Id="rId11" Type="http://schemas.openxmlformats.org/officeDocument/2006/relationships/tags" Target="../tags/tag3809.xml"/><Relationship Id="rId24" Type="http://schemas.openxmlformats.org/officeDocument/2006/relationships/image" Target="../media/image23.png"/><Relationship Id="rId5" Type="http://schemas.openxmlformats.org/officeDocument/2006/relationships/tags" Target="../tags/tag3803.xml"/><Relationship Id="rId15" Type="http://schemas.openxmlformats.org/officeDocument/2006/relationships/tags" Target="../tags/tag3813.xml"/><Relationship Id="rId23" Type="http://schemas.microsoft.com/office/2018/10/relationships/comments" Target="../comments/modernComment_219_3AE9EA26.xml"/><Relationship Id="rId10" Type="http://schemas.openxmlformats.org/officeDocument/2006/relationships/tags" Target="../tags/tag3808.xml"/><Relationship Id="rId19" Type="http://schemas.openxmlformats.org/officeDocument/2006/relationships/tags" Target="../tags/tag3817.xml"/><Relationship Id="rId4" Type="http://schemas.openxmlformats.org/officeDocument/2006/relationships/tags" Target="../tags/tag3802.xml"/><Relationship Id="rId9" Type="http://schemas.openxmlformats.org/officeDocument/2006/relationships/tags" Target="../tags/tag3807.xml"/><Relationship Id="rId14" Type="http://schemas.openxmlformats.org/officeDocument/2006/relationships/tags" Target="../tags/tag3812.xml"/><Relationship Id="rId22" Type="http://schemas.openxmlformats.org/officeDocument/2006/relationships/notesSlide" Target="../notesSlides/notesSlide190.xml"/></Relationships>
</file>

<file path=ppt/slides/_rels/slide235.xml.rels><?xml version="1.0" encoding="UTF-8" standalone="yes"?>
<Relationships xmlns="http://schemas.openxmlformats.org/package/2006/relationships"><Relationship Id="rId8" Type="http://schemas.openxmlformats.org/officeDocument/2006/relationships/tags" Target="../tags/tag3826.xml"/><Relationship Id="rId13" Type="http://schemas.openxmlformats.org/officeDocument/2006/relationships/tags" Target="../tags/tag3831.xml"/><Relationship Id="rId18" Type="http://schemas.openxmlformats.org/officeDocument/2006/relationships/tags" Target="../tags/tag3836.xml"/><Relationship Id="rId26" Type="http://schemas.openxmlformats.org/officeDocument/2006/relationships/image" Target="../media/image22.png"/><Relationship Id="rId3" Type="http://schemas.openxmlformats.org/officeDocument/2006/relationships/tags" Target="../tags/tag3821.xml"/><Relationship Id="rId21" Type="http://schemas.openxmlformats.org/officeDocument/2006/relationships/tags" Target="../tags/tag3839.xml"/><Relationship Id="rId7" Type="http://schemas.openxmlformats.org/officeDocument/2006/relationships/tags" Target="../tags/tag3825.xml"/><Relationship Id="rId12" Type="http://schemas.openxmlformats.org/officeDocument/2006/relationships/tags" Target="../tags/tag3830.xml"/><Relationship Id="rId17" Type="http://schemas.openxmlformats.org/officeDocument/2006/relationships/tags" Target="../tags/tag3835.xml"/><Relationship Id="rId25" Type="http://schemas.openxmlformats.org/officeDocument/2006/relationships/image" Target="../media/image23.png"/><Relationship Id="rId2" Type="http://schemas.openxmlformats.org/officeDocument/2006/relationships/tags" Target="../tags/tag3820.xml"/><Relationship Id="rId16" Type="http://schemas.openxmlformats.org/officeDocument/2006/relationships/tags" Target="../tags/tag3834.xml"/><Relationship Id="rId20" Type="http://schemas.openxmlformats.org/officeDocument/2006/relationships/tags" Target="../tags/tag3838.xml"/><Relationship Id="rId1" Type="http://schemas.openxmlformats.org/officeDocument/2006/relationships/tags" Target="../tags/tag3819.xml"/><Relationship Id="rId6" Type="http://schemas.openxmlformats.org/officeDocument/2006/relationships/tags" Target="../tags/tag3824.xml"/><Relationship Id="rId11" Type="http://schemas.openxmlformats.org/officeDocument/2006/relationships/tags" Target="../tags/tag3829.xml"/><Relationship Id="rId24" Type="http://schemas.microsoft.com/office/2018/10/relationships/comments" Target="../comments/modernComment_21A_F99A81A8.xml"/><Relationship Id="rId5" Type="http://schemas.openxmlformats.org/officeDocument/2006/relationships/tags" Target="../tags/tag3823.xml"/><Relationship Id="rId15" Type="http://schemas.openxmlformats.org/officeDocument/2006/relationships/tags" Target="../tags/tag3833.xml"/><Relationship Id="rId23" Type="http://schemas.openxmlformats.org/officeDocument/2006/relationships/notesSlide" Target="../notesSlides/notesSlide191.xml"/><Relationship Id="rId10" Type="http://schemas.openxmlformats.org/officeDocument/2006/relationships/tags" Target="../tags/tag3828.xml"/><Relationship Id="rId19" Type="http://schemas.openxmlformats.org/officeDocument/2006/relationships/tags" Target="../tags/tag3837.xml"/><Relationship Id="rId4" Type="http://schemas.openxmlformats.org/officeDocument/2006/relationships/tags" Target="../tags/tag3822.xml"/><Relationship Id="rId9" Type="http://schemas.openxmlformats.org/officeDocument/2006/relationships/tags" Target="../tags/tag3827.xml"/><Relationship Id="rId14" Type="http://schemas.openxmlformats.org/officeDocument/2006/relationships/tags" Target="../tags/tag3832.xml"/><Relationship Id="rId22" Type="http://schemas.openxmlformats.org/officeDocument/2006/relationships/slideLayout" Target="../slideLayouts/slideLayout1.xml"/></Relationships>
</file>

<file path=ppt/slides/_rels/slide236.xml.rels><?xml version="1.0" encoding="UTF-8" standalone="yes"?>
<Relationships xmlns="http://schemas.openxmlformats.org/package/2006/relationships"><Relationship Id="rId8" Type="http://schemas.openxmlformats.org/officeDocument/2006/relationships/tags" Target="../tags/tag3847.xml"/><Relationship Id="rId13" Type="http://schemas.openxmlformats.org/officeDocument/2006/relationships/tags" Target="../tags/tag3852.xml"/><Relationship Id="rId18" Type="http://schemas.openxmlformats.org/officeDocument/2006/relationships/tags" Target="../tags/tag3857.xml"/><Relationship Id="rId26" Type="http://schemas.openxmlformats.org/officeDocument/2006/relationships/image" Target="../media/image22.png"/><Relationship Id="rId3" Type="http://schemas.openxmlformats.org/officeDocument/2006/relationships/tags" Target="../tags/tag3842.xml"/><Relationship Id="rId21" Type="http://schemas.openxmlformats.org/officeDocument/2006/relationships/tags" Target="../tags/tag3860.xml"/><Relationship Id="rId7" Type="http://schemas.openxmlformats.org/officeDocument/2006/relationships/tags" Target="../tags/tag3846.xml"/><Relationship Id="rId12" Type="http://schemas.openxmlformats.org/officeDocument/2006/relationships/tags" Target="../tags/tag3851.xml"/><Relationship Id="rId17" Type="http://schemas.openxmlformats.org/officeDocument/2006/relationships/tags" Target="../tags/tag3856.xml"/><Relationship Id="rId25" Type="http://schemas.openxmlformats.org/officeDocument/2006/relationships/image" Target="../media/image23.png"/><Relationship Id="rId2" Type="http://schemas.openxmlformats.org/officeDocument/2006/relationships/tags" Target="../tags/tag3841.xml"/><Relationship Id="rId16" Type="http://schemas.openxmlformats.org/officeDocument/2006/relationships/tags" Target="../tags/tag3855.xml"/><Relationship Id="rId20" Type="http://schemas.openxmlformats.org/officeDocument/2006/relationships/tags" Target="../tags/tag3859.xml"/><Relationship Id="rId1" Type="http://schemas.openxmlformats.org/officeDocument/2006/relationships/tags" Target="../tags/tag3840.xml"/><Relationship Id="rId6" Type="http://schemas.openxmlformats.org/officeDocument/2006/relationships/tags" Target="../tags/tag3845.xml"/><Relationship Id="rId11" Type="http://schemas.openxmlformats.org/officeDocument/2006/relationships/tags" Target="../tags/tag3850.xml"/><Relationship Id="rId24" Type="http://schemas.microsoft.com/office/2018/10/relationships/comments" Target="../comments/modernComment_21B_2C1FF9C4.xml"/><Relationship Id="rId5" Type="http://schemas.openxmlformats.org/officeDocument/2006/relationships/tags" Target="../tags/tag3844.xml"/><Relationship Id="rId15" Type="http://schemas.openxmlformats.org/officeDocument/2006/relationships/tags" Target="../tags/tag3854.xml"/><Relationship Id="rId23" Type="http://schemas.openxmlformats.org/officeDocument/2006/relationships/notesSlide" Target="../notesSlides/notesSlide192.xml"/><Relationship Id="rId10" Type="http://schemas.openxmlformats.org/officeDocument/2006/relationships/tags" Target="../tags/tag3849.xml"/><Relationship Id="rId19" Type="http://schemas.openxmlformats.org/officeDocument/2006/relationships/tags" Target="../tags/tag3858.xml"/><Relationship Id="rId4" Type="http://schemas.openxmlformats.org/officeDocument/2006/relationships/tags" Target="../tags/tag3843.xml"/><Relationship Id="rId9" Type="http://schemas.openxmlformats.org/officeDocument/2006/relationships/tags" Target="../tags/tag3848.xml"/><Relationship Id="rId14" Type="http://schemas.openxmlformats.org/officeDocument/2006/relationships/tags" Target="../tags/tag3853.xml"/><Relationship Id="rId22" Type="http://schemas.openxmlformats.org/officeDocument/2006/relationships/slideLayout" Target="../slideLayouts/slideLayout1.xml"/></Relationships>
</file>

<file path=ppt/slides/_rels/slide237.xml.rels><?xml version="1.0" encoding="UTF-8" standalone="yes"?>
<Relationships xmlns="http://schemas.openxmlformats.org/package/2006/relationships"><Relationship Id="rId8" Type="http://schemas.openxmlformats.org/officeDocument/2006/relationships/tags" Target="../tags/tag3868.xml"/><Relationship Id="rId13" Type="http://schemas.openxmlformats.org/officeDocument/2006/relationships/tags" Target="../tags/tag3873.xml"/><Relationship Id="rId18" Type="http://schemas.openxmlformats.org/officeDocument/2006/relationships/tags" Target="../tags/tag3878.xml"/><Relationship Id="rId26" Type="http://schemas.openxmlformats.org/officeDocument/2006/relationships/image" Target="../media/image23.png"/><Relationship Id="rId3" Type="http://schemas.openxmlformats.org/officeDocument/2006/relationships/tags" Target="../tags/tag3863.xml"/><Relationship Id="rId21" Type="http://schemas.openxmlformats.org/officeDocument/2006/relationships/tags" Target="../tags/tag3881.xml"/><Relationship Id="rId7" Type="http://schemas.openxmlformats.org/officeDocument/2006/relationships/tags" Target="../tags/tag3867.xml"/><Relationship Id="rId12" Type="http://schemas.openxmlformats.org/officeDocument/2006/relationships/tags" Target="../tags/tag3872.xml"/><Relationship Id="rId17" Type="http://schemas.openxmlformats.org/officeDocument/2006/relationships/tags" Target="../tags/tag3877.xml"/><Relationship Id="rId25" Type="http://schemas.microsoft.com/office/2018/10/relationships/comments" Target="../comments/modernComment_21C_8D04D54E.xml"/><Relationship Id="rId2" Type="http://schemas.openxmlformats.org/officeDocument/2006/relationships/tags" Target="../tags/tag3862.xml"/><Relationship Id="rId16" Type="http://schemas.openxmlformats.org/officeDocument/2006/relationships/tags" Target="../tags/tag3876.xml"/><Relationship Id="rId20" Type="http://schemas.openxmlformats.org/officeDocument/2006/relationships/tags" Target="../tags/tag3880.xml"/><Relationship Id="rId1" Type="http://schemas.openxmlformats.org/officeDocument/2006/relationships/tags" Target="../tags/tag3861.xml"/><Relationship Id="rId6" Type="http://schemas.openxmlformats.org/officeDocument/2006/relationships/tags" Target="../tags/tag3866.xml"/><Relationship Id="rId11" Type="http://schemas.openxmlformats.org/officeDocument/2006/relationships/tags" Target="../tags/tag3871.xml"/><Relationship Id="rId24" Type="http://schemas.openxmlformats.org/officeDocument/2006/relationships/notesSlide" Target="../notesSlides/notesSlide193.xml"/><Relationship Id="rId5" Type="http://schemas.openxmlformats.org/officeDocument/2006/relationships/tags" Target="../tags/tag3865.xml"/><Relationship Id="rId15" Type="http://schemas.openxmlformats.org/officeDocument/2006/relationships/tags" Target="../tags/tag3875.xml"/><Relationship Id="rId23" Type="http://schemas.openxmlformats.org/officeDocument/2006/relationships/slideLayout" Target="../slideLayouts/slideLayout1.xml"/><Relationship Id="rId10" Type="http://schemas.openxmlformats.org/officeDocument/2006/relationships/tags" Target="../tags/tag3870.xml"/><Relationship Id="rId19" Type="http://schemas.openxmlformats.org/officeDocument/2006/relationships/tags" Target="../tags/tag3879.xml"/><Relationship Id="rId4" Type="http://schemas.openxmlformats.org/officeDocument/2006/relationships/tags" Target="../tags/tag3864.xml"/><Relationship Id="rId9" Type="http://schemas.openxmlformats.org/officeDocument/2006/relationships/tags" Target="../tags/tag3869.xml"/><Relationship Id="rId14" Type="http://schemas.openxmlformats.org/officeDocument/2006/relationships/tags" Target="../tags/tag3874.xml"/><Relationship Id="rId22" Type="http://schemas.openxmlformats.org/officeDocument/2006/relationships/tags" Target="../tags/tag3882.xml"/><Relationship Id="rId27" Type="http://schemas.openxmlformats.org/officeDocument/2006/relationships/image" Target="../media/image22.png"/></Relationships>
</file>

<file path=ppt/slides/_rels/slide238.xml.rels><?xml version="1.0" encoding="UTF-8" standalone="yes"?>
<Relationships xmlns="http://schemas.openxmlformats.org/package/2006/relationships"><Relationship Id="rId8" Type="http://schemas.openxmlformats.org/officeDocument/2006/relationships/tags" Target="../tags/tag3890.xml"/><Relationship Id="rId13" Type="http://schemas.openxmlformats.org/officeDocument/2006/relationships/tags" Target="../tags/tag3895.xml"/><Relationship Id="rId18" Type="http://schemas.openxmlformats.org/officeDocument/2006/relationships/tags" Target="../tags/tag3900.xml"/><Relationship Id="rId26" Type="http://schemas.microsoft.com/office/2018/10/relationships/comments" Target="../comments/modernComment_21D_EA32A4C7.xml"/><Relationship Id="rId3" Type="http://schemas.openxmlformats.org/officeDocument/2006/relationships/tags" Target="../tags/tag3885.xml"/><Relationship Id="rId21" Type="http://schemas.openxmlformats.org/officeDocument/2006/relationships/tags" Target="../tags/tag3903.xml"/><Relationship Id="rId7" Type="http://schemas.openxmlformats.org/officeDocument/2006/relationships/tags" Target="../tags/tag3889.xml"/><Relationship Id="rId12" Type="http://schemas.openxmlformats.org/officeDocument/2006/relationships/tags" Target="../tags/tag3894.xml"/><Relationship Id="rId17" Type="http://schemas.openxmlformats.org/officeDocument/2006/relationships/tags" Target="../tags/tag3899.xml"/><Relationship Id="rId25" Type="http://schemas.openxmlformats.org/officeDocument/2006/relationships/notesSlide" Target="../notesSlides/notesSlide194.xml"/><Relationship Id="rId2" Type="http://schemas.openxmlformats.org/officeDocument/2006/relationships/tags" Target="../tags/tag3884.xml"/><Relationship Id="rId16" Type="http://schemas.openxmlformats.org/officeDocument/2006/relationships/tags" Target="../tags/tag3898.xml"/><Relationship Id="rId20" Type="http://schemas.openxmlformats.org/officeDocument/2006/relationships/tags" Target="../tags/tag3902.xml"/><Relationship Id="rId1" Type="http://schemas.openxmlformats.org/officeDocument/2006/relationships/tags" Target="../tags/tag3883.xml"/><Relationship Id="rId6" Type="http://schemas.openxmlformats.org/officeDocument/2006/relationships/tags" Target="../tags/tag3888.xml"/><Relationship Id="rId11" Type="http://schemas.openxmlformats.org/officeDocument/2006/relationships/tags" Target="../tags/tag3893.xml"/><Relationship Id="rId24" Type="http://schemas.openxmlformats.org/officeDocument/2006/relationships/slideLayout" Target="../slideLayouts/slideLayout1.xml"/><Relationship Id="rId5" Type="http://schemas.openxmlformats.org/officeDocument/2006/relationships/tags" Target="../tags/tag3887.xml"/><Relationship Id="rId15" Type="http://schemas.openxmlformats.org/officeDocument/2006/relationships/tags" Target="../tags/tag3897.xml"/><Relationship Id="rId23" Type="http://schemas.openxmlformats.org/officeDocument/2006/relationships/tags" Target="../tags/tag3905.xml"/><Relationship Id="rId28" Type="http://schemas.openxmlformats.org/officeDocument/2006/relationships/image" Target="../media/image22.png"/><Relationship Id="rId10" Type="http://schemas.openxmlformats.org/officeDocument/2006/relationships/tags" Target="../tags/tag3892.xml"/><Relationship Id="rId19" Type="http://schemas.openxmlformats.org/officeDocument/2006/relationships/tags" Target="../tags/tag3901.xml"/><Relationship Id="rId4" Type="http://schemas.openxmlformats.org/officeDocument/2006/relationships/tags" Target="../tags/tag3886.xml"/><Relationship Id="rId9" Type="http://schemas.openxmlformats.org/officeDocument/2006/relationships/tags" Target="../tags/tag3891.xml"/><Relationship Id="rId14" Type="http://schemas.openxmlformats.org/officeDocument/2006/relationships/tags" Target="../tags/tag3896.xml"/><Relationship Id="rId22" Type="http://schemas.openxmlformats.org/officeDocument/2006/relationships/tags" Target="../tags/tag3904.xml"/><Relationship Id="rId27" Type="http://schemas.openxmlformats.org/officeDocument/2006/relationships/image" Target="../media/image23.png"/></Relationships>
</file>

<file path=ppt/slides/_rels/slide239.xml.rels><?xml version="1.0" encoding="UTF-8" standalone="yes"?>
<Relationships xmlns="http://schemas.openxmlformats.org/package/2006/relationships"><Relationship Id="rId8" Type="http://schemas.openxmlformats.org/officeDocument/2006/relationships/tags" Target="../tags/tag3913.xml"/><Relationship Id="rId13" Type="http://schemas.openxmlformats.org/officeDocument/2006/relationships/tags" Target="../tags/tag3918.xml"/><Relationship Id="rId18" Type="http://schemas.openxmlformats.org/officeDocument/2006/relationships/tags" Target="../tags/tag3923.xml"/><Relationship Id="rId26" Type="http://schemas.openxmlformats.org/officeDocument/2006/relationships/notesSlide" Target="../notesSlides/notesSlide195.xml"/><Relationship Id="rId3" Type="http://schemas.openxmlformats.org/officeDocument/2006/relationships/tags" Target="../tags/tag3908.xml"/><Relationship Id="rId21" Type="http://schemas.openxmlformats.org/officeDocument/2006/relationships/tags" Target="../tags/tag3926.xml"/><Relationship Id="rId7" Type="http://schemas.openxmlformats.org/officeDocument/2006/relationships/tags" Target="../tags/tag3912.xml"/><Relationship Id="rId12" Type="http://schemas.openxmlformats.org/officeDocument/2006/relationships/tags" Target="../tags/tag3917.xml"/><Relationship Id="rId17" Type="http://schemas.openxmlformats.org/officeDocument/2006/relationships/tags" Target="../tags/tag3922.xml"/><Relationship Id="rId25" Type="http://schemas.openxmlformats.org/officeDocument/2006/relationships/slideLayout" Target="../slideLayouts/slideLayout1.xml"/><Relationship Id="rId2" Type="http://schemas.openxmlformats.org/officeDocument/2006/relationships/tags" Target="../tags/tag3907.xml"/><Relationship Id="rId16" Type="http://schemas.openxmlformats.org/officeDocument/2006/relationships/tags" Target="../tags/tag3921.xml"/><Relationship Id="rId20" Type="http://schemas.openxmlformats.org/officeDocument/2006/relationships/tags" Target="../tags/tag3925.xml"/><Relationship Id="rId29" Type="http://schemas.openxmlformats.org/officeDocument/2006/relationships/image" Target="../media/image22.png"/><Relationship Id="rId1" Type="http://schemas.openxmlformats.org/officeDocument/2006/relationships/tags" Target="../tags/tag3906.xml"/><Relationship Id="rId6" Type="http://schemas.openxmlformats.org/officeDocument/2006/relationships/tags" Target="../tags/tag3911.xml"/><Relationship Id="rId11" Type="http://schemas.openxmlformats.org/officeDocument/2006/relationships/tags" Target="../tags/tag3916.xml"/><Relationship Id="rId24" Type="http://schemas.openxmlformats.org/officeDocument/2006/relationships/tags" Target="../tags/tag3929.xml"/><Relationship Id="rId5" Type="http://schemas.openxmlformats.org/officeDocument/2006/relationships/tags" Target="../tags/tag3910.xml"/><Relationship Id="rId15" Type="http://schemas.openxmlformats.org/officeDocument/2006/relationships/tags" Target="../tags/tag3920.xml"/><Relationship Id="rId23" Type="http://schemas.openxmlformats.org/officeDocument/2006/relationships/tags" Target="../tags/tag3928.xml"/><Relationship Id="rId28" Type="http://schemas.openxmlformats.org/officeDocument/2006/relationships/image" Target="../media/image23.png"/><Relationship Id="rId10" Type="http://schemas.openxmlformats.org/officeDocument/2006/relationships/tags" Target="../tags/tag3915.xml"/><Relationship Id="rId19" Type="http://schemas.openxmlformats.org/officeDocument/2006/relationships/tags" Target="../tags/tag3924.xml"/><Relationship Id="rId4" Type="http://schemas.openxmlformats.org/officeDocument/2006/relationships/tags" Target="../tags/tag3909.xml"/><Relationship Id="rId9" Type="http://schemas.openxmlformats.org/officeDocument/2006/relationships/tags" Target="../tags/tag3914.xml"/><Relationship Id="rId14" Type="http://schemas.openxmlformats.org/officeDocument/2006/relationships/tags" Target="../tags/tag3919.xml"/><Relationship Id="rId22" Type="http://schemas.openxmlformats.org/officeDocument/2006/relationships/tags" Target="../tags/tag3927.xml"/><Relationship Id="rId27" Type="http://schemas.microsoft.com/office/2018/10/relationships/comments" Target="../comments/modernComment_21E_A7C59446.xml"/></Relationships>
</file>

<file path=ppt/slides/_rels/slide240.xml.rels><?xml version="1.0" encoding="UTF-8" standalone="yes"?>
<Relationships xmlns="http://schemas.openxmlformats.org/package/2006/relationships"><Relationship Id="rId8" Type="http://schemas.openxmlformats.org/officeDocument/2006/relationships/tags" Target="../tags/tag3937.xml"/><Relationship Id="rId13" Type="http://schemas.openxmlformats.org/officeDocument/2006/relationships/tags" Target="../tags/tag3942.xml"/><Relationship Id="rId18" Type="http://schemas.openxmlformats.org/officeDocument/2006/relationships/tags" Target="../tags/tag3947.xml"/><Relationship Id="rId26" Type="http://schemas.openxmlformats.org/officeDocument/2006/relationships/slideLayout" Target="../slideLayouts/slideLayout1.xml"/><Relationship Id="rId3" Type="http://schemas.openxmlformats.org/officeDocument/2006/relationships/tags" Target="../tags/tag3932.xml"/><Relationship Id="rId21" Type="http://schemas.openxmlformats.org/officeDocument/2006/relationships/tags" Target="../tags/tag3950.xml"/><Relationship Id="rId7" Type="http://schemas.openxmlformats.org/officeDocument/2006/relationships/tags" Target="../tags/tag3936.xml"/><Relationship Id="rId12" Type="http://schemas.openxmlformats.org/officeDocument/2006/relationships/tags" Target="../tags/tag3941.xml"/><Relationship Id="rId17" Type="http://schemas.openxmlformats.org/officeDocument/2006/relationships/tags" Target="../tags/tag3946.xml"/><Relationship Id="rId25" Type="http://schemas.openxmlformats.org/officeDocument/2006/relationships/tags" Target="../tags/tag3954.xml"/><Relationship Id="rId2" Type="http://schemas.openxmlformats.org/officeDocument/2006/relationships/tags" Target="../tags/tag3931.xml"/><Relationship Id="rId16" Type="http://schemas.openxmlformats.org/officeDocument/2006/relationships/tags" Target="../tags/tag3945.xml"/><Relationship Id="rId20" Type="http://schemas.openxmlformats.org/officeDocument/2006/relationships/tags" Target="../tags/tag3949.xml"/><Relationship Id="rId29" Type="http://schemas.openxmlformats.org/officeDocument/2006/relationships/image" Target="../media/image23.png"/><Relationship Id="rId1" Type="http://schemas.openxmlformats.org/officeDocument/2006/relationships/tags" Target="../tags/tag3930.xml"/><Relationship Id="rId6" Type="http://schemas.openxmlformats.org/officeDocument/2006/relationships/tags" Target="../tags/tag3935.xml"/><Relationship Id="rId11" Type="http://schemas.openxmlformats.org/officeDocument/2006/relationships/tags" Target="../tags/tag3940.xml"/><Relationship Id="rId24" Type="http://schemas.openxmlformats.org/officeDocument/2006/relationships/tags" Target="../tags/tag3953.xml"/><Relationship Id="rId5" Type="http://schemas.openxmlformats.org/officeDocument/2006/relationships/tags" Target="../tags/tag3934.xml"/><Relationship Id="rId15" Type="http://schemas.openxmlformats.org/officeDocument/2006/relationships/tags" Target="../tags/tag3944.xml"/><Relationship Id="rId23" Type="http://schemas.openxmlformats.org/officeDocument/2006/relationships/tags" Target="../tags/tag3952.xml"/><Relationship Id="rId28" Type="http://schemas.microsoft.com/office/2018/10/relationships/comments" Target="../comments/modernComment_21F_DF19CE31.xml"/><Relationship Id="rId10" Type="http://schemas.openxmlformats.org/officeDocument/2006/relationships/tags" Target="../tags/tag3939.xml"/><Relationship Id="rId19" Type="http://schemas.openxmlformats.org/officeDocument/2006/relationships/tags" Target="../tags/tag3948.xml"/><Relationship Id="rId4" Type="http://schemas.openxmlformats.org/officeDocument/2006/relationships/tags" Target="../tags/tag3933.xml"/><Relationship Id="rId9" Type="http://schemas.openxmlformats.org/officeDocument/2006/relationships/tags" Target="../tags/tag3938.xml"/><Relationship Id="rId14" Type="http://schemas.openxmlformats.org/officeDocument/2006/relationships/tags" Target="../tags/tag3943.xml"/><Relationship Id="rId22" Type="http://schemas.openxmlformats.org/officeDocument/2006/relationships/tags" Target="../tags/tag3951.xml"/><Relationship Id="rId27" Type="http://schemas.openxmlformats.org/officeDocument/2006/relationships/notesSlide" Target="../notesSlides/notesSlide196.xml"/><Relationship Id="rId30" Type="http://schemas.openxmlformats.org/officeDocument/2006/relationships/image" Target="../media/image22.png"/></Relationships>
</file>

<file path=ppt/slides/_rels/slide24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955.xml"/><Relationship Id="rId5" Type="http://schemas.openxmlformats.org/officeDocument/2006/relationships/image" Target="../media/image26.png"/><Relationship Id="rId4" Type="http://schemas.microsoft.com/office/2018/10/relationships/comments" Target="../comments/modernComment_128_9C5C8F7A.xml"/></Relationships>
</file>

<file path=ppt/slides/_rels/slide242.xml.rels><?xml version="1.0" encoding="UTF-8" standalone="yes"?>
<Relationships xmlns="http://schemas.openxmlformats.org/package/2006/relationships"><Relationship Id="rId13" Type="http://schemas.openxmlformats.org/officeDocument/2006/relationships/tags" Target="../tags/tag3968.xml"/><Relationship Id="rId18" Type="http://schemas.openxmlformats.org/officeDocument/2006/relationships/tags" Target="../tags/tag3973.xml"/><Relationship Id="rId26" Type="http://schemas.openxmlformats.org/officeDocument/2006/relationships/tags" Target="../tags/tag3981.xml"/><Relationship Id="rId3" Type="http://schemas.openxmlformats.org/officeDocument/2006/relationships/tags" Target="../tags/tag3958.xml"/><Relationship Id="rId21" Type="http://schemas.openxmlformats.org/officeDocument/2006/relationships/tags" Target="../tags/tag3976.xml"/><Relationship Id="rId34" Type="http://schemas.openxmlformats.org/officeDocument/2006/relationships/notesSlide" Target="../notesSlides/notesSlide198.xml"/><Relationship Id="rId7" Type="http://schemas.openxmlformats.org/officeDocument/2006/relationships/tags" Target="../tags/tag3962.xml"/><Relationship Id="rId12" Type="http://schemas.openxmlformats.org/officeDocument/2006/relationships/tags" Target="../tags/tag3967.xml"/><Relationship Id="rId17" Type="http://schemas.openxmlformats.org/officeDocument/2006/relationships/tags" Target="../tags/tag3972.xml"/><Relationship Id="rId25" Type="http://schemas.openxmlformats.org/officeDocument/2006/relationships/tags" Target="../tags/tag3980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3957.xml"/><Relationship Id="rId16" Type="http://schemas.openxmlformats.org/officeDocument/2006/relationships/tags" Target="../tags/tag3971.xml"/><Relationship Id="rId20" Type="http://schemas.openxmlformats.org/officeDocument/2006/relationships/tags" Target="../tags/tag3975.xml"/><Relationship Id="rId29" Type="http://schemas.openxmlformats.org/officeDocument/2006/relationships/tags" Target="../tags/tag3984.xml"/><Relationship Id="rId1" Type="http://schemas.openxmlformats.org/officeDocument/2006/relationships/tags" Target="../tags/tag3956.xml"/><Relationship Id="rId6" Type="http://schemas.openxmlformats.org/officeDocument/2006/relationships/tags" Target="../tags/tag3961.xml"/><Relationship Id="rId11" Type="http://schemas.openxmlformats.org/officeDocument/2006/relationships/tags" Target="../tags/tag3966.xml"/><Relationship Id="rId24" Type="http://schemas.openxmlformats.org/officeDocument/2006/relationships/tags" Target="../tags/tag3979.xml"/><Relationship Id="rId32" Type="http://schemas.openxmlformats.org/officeDocument/2006/relationships/tags" Target="../tags/tag3987.xml"/><Relationship Id="rId5" Type="http://schemas.openxmlformats.org/officeDocument/2006/relationships/tags" Target="../tags/tag3960.xml"/><Relationship Id="rId15" Type="http://schemas.openxmlformats.org/officeDocument/2006/relationships/tags" Target="../tags/tag3970.xml"/><Relationship Id="rId23" Type="http://schemas.openxmlformats.org/officeDocument/2006/relationships/tags" Target="../tags/tag3978.xml"/><Relationship Id="rId28" Type="http://schemas.openxmlformats.org/officeDocument/2006/relationships/tags" Target="../tags/tag3983.xml"/><Relationship Id="rId10" Type="http://schemas.openxmlformats.org/officeDocument/2006/relationships/tags" Target="../tags/tag3965.xml"/><Relationship Id="rId19" Type="http://schemas.openxmlformats.org/officeDocument/2006/relationships/tags" Target="../tags/tag3974.xml"/><Relationship Id="rId31" Type="http://schemas.openxmlformats.org/officeDocument/2006/relationships/tags" Target="../tags/tag3986.xml"/><Relationship Id="rId4" Type="http://schemas.openxmlformats.org/officeDocument/2006/relationships/tags" Target="../tags/tag3959.xml"/><Relationship Id="rId9" Type="http://schemas.openxmlformats.org/officeDocument/2006/relationships/tags" Target="../tags/tag3964.xml"/><Relationship Id="rId14" Type="http://schemas.openxmlformats.org/officeDocument/2006/relationships/tags" Target="../tags/tag3969.xml"/><Relationship Id="rId22" Type="http://schemas.openxmlformats.org/officeDocument/2006/relationships/tags" Target="../tags/tag3977.xml"/><Relationship Id="rId27" Type="http://schemas.openxmlformats.org/officeDocument/2006/relationships/tags" Target="../tags/tag3982.xml"/><Relationship Id="rId30" Type="http://schemas.openxmlformats.org/officeDocument/2006/relationships/tags" Target="../tags/tag3985.xml"/><Relationship Id="rId35" Type="http://schemas.microsoft.com/office/2018/10/relationships/comments" Target="../comments/modernComment_220_1CEA6599.xml"/><Relationship Id="rId8" Type="http://schemas.openxmlformats.org/officeDocument/2006/relationships/tags" Target="../tags/tag3963.xml"/></Relationships>
</file>

<file path=ppt/slides/_rels/slide243.xml.rels><?xml version="1.0" encoding="UTF-8" standalone="yes"?>
<Relationships xmlns="http://schemas.openxmlformats.org/package/2006/relationships"><Relationship Id="rId13" Type="http://schemas.openxmlformats.org/officeDocument/2006/relationships/tags" Target="../tags/tag4000.xml"/><Relationship Id="rId18" Type="http://schemas.openxmlformats.org/officeDocument/2006/relationships/tags" Target="../tags/tag4005.xml"/><Relationship Id="rId26" Type="http://schemas.openxmlformats.org/officeDocument/2006/relationships/tags" Target="../tags/tag4013.xml"/><Relationship Id="rId21" Type="http://schemas.openxmlformats.org/officeDocument/2006/relationships/tags" Target="../tags/tag4008.xml"/><Relationship Id="rId34" Type="http://schemas.openxmlformats.org/officeDocument/2006/relationships/slideLayout" Target="../slideLayouts/slideLayout1.xml"/><Relationship Id="rId7" Type="http://schemas.openxmlformats.org/officeDocument/2006/relationships/tags" Target="../tags/tag3994.xml"/><Relationship Id="rId12" Type="http://schemas.openxmlformats.org/officeDocument/2006/relationships/tags" Target="../tags/tag3999.xml"/><Relationship Id="rId17" Type="http://schemas.openxmlformats.org/officeDocument/2006/relationships/tags" Target="../tags/tag4004.xml"/><Relationship Id="rId25" Type="http://schemas.openxmlformats.org/officeDocument/2006/relationships/tags" Target="../tags/tag4012.xml"/><Relationship Id="rId33" Type="http://schemas.openxmlformats.org/officeDocument/2006/relationships/tags" Target="../tags/tag4020.xml"/><Relationship Id="rId2" Type="http://schemas.openxmlformats.org/officeDocument/2006/relationships/tags" Target="../tags/tag3989.xml"/><Relationship Id="rId16" Type="http://schemas.openxmlformats.org/officeDocument/2006/relationships/tags" Target="../tags/tag4003.xml"/><Relationship Id="rId20" Type="http://schemas.openxmlformats.org/officeDocument/2006/relationships/tags" Target="../tags/tag4007.xml"/><Relationship Id="rId29" Type="http://schemas.openxmlformats.org/officeDocument/2006/relationships/tags" Target="../tags/tag4016.xml"/><Relationship Id="rId1" Type="http://schemas.openxmlformats.org/officeDocument/2006/relationships/tags" Target="../tags/tag3988.xml"/><Relationship Id="rId6" Type="http://schemas.openxmlformats.org/officeDocument/2006/relationships/tags" Target="../tags/tag3993.xml"/><Relationship Id="rId11" Type="http://schemas.openxmlformats.org/officeDocument/2006/relationships/tags" Target="../tags/tag3998.xml"/><Relationship Id="rId24" Type="http://schemas.openxmlformats.org/officeDocument/2006/relationships/tags" Target="../tags/tag4011.xml"/><Relationship Id="rId32" Type="http://schemas.openxmlformats.org/officeDocument/2006/relationships/tags" Target="../tags/tag4019.xml"/><Relationship Id="rId37" Type="http://schemas.openxmlformats.org/officeDocument/2006/relationships/image" Target="../media/image27.png"/><Relationship Id="rId5" Type="http://schemas.openxmlformats.org/officeDocument/2006/relationships/tags" Target="../tags/tag3992.xml"/><Relationship Id="rId15" Type="http://schemas.openxmlformats.org/officeDocument/2006/relationships/tags" Target="../tags/tag4002.xml"/><Relationship Id="rId23" Type="http://schemas.openxmlformats.org/officeDocument/2006/relationships/tags" Target="../tags/tag4010.xml"/><Relationship Id="rId28" Type="http://schemas.openxmlformats.org/officeDocument/2006/relationships/tags" Target="../tags/tag4015.xml"/><Relationship Id="rId36" Type="http://schemas.microsoft.com/office/2018/10/relationships/comments" Target="../comments/modernComment_221_F7BB9A6E.xml"/><Relationship Id="rId10" Type="http://schemas.openxmlformats.org/officeDocument/2006/relationships/tags" Target="../tags/tag3997.xml"/><Relationship Id="rId19" Type="http://schemas.openxmlformats.org/officeDocument/2006/relationships/tags" Target="../tags/tag4006.xml"/><Relationship Id="rId31" Type="http://schemas.openxmlformats.org/officeDocument/2006/relationships/tags" Target="../tags/tag4018.xml"/><Relationship Id="rId4" Type="http://schemas.openxmlformats.org/officeDocument/2006/relationships/tags" Target="../tags/tag3991.xml"/><Relationship Id="rId9" Type="http://schemas.openxmlformats.org/officeDocument/2006/relationships/tags" Target="../tags/tag3996.xml"/><Relationship Id="rId14" Type="http://schemas.openxmlformats.org/officeDocument/2006/relationships/tags" Target="../tags/tag4001.xml"/><Relationship Id="rId22" Type="http://schemas.openxmlformats.org/officeDocument/2006/relationships/tags" Target="../tags/tag4009.xml"/><Relationship Id="rId27" Type="http://schemas.openxmlformats.org/officeDocument/2006/relationships/tags" Target="../tags/tag4014.xml"/><Relationship Id="rId30" Type="http://schemas.openxmlformats.org/officeDocument/2006/relationships/tags" Target="../tags/tag4017.xml"/><Relationship Id="rId35" Type="http://schemas.openxmlformats.org/officeDocument/2006/relationships/notesSlide" Target="../notesSlides/notesSlide199.xml"/><Relationship Id="rId8" Type="http://schemas.openxmlformats.org/officeDocument/2006/relationships/tags" Target="../tags/tag3995.xml"/><Relationship Id="rId3" Type="http://schemas.openxmlformats.org/officeDocument/2006/relationships/tags" Target="../tags/tag3990.xml"/></Relationships>
</file>

<file path=ppt/slides/_rels/slide244.xml.rels><?xml version="1.0" encoding="UTF-8" standalone="yes"?>
<Relationships xmlns="http://schemas.openxmlformats.org/package/2006/relationships"><Relationship Id="rId13" Type="http://schemas.openxmlformats.org/officeDocument/2006/relationships/tags" Target="../tags/tag4033.xml"/><Relationship Id="rId18" Type="http://schemas.openxmlformats.org/officeDocument/2006/relationships/tags" Target="../tags/tag4038.xml"/><Relationship Id="rId26" Type="http://schemas.openxmlformats.org/officeDocument/2006/relationships/tags" Target="../tags/tag4046.xml"/><Relationship Id="rId3" Type="http://schemas.openxmlformats.org/officeDocument/2006/relationships/tags" Target="../tags/tag4023.xml"/><Relationship Id="rId21" Type="http://schemas.openxmlformats.org/officeDocument/2006/relationships/tags" Target="../tags/tag4041.xml"/><Relationship Id="rId34" Type="http://schemas.openxmlformats.org/officeDocument/2006/relationships/notesSlide" Target="../notesSlides/notesSlide200.xml"/><Relationship Id="rId7" Type="http://schemas.openxmlformats.org/officeDocument/2006/relationships/tags" Target="../tags/tag4027.xml"/><Relationship Id="rId12" Type="http://schemas.openxmlformats.org/officeDocument/2006/relationships/tags" Target="../tags/tag4032.xml"/><Relationship Id="rId17" Type="http://schemas.openxmlformats.org/officeDocument/2006/relationships/tags" Target="../tags/tag4037.xml"/><Relationship Id="rId25" Type="http://schemas.openxmlformats.org/officeDocument/2006/relationships/tags" Target="../tags/tag4045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4022.xml"/><Relationship Id="rId16" Type="http://schemas.openxmlformats.org/officeDocument/2006/relationships/tags" Target="../tags/tag4036.xml"/><Relationship Id="rId20" Type="http://schemas.openxmlformats.org/officeDocument/2006/relationships/tags" Target="../tags/tag4040.xml"/><Relationship Id="rId29" Type="http://schemas.openxmlformats.org/officeDocument/2006/relationships/tags" Target="../tags/tag4049.xml"/><Relationship Id="rId1" Type="http://schemas.openxmlformats.org/officeDocument/2006/relationships/tags" Target="../tags/tag4021.xml"/><Relationship Id="rId6" Type="http://schemas.openxmlformats.org/officeDocument/2006/relationships/tags" Target="../tags/tag4026.xml"/><Relationship Id="rId11" Type="http://schemas.openxmlformats.org/officeDocument/2006/relationships/tags" Target="../tags/tag4031.xml"/><Relationship Id="rId24" Type="http://schemas.openxmlformats.org/officeDocument/2006/relationships/tags" Target="../tags/tag4044.xml"/><Relationship Id="rId32" Type="http://schemas.openxmlformats.org/officeDocument/2006/relationships/tags" Target="../tags/tag4052.xml"/><Relationship Id="rId5" Type="http://schemas.openxmlformats.org/officeDocument/2006/relationships/tags" Target="../tags/tag4025.xml"/><Relationship Id="rId15" Type="http://schemas.openxmlformats.org/officeDocument/2006/relationships/tags" Target="../tags/tag4035.xml"/><Relationship Id="rId23" Type="http://schemas.openxmlformats.org/officeDocument/2006/relationships/tags" Target="../tags/tag4043.xml"/><Relationship Id="rId28" Type="http://schemas.openxmlformats.org/officeDocument/2006/relationships/tags" Target="../tags/tag4048.xml"/><Relationship Id="rId10" Type="http://schemas.openxmlformats.org/officeDocument/2006/relationships/tags" Target="../tags/tag4030.xml"/><Relationship Id="rId19" Type="http://schemas.openxmlformats.org/officeDocument/2006/relationships/tags" Target="../tags/tag4039.xml"/><Relationship Id="rId31" Type="http://schemas.openxmlformats.org/officeDocument/2006/relationships/tags" Target="../tags/tag4051.xml"/><Relationship Id="rId4" Type="http://schemas.openxmlformats.org/officeDocument/2006/relationships/tags" Target="../tags/tag4024.xml"/><Relationship Id="rId9" Type="http://schemas.openxmlformats.org/officeDocument/2006/relationships/tags" Target="../tags/tag4029.xml"/><Relationship Id="rId14" Type="http://schemas.openxmlformats.org/officeDocument/2006/relationships/tags" Target="../tags/tag4034.xml"/><Relationship Id="rId22" Type="http://schemas.openxmlformats.org/officeDocument/2006/relationships/tags" Target="../tags/tag4042.xml"/><Relationship Id="rId27" Type="http://schemas.openxmlformats.org/officeDocument/2006/relationships/tags" Target="../tags/tag4047.xml"/><Relationship Id="rId30" Type="http://schemas.openxmlformats.org/officeDocument/2006/relationships/tags" Target="../tags/tag4050.xml"/><Relationship Id="rId35" Type="http://schemas.microsoft.com/office/2018/10/relationships/comments" Target="../comments/modernComment_222_E8D7F66E.xml"/><Relationship Id="rId8" Type="http://schemas.openxmlformats.org/officeDocument/2006/relationships/tags" Target="../tags/tag4028.xml"/></Relationships>
</file>

<file path=ppt/slides/_rels/slide245.xml.rels><?xml version="1.0" encoding="UTF-8" standalone="yes"?>
<Relationships xmlns="http://schemas.openxmlformats.org/package/2006/relationships"><Relationship Id="rId13" Type="http://schemas.openxmlformats.org/officeDocument/2006/relationships/tags" Target="../tags/tag4065.xml"/><Relationship Id="rId18" Type="http://schemas.openxmlformats.org/officeDocument/2006/relationships/tags" Target="../tags/tag4070.xml"/><Relationship Id="rId26" Type="http://schemas.openxmlformats.org/officeDocument/2006/relationships/tags" Target="../tags/tag4078.xml"/><Relationship Id="rId3" Type="http://schemas.openxmlformats.org/officeDocument/2006/relationships/tags" Target="../tags/tag4055.xml"/><Relationship Id="rId21" Type="http://schemas.openxmlformats.org/officeDocument/2006/relationships/tags" Target="../tags/tag4073.xml"/><Relationship Id="rId7" Type="http://schemas.openxmlformats.org/officeDocument/2006/relationships/tags" Target="../tags/tag4059.xml"/><Relationship Id="rId12" Type="http://schemas.openxmlformats.org/officeDocument/2006/relationships/tags" Target="../tags/tag4064.xml"/><Relationship Id="rId17" Type="http://schemas.openxmlformats.org/officeDocument/2006/relationships/tags" Target="../tags/tag4069.xml"/><Relationship Id="rId25" Type="http://schemas.openxmlformats.org/officeDocument/2006/relationships/tags" Target="../tags/tag4077.xml"/><Relationship Id="rId33" Type="http://schemas.microsoft.com/office/2018/10/relationships/comments" Target="../comments/modernComment_223_999BB0BE.xml"/><Relationship Id="rId2" Type="http://schemas.openxmlformats.org/officeDocument/2006/relationships/tags" Target="../tags/tag4054.xml"/><Relationship Id="rId16" Type="http://schemas.openxmlformats.org/officeDocument/2006/relationships/tags" Target="../tags/tag4068.xml"/><Relationship Id="rId20" Type="http://schemas.openxmlformats.org/officeDocument/2006/relationships/tags" Target="../tags/tag4072.xml"/><Relationship Id="rId29" Type="http://schemas.openxmlformats.org/officeDocument/2006/relationships/tags" Target="../tags/tag4081.xml"/><Relationship Id="rId1" Type="http://schemas.openxmlformats.org/officeDocument/2006/relationships/tags" Target="../tags/tag4053.xml"/><Relationship Id="rId6" Type="http://schemas.openxmlformats.org/officeDocument/2006/relationships/tags" Target="../tags/tag4058.xml"/><Relationship Id="rId11" Type="http://schemas.openxmlformats.org/officeDocument/2006/relationships/tags" Target="../tags/tag4063.xml"/><Relationship Id="rId24" Type="http://schemas.openxmlformats.org/officeDocument/2006/relationships/tags" Target="../tags/tag4076.xml"/><Relationship Id="rId32" Type="http://schemas.openxmlformats.org/officeDocument/2006/relationships/notesSlide" Target="../notesSlides/notesSlide201.xml"/><Relationship Id="rId5" Type="http://schemas.openxmlformats.org/officeDocument/2006/relationships/tags" Target="../tags/tag4057.xml"/><Relationship Id="rId15" Type="http://schemas.openxmlformats.org/officeDocument/2006/relationships/tags" Target="../tags/tag4067.xml"/><Relationship Id="rId23" Type="http://schemas.openxmlformats.org/officeDocument/2006/relationships/tags" Target="../tags/tag4075.xml"/><Relationship Id="rId28" Type="http://schemas.openxmlformats.org/officeDocument/2006/relationships/tags" Target="../tags/tag4080.xml"/><Relationship Id="rId10" Type="http://schemas.openxmlformats.org/officeDocument/2006/relationships/tags" Target="../tags/tag4062.xml"/><Relationship Id="rId19" Type="http://schemas.openxmlformats.org/officeDocument/2006/relationships/tags" Target="../tags/tag4071.xml"/><Relationship Id="rId31" Type="http://schemas.openxmlformats.org/officeDocument/2006/relationships/slideLayout" Target="../slideLayouts/slideLayout1.xml"/><Relationship Id="rId4" Type="http://schemas.openxmlformats.org/officeDocument/2006/relationships/tags" Target="../tags/tag4056.xml"/><Relationship Id="rId9" Type="http://schemas.openxmlformats.org/officeDocument/2006/relationships/tags" Target="../tags/tag4061.xml"/><Relationship Id="rId14" Type="http://schemas.openxmlformats.org/officeDocument/2006/relationships/tags" Target="../tags/tag4066.xml"/><Relationship Id="rId22" Type="http://schemas.openxmlformats.org/officeDocument/2006/relationships/tags" Target="../tags/tag4074.xml"/><Relationship Id="rId27" Type="http://schemas.openxmlformats.org/officeDocument/2006/relationships/tags" Target="../tags/tag4079.xml"/><Relationship Id="rId30" Type="http://schemas.openxmlformats.org/officeDocument/2006/relationships/tags" Target="../tags/tag4082.xml"/><Relationship Id="rId8" Type="http://schemas.openxmlformats.org/officeDocument/2006/relationships/tags" Target="../tags/tag4060.xml"/></Relationships>
</file>

<file path=ppt/slides/_rels/slide246.xml.rels><?xml version="1.0" encoding="UTF-8" standalone="yes"?>
<Relationships xmlns="http://schemas.openxmlformats.org/package/2006/relationships"><Relationship Id="rId13" Type="http://schemas.openxmlformats.org/officeDocument/2006/relationships/tags" Target="../tags/tag4095.xml"/><Relationship Id="rId18" Type="http://schemas.openxmlformats.org/officeDocument/2006/relationships/tags" Target="../tags/tag4100.xml"/><Relationship Id="rId26" Type="http://schemas.openxmlformats.org/officeDocument/2006/relationships/tags" Target="../tags/tag4108.xml"/><Relationship Id="rId3" Type="http://schemas.openxmlformats.org/officeDocument/2006/relationships/tags" Target="../tags/tag4085.xml"/><Relationship Id="rId21" Type="http://schemas.openxmlformats.org/officeDocument/2006/relationships/tags" Target="../tags/tag4103.xml"/><Relationship Id="rId34" Type="http://schemas.microsoft.com/office/2018/10/relationships/comments" Target="../comments/modernComment_224_36DE0B32.xml"/><Relationship Id="rId7" Type="http://schemas.openxmlformats.org/officeDocument/2006/relationships/tags" Target="../tags/tag4089.xml"/><Relationship Id="rId12" Type="http://schemas.openxmlformats.org/officeDocument/2006/relationships/tags" Target="../tags/tag4094.xml"/><Relationship Id="rId17" Type="http://schemas.openxmlformats.org/officeDocument/2006/relationships/tags" Target="../tags/tag4099.xml"/><Relationship Id="rId25" Type="http://schemas.openxmlformats.org/officeDocument/2006/relationships/tags" Target="../tags/tag4107.xml"/><Relationship Id="rId33" Type="http://schemas.openxmlformats.org/officeDocument/2006/relationships/notesSlide" Target="../notesSlides/notesSlide202.xml"/><Relationship Id="rId2" Type="http://schemas.openxmlformats.org/officeDocument/2006/relationships/tags" Target="../tags/tag4084.xml"/><Relationship Id="rId16" Type="http://schemas.openxmlformats.org/officeDocument/2006/relationships/tags" Target="../tags/tag4098.xml"/><Relationship Id="rId20" Type="http://schemas.openxmlformats.org/officeDocument/2006/relationships/tags" Target="../tags/tag4102.xml"/><Relationship Id="rId29" Type="http://schemas.openxmlformats.org/officeDocument/2006/relationships/tags" Target="../tags/tag4111.xml"/><Relationship Id="rId1" Type="http://schemas.openxmlformats.org/officeDocument/2006/relationships/tags" Target="../tags/tag4083.xml"/><Relationship Id="rId6" Type="http://schemas.openxmlformats.org/officeDocument/2006/relationships/tags" Target="../tags/tag4088.xml"/><Relationship Id="rId11" Type="http://schemas.openxmlformats.org/officeDocument/2006/relationships/tags" Target="../tags/tag4093.xml"/><Relationship Id="rId24" Type="http://schemas.openxmlformats.org/officeDocument/2006/relationships/tags" Target="../tags/tag4106.xml"/><Relationship Id="rId32" Type="http://schemas.openxmlformats.org/officeDocument/2006/relationships/slideLayout" Target="../slideLayouts/slideLayout1.xml"/><Relationship Id="rId5" Type="http://schemas.openxmlformats.org/officeDocument/2006/relationships/tags" Target="../tags/tag4087.xml"/><Relationship Id="rId15" Type="http://schemas.openxmlformats.org/officeDocument/2006/relationships/tags" Target="../tags/tag4097.xml"/><Relationship Id="rId23" Type="http://schemas.openxmlformats.org/officeDocument/2006/relationships/tags" Target="../tags/tag4105.xml"/><Relationship Id="rId28" Type="http://schemas.openxmlformats.org/officeDocument/2006/relationships/tags" Target="../tags/tag4110.xml"/><Relationship Id="rId10" Type="http://schemas.openxmlformats.org/officeDocument/2006/relationships/tags" Target="../tags/tag4092.xml"/><Relationship Id="rId19" Type="http://schemas.openxmlformats.org/officeDocument/2006/relationships/tags" Target="../tags/tag4101.xml"/><Relationship Id="rId31" Type="http://schemas.openxmlformats.org/officeDocument/2006/relationships/tags" Target="../tags/tag4113.xml"/><Relationship Id="rId4" Type="http://schemas.openxmlformats.org/officeDocument/2006/relationships/tags" Target="../tags/tag4086.xml"/><Relationship Id="rId9" Type="http://schemas.openxmlformats.org/officeDocument/2006/relationships/tags" Target="../tags/tag4091.xml"/><Relationship Id="rId14" Type="http://schemas.openxmlformats.org/officeDocument/2006/relationships/tags" Target="../tags/tag4096.xml"/><Relationship Id="rId22" Type="http://schemas.openxmlformats.org/officeDocument/2006/relationships/tags" Target="../tags/tag4104.xml"/><Relationship Id="rId27" Type="http://schemas.openxmlformats.org/officeDocument/2006/relationships/tags" Target="../tags/tag4109.xml"/><Relationship Id="rId30" Type="http://schemas.openxmlformats.org/officeDocument/2006/relationships/tags" Target="../tags/tag4112.xml"/><Relationship Id="rId8" Type="http://schemas.openxmlformats.org/officeDocument/2006/relationships/tags" Target="../tags/tag4090.xml"/></Relationships>
</file>

<file path=ppt/slides/_rels/slide247.xml.rels><?xml version="1.0" encoding="UTF-8" standalone="yes"?>
<Relationships xmlns="http://schemas.openxmlformats.org/package/2006/relationships"><Relationship Id="rId13" Type="http://schemas.openxmlformats.org/officeDocument/2006/relationships/tags" Target="../tags/tag4126.xml"/><Relationship Id="rId18" Type="http://schemas.openxmlformats.org/officeDocument/2006/relationships/tags" Target="../tags/tag4131.xml"/><Relationship Id="rId26" Type="http://schemas.openxmlformats.org/officeDocument/2006/relationships/tags" Target="../tags/tag4139.xml"/><Relationship Id="rId3" Type="http://schemas.openxmlformats.org/officeDocument/2006/relationships/tags" Target="../tags/tag4116.xml"/><Relationship Id="rId21" Type="http://schemas.openxmlformats.org/officeDocument/2006/relationships/tags" Target="../tags/tag4134.xml"/><Relationship Id="rId34" Type="http://schemas.openxmlformats.org/officeDocument/2006/relationships/notesSlide" Target="../notesSlides/notesSlide203.xml"/><Relationship Id="rId7" Type="http://schemas.openxmlformats.org/officeDocument/2006/relationships/tags" Target="../tags/tag4120.xml"/><Relationship Id="rId12" Type="http://schemas.openxmlformats.org/officeDocument/2006/relationships/tags" Target="../tags/tag4125.xml"/><Relationship Id="rId17" Type="http://schemas.openxmlformats.org/officeDocument/2006/relationships/tags" Target="../tags/tag4130.xml"/><Relationship Id="rId25" Type="http://schemas.openxmlformats.org/officeDocument/2006/relationships/tags" Target="../tags/tag4138.xml"/><Relationship Id="rId33" Type="http://schemas.openxmlformats.org/officeDocument/2006/relationships/slideLayout" Target="../slideLayouts/slideLayout1.xml"/><Relationship Id="rId2" Type="http://schemas.openxmlformats.org/officeDocument/2006/relationships/tags" Target="../tags/tag4115.xml"/><Relationship Id="rId16" Type="http://schemas.openxmlformats.org/officeDocument/2006/relationships/tags" Target="../tags/tag4129.xml"/><Relationship Id="rId20" Type="http://schemas.openxmlformats.org/officeDocument/2006/relationships/tags" Target="../tags/tag4133.xml"/><Relationship Id="rId29" Type="http://schemas.openxmlformats.org/officeDocument/2006/relationships/tags" Target="../tags/tag4142.xml"/><Relationship Id="rId1" Type="http://schemas.openxmlformats.org/officeDocument/2006/relationships/tags" Target="../tags/tag4114.xml"/><Relationship Id="rId6" Type="http://schemas.openxmlformats.org/officeDocument/2006/relationships/tags" Target="../tags/tag4119.xml"/><Relationship Id="rId11" Type="http://schemas.openxmlformats.org/officeDocument/2006/relationships/tags" Target="../tags/tag4124.xml"/><Relationship Id="rId24" Type="http://schemas.openxmlformats.org/officeDocument/2006/relationships/tags" Target="../tags/tag4137.xml"/><Relationship Id="rId32" Type="http://schemas.openxmlformats.org/officeDocument/2006/relationships/tags" Target="../tags/tag4145.xml"/><Relationship Id="rId5" Type="http://schemas.openxmlformats.org/officeDocument/2006/relationships/tags" Target="../tags/tag4118.xml"/><Relationship Id="rId15" Type="http://schemas.openxmlformats.org/officeDocument/2006/relationships/tags" Target="../tags/tag4128.xml"/><Relationship Id="rId23" Type="http://schemas.openxmlformats.org/officeDocument/2006/relationships/tags" Target="../tags/tag4136.xml"/><Relationship Id="rId28" Type="http://schemas.openxmlformats.org/officeDocument/2006/relationships/tags" Target="../tags/tag4141.xml"/><Relationship Id="rId10" Type="http://schemas.openxmlformats.org/officeDocument/2006/relationships/tags" Target="../tags/tag4123.xml"/><Relationship Id="rId19" Type="http://schemas.openxmlformats.org/officeDocument/2006/relationships/tags" Target="../tags/tag4132.xml"/><Relationship Id="rId31" Type="http://schemas.openxmlformats.org/officeDocument/2006/relationships/tags" Target="../tags/tag4144.xml"/><Relationship Id="rId4" Type="http://schemas.openxmlformats.org/officeDocument/2006/relationships/tags" Target="../tags/tag4117.xml"/><Relationship Id="rId9" Type="http://schemas.openxmlformats.org/officeDocument/2006/relationships/tags" Target="../tags/tag4122.xml"/><Relationship Id="rId14" Type="http://schemas.openxmlformats.org/officeDocument/2006/relationships/tags" Target="../tags/tag4127.xml"/><Relationship Id="rId22" Type="http://schemas.openxmlformats.org/officeDocument/2006/relationships/tags" Target="../tags/tag4135.xml"/><Relationship Id="rId27" Type="http://schemas.openxmlformats.org/officeDocument/2006/relationships/tags" Target="../tags/tag4140.xml"/><Relationship Id="rId30" Type="http://schemas.openxmlformats.org/officeDocument/2006/relationships/tags" Target="../tags/tag4143.xml"/><Relationship Id="rId35" Type="http://schemas.microsoft.com/office/2018/10/relationships/comments" Target="../comments/modernComment_225_EFEDD5C9.xml"/><Relationship Id="rId8" Type="http://schemas.openxmlformats.org/officeDocument/2006/relationships/tags" Target="../tags/tag4121.xml"/></Relationships>
</file>

<file path=ppt/slides/_rels/slide248.xml.rels><?xml version="1.0" encoding="UTF-8" standalone="yes"?>
<Relationships xmlns="http://schemas.openxmlformats.org/package/2006/relationships"><Relationship Id="rId13" Type="http://schemas.openxmlformats.org/officeDocument/2006/relationships/tags" Target="../tags/tag4158.xml"/><Relationship Id="rId18" Type="http://schemas.openxmlformats.org/officeDocument/2006/relationships/tags" Target="../tags/tag4163.xml"/><Relationship Id="rId26" Type="http://schemas.openxmlformats.org/officeDocument/2006/relationships/tags" Target="../tags/tag4171.xml"/><Relationship Id="rId3" Type="http://schemas.openxmlformats.org/officeDocument/2006/relationships/tags" Target="../tags/tag4148.xml"/><Relationship Id="rId21" Type="http://schemas.openxmlformats.org/officeDocument/2006/relationships/tags" Target="../tags/tag4166.xml"/><Relationship Id="rId34" Type="http://schemas.openxmlformats.org/officeDocument/2006/relationships/slideLayout" Target="../slideLayouts/slideLayout1.xml"/><Relationship Id="rId7" Type="http://schemas.openxmlformats.org/officeDocument/2006/relationships/tags" Target="../tags/tag4152.xml"/><Relationship Id="rId12" Type="http://schemas.openxmlformats.org/officeDocument/2006/relationships/tags" Target="../tags/tag4157.xml"/><Relationship Id="rId17" Type="http://schemas.openxmlformats.org/officeDocument/2006/relationships/tags" Target="../tags/tag4162.xml"/><Relationship Id="rId25" Type="http://schemas.openxmlformats.org/officeDocument/2006/relationships/tags" Target="../tags/tag4170.xml"/><Relationship Id="rId33" Type="http://schemas.openxmlformats.org/officeDocument/2006/relationships/tags" Target="../tags/tag4178.xml"/><Relationship Id="rId2" Type="http://schemas.openxmlformats.org/officeDocument/2006/relationships/tags" Target="../tags/tag4147.xml"/><Relationship Id="rId16" Type="http://schemas.openxmlformats.org/officeDocument/2006/relationships/tags" Target="../tags/tag4161.xml"/><Relationship Id="rId20" Type="http://schemas.openxmlformats.org/officeDocument/2006/relationships/tags" Target="../tags/tag4165.xml"/><Relationship Id="rId29" Type="http://schemas.openxmlformats.org/officeDocument/2006/relationships/tags" Target="../tags/tag4174.xml"/><Relationship Id="rId1" Type="http://schemas.openxmlformats.org/officeDocument/2006/relationships/tags" Target="../tags/tag4146.xml"/><Relationship Id="rId6" Type="http://schemas.openxmlformats.org/officeDocument/2006/relationships/tags" Target="../tags/tag4151.xml"/><Relationship Id="rId11" Type="http://schemas.openxmlformats.org/officeDocument/2006/relationships/tags" Target="../tags/tag4156.xml"/><Relationship Id="rId24" Type="http://schemas.openxmlformats.org/officeDocument/2006/relationships/tags" Target="../tags/tag4169.xml"/><Relationship Id="rId32" Type="http://schemas.openxmlformats.org/officeDocument/2006/relationships/tags" Target="../tags/tag4177.xml"/><Relationship Id="rId5" Type="http://schemas.openxmlformats.org/officeDocument/2006/relationships/tags" Target="../tags/tag4150.xml"/><Relationship Id="rId15" Type="http://schemas.openxmlformats.org/officeDocument/2006/relationships/tags" Target="../tags/tag4160.xml"/><Relationship Id="rId23" Type="http://schemas.openxmlformats.org/officeDocument/2006/relationships/tags" Target="../tags/tag4168.xml"/><Relationship Id="rId28" Type="http://schemas.openxmlformats.org/officeDocument/2006/relationships/tags" Target="../tags/tag4173.xml"/><Relationship Id="rId36" Type="http://schemas.microsoft.com/office/2018/10/relationships/comments" Target="../comments/modernComment_226_83A3ADE0.xml"/><Relationship Id="rId10" Type="http://schemas.openxmlformats.org/officeDocument/2006/relationships/tags" Target="../tags/tag4155.xml"/><Relationship Id="rId19" Type="http://schemas.openxmlformats.org/officeDocument/2006/relationships/tags" Target="../tags/tag4164.xml"/><Relationship Id="rId31" Type="http://schemas.openxmlformats.org/officeDocument/2006/relationships/tags" Target="../tags/tag4176.xml"/><Relationship Id="rId4" Type="http://schemas.openxmlformats.org/officeDocument/2006/relationships/tags" Target="../tags/tag4149.xml"/><Relationship Id="rId9" Type="http://schemas.openxmlformats.org/officeDocument/2006/relationships/tags" Target="../tags/tag4154.xml"/><Relationship Id="rId14" Type="http://schemas.openxmlformats.org/officeDocument/2006/relationships/tags" Target="../tags/tag4159.xml"/><Relationship Id="rId22" Type="http://schemas.openxmlformats.org/officeDocument/2006/relationships/tags" Target="../tags/tag4167.xml"/><Relationship Id="rId27" Type="http://schemas.openxmlformats.org/officeDocument/2006/relationships/tags" Target="../tags/tag4172.xml"/><Relationship Id="rId30" Type="http://schemas.openxmlformats.org/officeDocument/2006/relationships/tags" Target="../tags/tag4175.xml"/><Relationship Id="rId35" Type="http://schemas.openxmlformats.org/officeDocument/2006/relationships/notesSlide" Target="../notesSlides/notesSlide204.xml"/><Relationship Id="rId8" Type="http://schemas.openxmlformats.org/officeDocument/2006/relationships/tags" Target="../tags/tag4153.xml"/></Relationships>
</file>

<file path=ppt/slides/_rels/slide249.xml.rels><?xml version="1.0" encoding="UTF-8" standalone="yes"?>
<Relationships xmlns="http://schemas.openxmlformats.org/package/2006/relationships"><Relationship Id="rId13" Type="http://schemas.openxmlformats.org/officeDocument/2006/relationships/tags" Target="../tags/tag4191.xml"/><Relationship Id="rId18" Type="http://schemas.openxmlformats.org/officeDocument/2006/relationships/tags" Target="../tags/tag4196.xml"/><Relationship Id="rId26" Type="http://schemas.openxmlformats.org/officeDocument/2006/relationships/tags" Target="../tags/tag4204.xml"/><Relationship Id="rId3" Type="http://schemas.openxmlformats.org/officeDocument/2006/relationships/tags" Target="../tags/tag4181.xml"/><Relationship Id="rId21" Type="http://schemas.openxmlformats.org/officeDocument/2006/relationships/tags" Target="../tags/tag4199.xml"/><Relationship Id="rId34" Type="http://schemas.openxmlformats.org/officeDocument/2006/relationships/slideLayout" Target="../slideLayouts/slideLayout1.xml"/><Relationship Id="rId7" Type="http://schemas.openxmlformats.org/officeDocument/2006/relationships/tags" Target="../tags/tag4185.xml"/><Relationship Id="rId12" Type="http://schemas.openxmlformats.org/officeDocument/2006/relationships/tags" Target="../tags/tag4190.xml"/><Relationship Id="rId17" Type="http://schemas.openxmlformats.org/officeDocument/2006/relationships/tags" Target="../tags/tag4195.xml"/><Relationship Id="rId25" Type="http://schemas.openxmlformats.org/officeDocument/2006/relationships/tags" Target="../tags/tag4203.xml"/><Relationship Id="rId33" Type="http://schemas.openxmlformats.org/officeDocument/2006/relationships/tags" Target="../tags/tag4211.xml"/><Relationship Id="rId2" Type="http://schemas.openxmlformats.org/officeDocument/2006/relationships/tags" Target="../tags/tag4180.xml"/><Relationship Id="rId16" Type="http://schemas.openxmlformats.org/officeDocument/2006/relationships/tags" Target="../tags/tag4194.xml"/><Relationship Id="rId20" Type="http://schemas.openxmlformats.org/officeDocument/2006/relationships/tags" Target="../tags/tag4198.xml"/><Relationship Id="rId29" Type="http://schemas.openxmlformats.org/officeDocument/2006/relationships/tags" Target="../tags/tag4207.xml"/><Relationship Id="rId1" Type="http://schemas.openxmlformats.org/officeDocument/2006/relationships/tags" Target="../tags/tag4179.xml"/><Relationship Id="rId6" Type="http://schemas.openxmlformats.org/officeDocument/2006/relationships/tags" Target="../tags/tag4184.xml"/><Relationship Id="rId11" Type="http://schemas.openxmlformats.org/officeDocument/2006/relationships/tags" Target="../tags/tag4189.xml"/><Relationship Id="rId24" Type="http://schemas.openxmlformats.org/officeDocument/2006/relationships/tags" Target="../tags/tag4202.xml"/><Relationship Id="rId32" Type="http://schemas.openxmlformats.org/officeDocument/2006/relationships/tags" Target="../tags/tag4210.xml"/><Relationship Id="rId5" Type="http://schemas.openxmlformats.org/officeDocument/2006/relationships/tags" Target="../tags/tag4183.xml"/><Relationship Id="rId15" Type="http://schemas.openxmlformats.org/officeDocument/2006/relationships/tags" Target="../tags/tag4193.xml"/><Relationship Id="rId23" Type="http://schemas.openxmlformats.org/officeDocument/2006/relationships/tags" Target="../tags/tag4201.xml"/><Relationship Id="rId28" Type="http://schemas.openxmlformats.org/officeDocument/2006/relationships/tags" Target="../tags/tag4206.xml"/><Relationship Id="rId36" Type="http://schemas.microsoft.com/office/2018/10/relationships/comments" Target="../comments/modernComment_227_C52D8328.xml"/><Relationship Id="rId10" Type="http://schemas.openxmlformats.org/officeDocument/2006/relationships/tags" Target="../tags/tag4188.xml"/><Relationship Id="rId19" Type="http://schemas.openxmlformats.org/officeDocument/2006/relationships/tags" Target="../tags/tag4197.xml"/><Relationship Id="rId31" Type="http://schemas.openxmlformats.org/officeDocument/2006/relationships/tags" Target="../tags/tag4209.xml"/><Relationship Id="rId4" Type="http://schemas.openxmlformats.org/officeDocument/2006/relationships/tags" Target="../tags/tag4182.xml"/><Relationship Id="rId9" Type="http://schemas.openxmlformats.org/officeDocument/2006/relationships/tags" Target="../tags/tag4187.xml"/><Relationship Id="rId14" Type="http://schemas.openxmlformats.org/officeDocument/2006/relationships/tags" Target="../tags/tag4192.xml"/><Relationship Id="rId22" Type="http://schemas.openxmlformats.org/officeDocument/2006/relationships/tags" Target="../tags/tag4200.xml"/><Relationship Id="rId27" Type="http://schemas.openxmlformats.org/officeDocument/2006/relationships/tags" Target="../tags/tag4205.xml"/><Relationship Id="rId30" Type="http://schemas.openxmlformats.org/officeDocument/2006/relationships/tags" Target="../tags/tag4208.xml"/><Relationship Id="rId35" Type="http://schemas.openxmlformats.org/officeDocument/2006/relationships/notesSlide" Target="../notesSlides/notesSlide205.xml"/><Relationship Id="rId8" Type="http://schemas.openxmlformats.org/officeDocument/2006/relationships/tags" Target="../tags/tag4186.xml"/></Relationships>
</file>

<file path=ppt/slides/_rels/slide250.xml.rels><?xml version="1.0" encoding="UTF-8" standalone="yes"?>
<Relationships xmlns="http://schemas.openxmlformats.org/package/2006/relationships"><Relationship Id="rId13" Type="http://schemas.openxmlformats.org/officeDocument/2006/relationships/tags" Target="../tags/tag4224.xml"/><Relationship Id="rId18" Type="http://schemas.openxmlformats.org/officeDocument/2006/relationships/tags" Target="../tags/tag4229.xml"/><Relationship Id="rId26" Type="http://schemas.openxmlformats.org/officeDocument/2006/relationships/tags" Target="../tags/tag4237.xml"/><Relationship Id="rId21" Type="http://schemas.openxmlformats.org/officeDocument/2006/relationships/tags" Target="../tags/tag4232.xml"/><Relationship Id="rId34" Type="http://schemas.openxmlformats.org/officeDocument/2006/relationships/tags" Target="../tags/tag4245.xml"/><Relationship Id="rId7" Type="http://schemas.openxmlformats.org/officeDocument/2006/relationships/tags" Target="../tags/tag4218.xml"/><Relationship Id="rId12" Type="http://schemas.openxmlformats.org/officeDocument/2006/relationships/tags" Target="../tags/tag4223.xml"/><Relationship Id="rId17" Type="http://schemas.openxmlformats.org/officeDocument/2006/relationships/tags" Target="../tags/tag4228.xml"/><Relationship Id="rId25" Type="http://schemas.openxmlformats.org/officeDocument/2006/relationships/tags" Target="../tags/tag4236.xml"/><Relationship Id="rId33" Type="http://schemas.openxmlformats.org/officeDocument/2006/relationships/tags" Target="../tags/tag4244.xml"/><Relationship Id="rId2" Type="http://schemas.openxmlformats.org/officeDocument/2006/relationships/tags" Target="../tags/tag4213.xml"/><Relationship Id="rId16" Type="http://schemas.openxmlformats.org/officeDocument/2006/relationships/tags" Target="../tags/tag4227.xml"/><Relationship Id="rId20" Type="http://schemas.openxmlformats.org/officeDocument/2006/relationships/tags" Target="../tags/tag4231.xml"/><Relationship Id="rId29" Type="http://schemas.openxmlformats.org/officeDocument/2006/relationships/tags" Target="../tags/tag4240.xml"/><Relationship Id="rId1" Type="http://schemas.openxmlformats.org/officeDocument/2006/relationships/tags" Target="../tags/tag4212.xml"/><Relationship Id="rId6" Type="http://schemas.openxmlformats.org/officeDocument/2006/relationships/tags" Target="../tags/tag4217.xml"/><Relationship Id="rId11" Type="http://schemas.openxmlformats.org/officeDocument/2006/relationships/tags" Target="../tags/tag4222.xml"/><Relationship Id="rId24" Type="http://schemas.openxmlformats.org/officeDocument/2006/relationships/tags" Target="../tags/tag4235.xml"/><Relationship Id="rId32" Type="http://schemas.openxmlformats.org/officeDocument/2006/relationships/tags" Target="../tags/tag4243.xml"/><Relationship Id="rId37" Type="http://schemas.microsoft.com/office/2018/10/relationships/comments" Target="../comments/modernComment_228_19C1240B.xml"/><Relationship Id="rId5" Type="http://schemas.openxmlformats.org/officeDocument/2006/relationships/tags" Target="../tags/tag4216.xml"/><Relationship Id="rId15" Type="http://schemas.openxmlformats.org/officeDocument/2006/relationships/tags" Target="../tags/tag4226.xml"/><Relationship Id="rId23" Type="http://schemas.openxmlformats.org/officeDocument/2006/relationships/tags" Target="../tags/tag4234.xml"/><Relationship Id="rId28" Type="http://schemas.openxmlformats.org/officeDocument/2006/relationships/tags" Target="../tags/tag4239.xml"/><Relationship Id="rId36" Type="http://schemas.openxmlformats.org/officeDocument/2006/relationships/notesSlide" Target="../notesSlides/notesSlide206.xml"/><Relationship Id="rId10" Type="http://schemas.openxmlformats.org/officeDocument/2006/relationships/tags" Target="../tags/tag4221.xml"/><Relationship Id="rId19" Type="http://schemas.openxmlformats.org/officeDocument/2006/relationships/tags" Target="../tags/tag4230.xml"/><Relationship Id="rId31" Type="http://schemas.openxmlformats.org/officeDocument/2006/relationships/tags" Target="../tags/tag4242.xml"/><Relationship Id="rId4" Type="http://schemas.openxmlformats.org/officeDocument/2006/relationships/tags" Target="../tags/tag4215.xml"/><Relationship Id="rId9" Type="http://schemas.openxmlformats.org/officeDocument/2006/relationships/tags" Target="../tags/tag4220.xml"/><Relationship Id="rId14" Type="http://schemas.openxmlformats.org/officeDocument/2006/relationships/tags" Target="../tags/tag4225.xml"/><Relationship Id="rId22" Type="http://schemas.openxmlformats.org/officeDocument/2006/relationships/tags" Target="../tags/tag4233.xml"/><Relationship Id="rId27" Type="http://schemas.openxmlformats.org/officeDocument/2006/relationships/tags" Target="../tags/tag4238.xml"/><Relationship Id="rId30" Type="http://schemas.openxmlformats.org/officeDocument/2006/relationships/tags" Target="../tags/tag4241.xml"/><Relationship Id="rId35" Type="http://schemas.openxmlformats.org/officeDocument/2006/relationships/slideLayout" Target="../slideLayouts/slideLayout1.xml"/><Relationship Id="rId8" Type="http://schemas.openxmlformats.org/officeDocument/2006/relationships/tags" Target="../tags/tag4219.xml"/><Relationship Id="rId3" Type="http://schemas.openxmlformats.org/officeDocument/2006/relationships/tags" Target="../tags/tag4214.xml"/></Relationships>
</file>

<file path=ppt/slides/_rels/slide25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246.xml"/><Relationship Id="rId4" Type="http://schemas.microsoft.com/office/2018/10/relationships/comments" Target="../comments/modernComment_12B_BC97BBEB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61635" y="875764"/>
            <a:ext cx="793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/>
              <a:t>Organic  =  C-H / C-C bonds</a:t>
            </a:r>
            <a:endParaRPr lang="zh-HK" altLang="en-US" sz="48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043678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61635" y="875764"/>
            <a:ext cx="793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/>
              <a:t>Organic  =  C-H / C-C bonds</a:t>
            </a:r>
            <a:endParaRPr lang="zh-HK" altLang="en-US" sz="48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DA44A1-AA65-23B3-4749-45183223568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31802" y="2348659"/>
            <a:ext cx="3336998" cy="4007684"/>
            <a:chOff x="1031802" y="2348659"/>
            <a:chExt cx="3336998" cy="4007684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1031802" y="2348659"/>
              <a:ext cx="3073400" cy="3073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84866" y="5648457"/>
              <a:ext cx="26839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Carbon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3161846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61635" y="875764"/>
            <a:ext cx="793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/>
              <a:t>Organic  =  C-H / C-C bonds</a:t>
            </a:r>
            <a:endParaRPr lang="zh-HK" altLang="en-US" sz="48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DA44A1-AA65-23B3-4749-45183223568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31802" y="2348659"/>
            <a:ext cx="3336998" cy="4007684"/>
            <a:chOff x="1031802" y="2348659"/>
            <a:chExt cx="3336998" cy="4007684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1031802" y="2348659"/>
              <a:ext cx="3073400" cy="3073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84866" y="5648457"/>
              <a:ext cx="26839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Carbon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52C2C1F-E0C4-838C-293B-AAC61FB0568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630134" y="2348659"/>
            <a:ext cx="4132865" cy="4007684"/>
            <a:chOff x="4630134" y="2348659"/>
            <a:chExt cx="4132865" cy="400768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7BDC876-8114-8A4D-9A79-32FBABA88555}"/>
                </a:ext>
              </a:extLst>
            </p:cNvPr>
            <p:cNvSpPr/>
            <p:nvPr/>
          </p:nvSpPr>
          <p:spPr>
            <a:xfrm>
              <a:off x="4630134" y="2348659"/>
              <a:ext cx="3073400" cy="3073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15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3F9C6DE-B3C9-C9A6-1DB7-39A7C2D47614}"/>
                </a:ext>
              </a:extLst>
            </p:cNvPr>
            <p:cNvSpPr txBox="1"/>
            <p:nvPr/>
          </p:nvSpPr>
          <p:spPr>
            <a:xfrm>
              <a:off x="4995332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Hydrogen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0109884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661635" y="875764"/>
            <a:ext cx="793123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/>
              <a:t>Organic  =  C-H / C-C bonds</a:t>
            </a:r>
            <a:endParaRPr lang="zh-HK" altLang="en-US" sz="4800" b="1" dirty="0"/>
          </a:p>
        </p:txBody>
      </p:sp>
      <p:grpSp>
        <p:nvGrpSpPr>
          <p:cNvPr id="19" name="群組 18">
            <a:extLst>
              <a:ext uri="{FF2B5EF4-FFF2-40B4-BE49-F238E27FC236}">
                <a16:creationId xmlns:a16="http://schemas.microsoft.com/office/drawing/2014/main" id="{14DA44A1-AA65-23B3-4749-45183223568B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031802" y="2348659"/>
            <a:ext cx="3336998" cy="4007684"/>
            <a:chOff x="1031802" y="2348659"/>
            <a:chExt cx="3336998" cy="4007684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1031802" y="2348659"/>
              <a:ext cx="3073400" cy="3073400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84866" y="5648457"/>
              <a:ext cx="2683934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Carbon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C52C2C1F-E0C4-838C-293B-AAC61FB05685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4630134" y="2348659"/>
            <a:ext cx="4132865" cy="4007684"/>
            <a:chOff x="4630134" y="2348659"/>
            <a:chExt cx="4132865" cy="4007684"/>
          </a:xfrm>
        </p:grpSpPr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77BDC876-8114-8A4D-9A79-32FBABA88555}"/>
                </a:ext>
              </a:extLst>
            </p:cNvPr>
            <p:cNvSpPr/>
            <p:nvPr/>
          </p:nvSpPr>
          <p:spPr>
            <a:xfrm>
              <a:off x="4630134" y="2348659"/>
              <a:ext cx="3073400" cy="3073400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15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20" name="文字方塊 19">
              <a:extLst>
                <a:ext uri="{FF2B5EF4-FFF2-40B4-BE49-F238E27FC236}">
                  <a16:creationId xmlns:a16="http://schemas.microsoft.com/office/drawing/2014/main" id="{D3F9C6DE-B3C9-C9A6-1DB7-39A7C2D47614}"/>
                </a:ext>
              </a:extLst>
            </p:cNvPr>
            <p:cNvSpPr txBox="1"/>
            <p:nvPr/>
          </p:nvSpPr>
          <p:spPr>
            <a:xfrm>
              <a:off x="4995332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Hydrogen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BDFBEFB1-D0CD-73E0-BC25-37426BB24010}"/>
              </a:ext>
            </a:extLst>
          </p:cNvPr>
          <p:cNvGrpSpPr/>
          <p:nvPr>
            <p:custDataLst>
              <p:tags r:id="rId6"/>
            </p:custDataLst>
          </p:nvPr>
        </p:nvGrpSpPr>
        <p:grpSpPr>
          <a:xfrm>
            <a:off x="8287734" y="2348659"/>
            <a:ext cx="4442971" cy="4007684"/>
            <a:chOff x="8287734" y="2348659"/>
            <a:chExt cx="4442971" cy="4007684"/>
          </a:xfrm>
        </p:grpSpPr>
        <p:sp>
          <p:nvSpPr>
            <p:cNvPr id="17" name="橢圓 16">
              <a:extLst>
                <a:ext uri="{FF2B5EF4-FFF2-40B4-BE49-F238E27FC236}">
                  <a16:creationId xmlns:a16="http://schemas.microsoft.com/office/drawing/2014/main" id="{BF53D0E2-5E47-DFBD-C595-1C9F436A4827}"/>
                </a:ext>
              </a:extLst>
            </p:cNvPr>
            <p:cNvSpPr/>
            <p:nvPr/>
          </p:nvSpPr>
          <p:spPr>
            <a:xfrm>
              <a:off x="8287734" y="2348659"/>
              <a:ext cx="3073400" cy="307340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15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文字方塊 21">
              <a:extLst>
                <a:ext uri="{FF2B5EF4-FFF2-40B4-BE49-F238E27FC236}">
                  <a16:creationId xmlns:a16="http://schemas.microsoft.com/office/drawing/2014/main" id="{B4E667A2-1562-EBE5-2896-35686A49AD38}"/>
                </a:ext>
              </a:extLst>
            </p:cNvPr>
            <p:cNvSpPr txBox="1"/>
            <p:nvPr/>
          </p:nvSpPr>
          <p:spPr>
            <a:xfrm>
              <a:off x="8963038" y="5648457"/>
              <a:ext cx="3767667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Oxygen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861701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100232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706810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56452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215046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87233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667284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452601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49008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89245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66516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906126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448511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993887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95766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6"/>
    </p:ext>
  </p:extLs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695512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7"/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450064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8"/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693820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9"/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732444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99570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142997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039678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026203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157211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5"/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064642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500088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6907184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48270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9"/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986651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0"/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5295893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1"/>
    </p:ext>
  </p:extLs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61730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2"/>
    </p:ext>
  </p:extLs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396445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3"/>
    </p:ext>
  </p:extLs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832457" y="5001505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353419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4"/>
    </p:ext>
  </p:extLs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832457" y="5001505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A0EB3FD-C2A3-BA4E-01FA-31DB99C2C498}"/>
              </a:ext>
            </a:extLst>
          </p:cNvPr>
          <p:cNvGrpSpPr/>
          <p:nvPr>
            <p:custDataLst>
              <p:tags r:id="rId32"/>
            </p:custDataLst>
          </p:nvPr>
        </p:nvGrpSpPr>
        <p:grpSpPr>
          <a:xfrm>
            <a:off x="9754847" y="3949885"/>
            <a:ext cx="1728967" cy="769441"/>
            <a:chOff x="9748291" y="3943400"/>
            <a:chExt cx="1728967" cy="769441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9FD0AF8-0A20-A89F-AA7A-B5AF083E05BE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BBCC22E9-3D59-9D5C-8396-6C638452B835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5980849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5"/>
    </p:ext>
  </p:extLs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832457" y="5001505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A0EB3FD-C2A3-BA4E-01FA-31DB99C2C498}"/>
              </a:ext>
            </a:extLst>
          </p:cNvPr>
          <p:cNvGrpSpPr/>
          <p:nvPr>
            <p:custDataLst>
              <p:tags r:id="rId32"/>
            </p:custDataLst>
          </p:nvPr>
        </p:nvGrpSpPr>
        <p:grpSpPr>
          <a:xfrm>
            <a:off x="9754847" y="3949885"/>
            <a:ext cx="1728967" cy="769441"/>
            <a:chOff x="9748291" y="3943400"/>
            <a:chExt cx="1728967" cy="769441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9FD0AF8-0A20-A89F-AA7A-B5AF083E05BE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BBCC22E9-3D59-9D5C-8396-6C638452B835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325AAAF-9AA3-A782-3462-F4B19B653AB5}"/>
              </a:ext>
            </a:extLst>
          </p:cNvPr>
          <p:cNvGrpSpPr/>
          <p:nvPr>
            <p:custDataLst>
              <p:tags r:id="rId33"/>
            </p:custDataLst>
          </p:nvPr>
        </p:nvGrpSpPr>
        <p:grpSpPr>
          <a:xfrm>
            <a:off x="8890364" y="2755437"/>
            <a:ext cx="1728967" cy="769441"/>
            <a:chOff x="8890364" y="2755437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8890364" y="2755437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D25A0B91-5809-09E6-CB5D-C1DDFF7190AF}"/>
                </a:ext>
              </a:extLst>
            </p:cNvPr>
            <p:cNvSpPr/>
            <p:nvPr/>
          </p:nvSpPr>
          <p:spPr>
            <a:xfrm>
              <a:off x="9227890" y="2843729"/>
              <a:ext cx="678120" cy="678120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955077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6"/>
    </p:ext>
  </p:extLs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832457" y="5001505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9" name="群組 48">
            <a:extLst>
              <a:ext uri="{FF2B5EF4-FFF2-40B4-BE49-F238E27FC236}">
                <a16:creationId xmlns:a16="http://schemas.microsoft.com/office/drawing/2014/main" id="{9A0EB3FD-C2A3-BA4E-01FA-31DB99C2C498}"/>
              </a:ext>
            </a:extLst>
          </p:cNvPr>
          <p:cNvGrpSpPr/>
          <p:nvPr>
            <p:custDataLst>
              <p:tags r:id="rId32"/>
            </p:custDataLst>
          </p:nvPr>
        </p:nvGrpSpPr>
        <p:grpSpPr>
          <a:xfrm>
            <a:off x="9754847" y="3949885"/>
            <a:ext cx="1728967" cy="769441"/>
            <a:chOff x="9748291" y="3943400"/>
            <a:chExt cx="1728967" cy="769441"/>
          </a:xfrm>
        </p:grpSpPr>
        <p:sp>
          <p:nvSpPr>
            <p:cNvPr id="50" name="文字方塊 49">
              <a:extLst>
                <a:ext uri="{FF2B5EF4-FFF2-40B4-BE49-F238E27FC236}">
                  <a16:creationId xmlns:a16="http://schemas.microsoft.com/office/drawing/2014/main" id="{39FD0AF8-0A20-A89F-AA7A-B5AF083E05BE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1" name="橢圓 50">
              <a:extLst>
                <a:ext uri="{FF2B5EF4-FFF2-40B4-BE49-F238E27FC236}">
                  <a16:creationId xmlns:a16="http://schemas.microsoft.com/office/drawing/2014/main" id="{BBCC22E9-3D59-9D5C-8396-6C638452B835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E325AAAF-9AA3-A782-3462-F4B19B653AB5}"/>
              </a:ext>
            </a:extLst>
          </p:cNvPr>
          <p:cNvGrpSpPr/>
          <p:nvPr>
            <p:custDataLst>
              <p:tags r:id="rId33"/>
            </p:custDataLst>
          </p:nvPr>
        </p:nvGrpSpPr>
        <p:grpSpPr>
          <a:xfrm>
            <a:off x="8890364" y="2755437"/>
            <a:ext cx="1728967" cy="769441"/>
            <a:chOff x="8890364" y="2755437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8890364" y="2755437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52" name="橢圓 51">
              <a:extLst>
                <a:ext uri="{FF2B5EF4-FFF2-40B4-BE49-F238E27FC236}">
                  <a16:creationId xmlns:a16="http://schemas.microsoft.com/office/drawing/2014/main" id="{D25A0B91-5809-09E6-CB5D-C1DDFF7190AF}"/>
                </a:ext>
              </a:extLst>
            </p:cNvPr>
            <p:cNvSpPr/>
            <p:nvPr/>
          </p:nvSpPr>
          <p:spPr>
            <a:xfrm>
              <a:off x="9227890" y="2843729"/>
              <a:ext cx="678120" cy="678120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4" name="橢圓 53">
            <a:extLst>
              <a:ext uri="{FF2B5EF4-FFF2-40B4-BE49-F238E27FC236}">
                <a16:creationId xmlns:a16="http://schemas.microsoft.com/office/drawing/2014/main" id="{A3C5A3C0-45A4-AF81-7C0C-2E401D17E775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8954080" y="499327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928851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7"/>
    </p:ext>
  </p:extLs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15920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5"/>
    </p:ext>
  </p:extLs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1636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155217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6"/>
    </p:ext>
  </p:extLs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1636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215AA39-CB97-7286-4FFE-A974620B40F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31327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127190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1636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215AA39-CB97-7286-4FFE-A974620B40F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31327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381DA8C-B770-6A42-406A-0DE66427545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17702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7138218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741636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E215AA39-CB97-7286-4FFE-A974620B40F1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631327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3381DA8C-B770-6A42-406A-0DE66427545F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017702" y="1550253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B95B8542-57D3-17BB-5D76-E2277F2E6DCC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7907393" y="6070298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839999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41636" y="155025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4964778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741636" y="155025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2829495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38672" y="1570895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4607956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7"/>
    </p:ext>
  </p:extLs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38672" y="1570895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152464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38672" y="1570895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250839" y="483744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859356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38672" y="1570895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667974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38672" y="1570895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566970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838672" y="1570895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895306" y="1562940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413585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589456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8658718" y="1689473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14721234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214088" y="1713270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6986651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214088" y="1713270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941533" y="2598075"/>
            <a:ext cx="1342423" cy="1342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32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749429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214088" y="1713270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865662" y="5207955"/>
            <a:ext cx="1342423" cy="1342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32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317596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214088" y="1713270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6" name="箭號: 左-右雙向 15">
            <a:extLst>
              <a:ext uri="{FF2B5EF4-FFF2-40B4-BE49-F238E27FC236}">
                <a16:creationId xmlns:a16="http://schemas.microsoft.com/office/drawing/2014/main" id="{BE3EE64D-F9B3-AA53-5EDF-11C8A12E8E9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878767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9865662" y="5207955"/>
            <a:ext cx="1342423" cy="1342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32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609574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橢圓 10">
            <a:extLst>
              <a:ext uri="{FF2B5EF4-FFF2-40B4-BE49-F238E27FC236}">
                <a16:creationId xmlns:a16="http://schemas.microsoft.com/office/drawing/2014/main" id="{655D1152-C0AC-DD01-77FC-B77077F09C5D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510051" y="1689473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672490" y="1723575"/>
            <a:ext cx="3047999" cy="3091490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937340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196489" y="4907559"/>
            <a:ext cx="3047999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BBC372D4-6455-5E88-DEE1-2315B297BC89}"/>
              </a:ext>
            </a:extLst>
          </p:cNvPr>
          <p:cNvGrpSpPr/>
          <p:nvPr>
            <p:custDataLst>
              <p:tags r:id="rId8"/>
            </p:custDataLst>
          </p:nvPr>
        </p:nvGrpSpPr>
        <p:grpSpPr>
          <a:xfrm>
            <a:off x="7214088" y="1713270"/>
            <a:ext cx="3438215" cy="3802861"/>
            <a:chOff x="8658718" y="1689473"/>
            <a:chExt cx="3438215" cy="3802861"/>
          </a:xfrm>
        </p:grpSpPr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8783247" y="4907559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F9D02717-6B5D-8C0E-73D3-2216426EA4C1}"/>
                </a:ext>
              </a:extLst>
            </p:cNvPr>
            <p:cNvSpPr/>
            <p:nvPr/>
          </p:nvSpPr>
          <p:spPr>
            <a:xfrm>
              <a:off x="8658718" y="1689473"/>
              <a:ext cx="3047999" cy="3091490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6" name="箭號: 左-右雙向 15">
            <a:extLst>
              <a:ext uri="{FF2B5EF4-FFF2-40B4-BE49-F238E27FC236}">
                <a16:creationId xmlns:a16="http://schemas.microsoft.com/office/drawing/2014/main" id="{BE3EE64D-F9B3-AA53-5EDF-11C8A12E8E99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6878767" y="2683627"/>
            <a:ext cx="1467953" cy="1171321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57397" y="4849102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9865662" y="5207955"/>
            <a:ext cx="1342423" cy="1342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32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69881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958971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37366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84283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77082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4813762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3301484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15949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9514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130935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475094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18919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292743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69479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838189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6"/>
    </p:ext>
  </p:extLs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09718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6"/>
    </p:ext>
  </p:extLs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0950637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7"/>
    </p:ext>
  </p:extLs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36444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8"/>
    </p:ext>
  </p:extLs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5584830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8"/>
    </p:ext>
  </p:extLs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31667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9"/>
    </p:ext>
  </p:extLs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041440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9"/>
    </p:ext>
  </p:extLs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086814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>
            <p:custDataLst>
              <p:tags r:id="rId18"/>
            </p:custDataLst>
          </p:nvPr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9366283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745471" y="1550321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0" y="5146332"/>
            <a:ext cx="2110423" cy="2110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917130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745471" y="1550321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956170" y="2603111"/>
            <a:ext cx="2110423" cy="211042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8837225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745471" y="1550321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483775" y="3130716"/>
            <a:ext cx="1055212" cy="10552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878133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1745471" y="1550321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483775" y="3130716"/>
            <a:ext cx="1055212" cy="10552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38418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13566" y="151061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5934446" y="1550321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483775" y="3130716"/>
            <a:ext cx="1055212" cy="10552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9808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13566" y="151061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980520" y="1540789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483775" y="3130716"/>
            <a:ext cx="1055212" cy="10552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150831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536503" y="495314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grpSp>
        <p:nvGrpSpPr>
          <p:cNvPr id="2" name="群組 1">
            <a:extLst>
              <a:ext uri="{FF2B5EF4-FFF2-40B4-BE49-F238E27FC236}">
                <a16:creationId xmlns:a16="http://schemas.microsoft.com/office/drawing/2014/main" id="{8D30435A-E436-9E77-A758-9F4DBDAA631A}"/>
              </a:ext>
            </a:extLst>
          </p:cNvPr>
          <p:cNvGrpSpPr/>
          <p:nvPr>
            <p:custDataLst>
              <p:tags r:id="rId4"/>
            </p:custDataLst>
          </p:nvPr>
        </p:nvGrpSpPr>
        <p:grpSpPr>
          <a:xfrm>
            <a:off x="613566" y="1510613"/>
            <a:ext cx="4364931" cy="5104820"/>
            <a:chOff x="741636" y="1550253"/>
            <a:chExt cx="4364931" cy="5104820"/>
          </a:xfrm>
        </p:grpSpPr>
        <p:sp>
          <p:nvSpPr>
            <p:cNvPr id="15" name="橢圓 14">
              <a:extLst>
                <a:ext uri="{FF2B5EF4-FFF2-40B4-BE49-F238E27FC236}">
                  <a16:creationId xmlns:a16="http://schemas.microsoft.com/office/drawing/2014/main" id="{8087C1E0-BC1D-49D3-AF2B-C0AEAE632F7F}"/>
                </a:ext>
              </a:extLst>
            </p:cNvPr>
            <p:cNvSpPr/>
            <p:nvPr/>
          </p:nvSpPr>
          <p:spPr>
            <a:xfrm>
              <a:off x="741636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E215AA39-CB97-7286-4FFE-A974620B40F1}"/>
                </a:ext>
              </a:extLst>
            </p:cNvPr>
            <p:cNvSpPr txBox="1"/>
            <p:nvPr/>
          </p:nvSpPr>
          <p:spPr>
            <a:xfrm>
              <a:off x="1631327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3" name="群組 2">
            <a:extLst>
              <a:ext uri="{FF2B5EF4-FFF2-40B4-BE49-F238E27FC236}">
                <a16:creationId xmlns:a16="http://schemas.microsoft.com/office/drawing/2014/main" id="{F1AAA7EE-88F4-F929-D060-F817C7682F63}"/>
              </a:ext>
            </a:extLst>
          </p:cNvPr>
          <p:cNvGrpSpPr/>
          <p:nvPr>
            <p:custDataLst>
              <p:tags r:id="rId5"/>
            </p:custDataLst>
          </p:nvPr>
        </p:nvGrpSpPr>
        <p:grpSpPr>
          <a:xfrm>
            <a:off x="6980520" y="1540789"/>
            <a:ext cx="4364931" cy="5104820"/>
            <a:chOff x="7017702" y="1550253"/>
            <a:chExt cx="4364931" cy="5104820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3381DA8C-B770-6A42-406A-0DE66427545F}"/>
                </a:ext>
              </a:extLst>
            </p:cNvPr>
            <p:cNvSpPr/>
            <p:nvPr/>
          </p:nvSpPr>
          <p:spPr>
            <a:xfrm>
              <a:off x="7017702" y="1550253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B95B8542-57D3-17BB-5D76-E2277F2E6DCC}"/>
                </a:ext>
              </a:extLst>
            </p:cNvPr>
            <p:cNvSpPr txBox="1"/>
            <p:nvPr/>
          </p:nvSpPr>
          <p:spPr>
            <a:xfrm>
              <a:off x="7907393" y="6070298"/>
              <a:ext cx="3313686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Mono(</a:t>
              </a:r>
              <a:r>
                <a:rPr lang="zh-HK" altLang="en-US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單</a:t>
              </a:r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-</a:t>
              </a:r>
              <a:r>
                <a:rPr lang="en-US" altLang="zh-HK" sz="3200" dirty="0" err="1">
                  <a:latin typeface="Roboto Black" panose="02000000000000000000" pitchFamily="2" charset="0"/>
                  <a:ea typeface="Roboto Black" panose="02000000000000000000" pitchFamily="2" charset="0"/>
                </a:rPr>
                <a:t>mer</a:t>
              </a:r>
              <a:endParaRPr lang="zh-HK" altLang="en-US" sz="32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5483775" y="3130716"/>
            <a:ext cx="1055212" cy="105521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920956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/>
        </p:nvSpPr>
        <p:spPr>
          <a:xfrm>
            <a:off x="536503" y="495314"/>
            <a:ext cx="120195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r>
              <a:rPr lang="zh-HK" altLang="en-US" sz="4800" b="0" i="0" dirty="0">
                <a:solidFill>
                  <a:srgbClr val="FF0000"/>
                </a:solidFill>
                <a:effectLst/>
                <a:latin typeface="Google Sans"/>
              </a:rPr>
              <a:t> </a:t>
            </a:r>
            <a:r>
              <a:rPr lang="en-US" altLang="zh-HK" sz="4800" dirty="0"/>
              <a:t>and</a:t>
            </a:r>
            <a:r>
              <a:rPr lang="en-US" altLang="zh-HK" sz="4800" b="1" dirty="0"/>
              <a:t> </a:t>
            </a:r>
            <a:r>
              <a:rPr lang="en-US" altLang="zh-HK" sz="48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Hydrolysis </a:t>
            </a:r>
            <a:r>
              <a:rPr lang="zh-HK" altLang="en-US" sz="4800" b="1" i="0" dirty="0"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Google Sans"/>
              </a:rPr>
              <a:t>水解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2208448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橢圓 1">
            <a:extLst>
              <a:ext uri="{FF2B5EF4-FFF2-40B4-BE49-F238E27FC236}">
                <a16:creationId xmlns:a16="http://schemas.microsoft.com/office/drawing/2014/main" id="{CB1DEE11-58C9-FBC7-4300-4719DC8F1562}"/>
              </a:ext>
            </a:extLst>
          </p:cNvPr>
          <p:cNvSpPr/>
          <p:nvPr/>
        </p:nvSpPr>
        <p:spPr>
          <a:xfrm>
            <a:off x="3117954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橢圓 2">
            <a:extLst>
              <a:ext uri="{FF2B5EF4-FFF2-40B4-BE49-F238E27FC236}">
                <a16:creationId xmlns:a16="http://schemas.microsoft.com/office/drawing/2014/main" id="{9658AACF-60A1-F964-A1BA-F5434E28EA55}"/>
              </a:ext>
            </a:extLst>
          </p:cNvPr>
          <p:cNvSpPr/>
          <p:nvPr/>
        </p:nvSpPr>
        <p:spPr>
          <a:xfrm>
            <a:off x="1440807" y="2647090"/>
            <a:ext cx="842592" cy="842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>
              <a:latin typeface="Roboto Black" panose="02000000000000000000" pitchFamily="2" charset="0"/>
            </a:endParaRPr>
          </a:p>
        </p:txBody>
      </p:sp>
      <p:cxnSp>
        <p:nvCxnSpPr>
          <p:cNvPr id="10" name="接點: 弧形 9">
            <a:extLst>
              <a:ext uri="{FF2B5EF4-FFF2-40B4-BE49-F238E27FC236}">
                <a16:creationId xmlns:a16="http://schemas.microsoft.com/office/drawing/2014/main" id="{3A82FAFF-EB0D-0E61-4FEC-0CF62E52887E}"/>
              </a:ext>
            </a:extLst>
          </p:cNvPr>
          <p:cNvCxnSpPr>
            <a:cxnSpLocks/>
          </p:cNvCxnSpPr>
          <p:nvPr/>
        </p:nvCxnSpPr>
        <p:spPr>
          <a:xfrm rot="10800000" flipV="1">
            <a:off x="2413417" y="2647088"/>
            <a:ext cx="779491" cy="470866"/>
          </a:xfrm>
          <a:prstGeom prst="curvedConnector3">
            <a:avLst>
              <a:gd name="adj1" fmla="val 3846"/>
            </a:avLst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280F6FCA-1CED-AAAF-AF5F-3F8BF265B6A6}"/>
              </a:ext>
            </a:extLst>
          </p:cNvPr>
          <p:cNvSpPr/>
          <p:nvPr/>
        </p:nvSpPr>
        <p:spPr>
          <a:xfrm>
            <a:off x="2800665" y="1827855"/>
            <a:ext cx="784485" cy="54339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1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11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989C976-0158-7558-26E9-E6B1ABE1EECD}"/>
              </a:ext>
            </a:extLst>
          </p:cNvPr>
          <p:cNvSpPr/>
          <p:nvPr/>
        </p:nvSpPr>
        <p:spPr>
          <a:xfrm>
            <a:off x="7269562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37BC2825-7A69-FC16-DF8D-ECEAE69FF382}"/>
              </a:ext>
            </a:extLst>
          </p:cNvPr>
          <p:cNvSpPr/>
          <p:nvPr/>
        </p:nvSpPr>
        <p:spPr>
          <a:xfrm>
            <a:off x="9503676" y="1552015"/>
            <a:ext cx="1079669" cy="1095075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87B95C26-6C76-1A70-6540-67D24BCCA9EC}"/>
              </a:ext>
            </a:extLst>
          </p:cNvPr>
          <p:cNvSpPr/>
          <p:nvPr/>
        </p:nvSpPr>
        <p:spPr>
          <a:xfrm>
            <a:off x="8491258" y="1804496"/>
            <a:ext cx="842592" cy="842592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>
              <a:latin typeface="Roboto Black" panose="02000000000000000000" pitchFamily="2" charset="0"/>
            </a:endParaRPr>
          </a:p>
        </p:txBody>
      </p:sp>
      <p:cxnSp>
        <p:nvCxnSpPr>
          <p:cNvPr id="20" name="接點: 弧形 19">
            <a:extLst>
              <a:ext uri="{FF2B5EF4-FFF2-40B4-BE49-F238E27FC236}">
                <a16:creationId xmlns:a16="http://schemas.microsoft.com/office/drawing/2014/main" id="{E9F8C881-929F-DC2A-2C31-188DC33BA55B}"/>
              </a:ext>
            </a:extLst>
          </p:cNvPr>
          <p:cNvCxnSpPr>
            <a:cxnSpLocks/>
            <a:endCxn id="19" idx="4"/>
          </p:cNvCxnSpPr>
          <p:nvPr/>
        </p:nvCxnSpPr>
        <p:spPr>
          <a:xfrm flipV="1">
            <a:off x="8117174" y="2647088"/>
            <a:ext cx="795380" cy="478185"/>
          </a:xfrm>
          <a:prstGeom prst="curvedConnector2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74" name="Picture 2" descr="Can Condensation Projects :: Photos, videos, logos, illustrations and  branding :: Behance">
            <a:extLst>
              <a:ext uri="{FF2B5EF4-FFF2-40B4-BE49-F238E27FC236}">
                <a16:creationId xmlns:a16="http://schemas.microsoft.com/office/drawing/2014/main" id="{958DB4FE-6C8D-6989-2A67-30E6E071A8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87712" y="3758572"/>
            <a:ext cx="3010392" cy="23546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5" name="文字方塊 24">
            <a:extLst>
              <a:ext uri="{FF2B5EF4-FFF2-40B4-BE49-F238E27FC236}">
                <a16:creationId xmlns:a16="http://schemas.microsoft.com/office/drawing/2014/main" id="{841C833F-827C-2CA6-7F1D-F1A9B876D400}"/>
              </a:ext>
            </a:extLst>
          </p:cNvPr>
          <p:cNvSpPr txBox="1"/>
          <p:nvPr/>
        </p:nvSpPr>
        <p:spPr>
          <a:xfrm>
            <a:off x="1305896" y="6292188"/>
            <a:ext cx="58986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b="1" dirty="0">
                <a:solidFill>
                  <a:srgbClr val="FF0000"/>
                </a:solidFill>
              </a:rPr>
              <a:t>“Condensation </a:t>
            </a:r>
            <a:r>
              <a:rPr lang="zh-TW" altLang="en-US" sz="2400" b="1" dirty="0">
                <a:solidFill>
                  <a:srgbClr val="FF0000"/>
                </a:solidFill>
              </a:rPr>
              <a:t>係會出水</a:t>
            </a:r>
            <a:r>
              <a:rPr lang="en-US" altLang="zh-TW" sz="2400" b="1" dirty="0">
                <a:solidFill>
                  <a:srgbClr val="FF0000"/>
                </a:solidFill>
              </a:rPr>
              <a:t>”</a:t>
            </a:r>
            <a:endParaRPr lang="zh-HK" altLang="en-US" sz="2400" b="1" dirty="0">
              <a:solidFill>
                <a:srgbClr val="FF0000"/>
              </a:solidFill>
            </a:endParaRPr>
          </a:p>
        </p:txBody>
      </p:sp>
      <p:sp>
        <p:nvSpPr>
          <p:cNvPr id="26" name="文字方塊 25">
            <a:extLst>
              <a:ext uri="{FF2B5EF4-FFF2-40B4-BE49-F238E27FC236}">
                <a16:creationId xmlns:a16="http://schemas.microsoft.com/office/drawing/2014/main" id="{33D236E9-9FC3-061C-BB1B-43C51AE782AF}"/>
              </a:ext>
            </a:extLst>
          </p:cNvPr>
          <p:cNvSpPr txBox="1"/>
          <p:nvPr/>
        </p:nvSpPr>
        <p:spPr>
          <a:xfrm>
            <a:off x="7039634" y="6289011"/>
            <a:ext cx="3921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b="1" dirty="0">
                <a:solidFill>
                  <a:srgbClr val="0070C0"/>
                </a:solidFill>
              </a:rPr>
              <a:t>“</a:t>
            </a:r>
            <a:r>
              <a:rPr lang="zh-HK" altLang="en-US" sz="2400" b="1" i="0" dirty="0">
                <a:solidFill>
                  <a:srgbClr val="0070C0"/>
                </a:solidFill>
                <a:effectLst/>
                <a:latin typeface="Google Sans"/>
              </a:rPr>
              <a:t>水解</a:t>
            </a:r>
            <a:r>
              <a:rPr lang="zh-TW" altLang="en-US" sz="2400" b="1" i="0" dirty="0">
                <a:solidFill>
                  <a:srgbClr val="0070C0"/>
                </a:solidFill>
                <a:effectLst/>
                <a:latin typeface="Google Sans"/>
              </a:rPr>
              <a:t>，用</a:t>
            </a:r>
            <a:r>
              <a:rPr lang="zh-TW" altLang="en-US" sz="2400" b="1" dirty="0">
                <a:solidFill>
                  <a:srgbClr val="0070C0"/>
                </a:solidFill>
                <a:latin typeface="Google Sans"/>
              </a:rPr>
              <a:t>水去</a:t>
            </a:r>
            <a:r>
              <a:rPr lang="zh-HK" altLang="en-US" sz="2400" b="1" i="0" dirty="0">
                <a:solidFill>
                  <a:srgbClr val="0070C0"/>
                </a:solidFill>
                <a:effectLst/>
                <a:latin typeface="Google Sans"/>
              </a:rPr>
              <a:t>解 </a:t>
            </a:r>
            <a:r>
              <a:rPr lang="en-US" altLang="zh-HK" sz="2400" b="1" i="0" dirty="0">
                <a:solidFill>
                  <a:srgbClr val="0070C0"/>
                </a:solidFill>
                <a:effectLst/>
                <a:latin typeface="Google Sans"/>
              </a:rPr>
              <a:t>(</a:t>
            </a:r>
            <a:r>
              <a:rPr lang="en-US" altLang="zh-HK" sz="2400" b="1" dirty="0">
                <a:solidFill>
                  <a:srgbClr val="0070C0"/>
                </a:solidFill>
                <a:latin typeface="Google Sans"/>
              </a:rPr>
              <a:t>bond)</a:t>
            </a:r>
            <a:r>
              <a:rPr lang="en-US" altLang="zh-TW" sz="2400" b="1" dirty="0">
                <a:solidFill>
                  <a:srgbClr val="0070C0"/>
                </a:solidFill>
              </a:rPr>
              <a:t>”</a:t>
            </a:r>
            <a:endParaRPr lang="zh-HK" altLang="en-US" sz="2400" b="1" dirty="0">
              <a:solidFill>
                <a:srgbClr val="0070C0"/>
              </a:solidFill>
            </a:endParaRPr>
          </a:p>
        </p:txBody>
      </p:sp>
      <p:pic>
        <p:nvPicPr>
          <p:cNvPr id="3076" name="Picture 4" descr="Water Breathing All Forms Official Shop | wpk-online.at">
            <a:extLst>
              <a:ext uri="{FF2B5EF4-FFF2-40B4-BE49-F238E27FC236}">
                <a16:creationId xmlns:a16="http://schemas.microsoft.com/office/drawing/2014/main" id="{53B2E79E-028C-02E7-E0AF-A4BE17DB8C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69562" y="3575334"/>
            <a:ext cx="3033503" cy="27168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7" name="矩形 26">
            <a:extLst>
              <a:ext uri="{FF2B5EF4-FFF2-40B4-BE49-F238E27FC236}">
                <a16:creationId xmlns:a16="http://schemas.microsoft.com/office/drawing/2014/main" id="{B0465364-217B-0902-DE48-212742A74568}"/>
              </a:ext>
            </a:extLst>
          </p:cNvPr>
          <p:cNvSpPr/>
          <p:nvPr/>
        </p:nvSpPr>
        <p:spPr>
          <a:xfrm rot="2003632">
            <a:off x="8419573" y="4220995"/>
            <a:ext cx="772227" cy="170010"/>
          </a:xfrm>
          <a:prstGeom prst="rect">
            <a:avLst/>
          </a:prstGeom>
          <a:solidFill>
            <a:schemeClr val="tx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1000" dirty="0"/>
              <a:t>hydrolysis</a:t>
            </a:r>
            <a:endParaRPr lang="zh-HK" altLang="en-US" sz="10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662371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"/>
    </p:ext>
  </p:extLs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9755B9D0-EFE0-4AEB-CFAA-0FDB9080A2ED}"/>
              </a:ext>
            </a:extLst>
          </p:cNvPr>
          <p:cNvSpPr txBox="1"/>
          <p:nvPr/>
        </p:nvSpPr>
        <p:spPr>
          <a:xfrm>
            <a:off x="746465" y="331338"/>
            <a:ext cx="1109565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宜家加大炸雞餐有特價，但阿媽話唔健康唔比買；點樣用生物科概念說服佢炸雞餐有營養需要？</a:t>
            </a:r>
            <a:endParaRPr lang="zh-HK" altLang="en-US" sz="2000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pic>
        <p:nvPicPr>
          <p:cNvPr id="2050" name="Picture 2" descr="Fries - McDonald's">
            <a:extLst>
              <a:ext uri="{FF2B5EF4-FFF2-40B4-BE49-F238E27FC236}">
                <a16:creationId xmlns:a16="http://schemas.microsoft.com/office/drawing/2014/main" id="{EA4AF2D4-597B-065A-DF70-99A2B397544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6591" y="1168077"/>
            <a:ext cx="2567153" cy="25671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Coke - McDonald's">
            <a:extLst>
              <a:ext uri="{FF2B5EF4-FFF2-40B4-BE49-F238E27FC236}">
                <a16:creationId xmlns:a16="http://schemas.microsoft.com/office/drawing/2014/main" id="{3903B98A-7B8D-4970-52C9-4CCED96C6ED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465" y="974072"/>
            <a:ext cx="2818756" cy="28187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Crispy Chicken - McDonald's: Burgers, Fries &amp; More | McDonald's Pakistan">
            <a:extLst>
              <a:ext uri="{FF2B5EF4-FFF2-40B4-BE49-F238E27FC236}">
                <a16:creationId xmlns:a16="http://schemas.microsoft.com/office/drawing/2014/main" id="{85DDFA6F-DBA0-B2C2-D4BB-90543123ED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2540" y="514225"/>
            <a:ext cx="7080076" cy="40352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A12D041C-5285-D1B1-4B14-3E1BFFEAD36C}"/>
              </a:ext>
            </a:extLst>
          </p:cNvPr>
          <p:cNvSpPr txBox="1"/>
          <p:nvPr/>
        </p:nvSpPr>
        <p:spPr>
          <a:xfrm>
            <a:off x="1432553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總糖份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~56g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A4BF846-33C4-6909-FD3B-F9797A3735B1}"/>
              </a:ext>
            </a:extLst>
          </p:cNvPr>
          <p:cNvSpPr txBox="1"/>
          <p:nvPr/>
        </p:nvSpPr>
        <p:spPr>
          <a:xfrm>
            <a:off x="8865476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總蛋白質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~32g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874BB79-668B-124B-A504-ADAE7552CE5F}"/>
              </a:ext>
            </a:extLst>
          </p:cNvPr>
          <p:cNvSpPr txBox="1"/>
          <p:nvPr/>
        </p:nvSpPr>
        <p:spPr>
          <a:xfrm>
            <a:off x="5074610" y="4718292"/>
            <a:ext cx="33265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總脂肪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:  ~20g 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C139C90-A989-D12A-E08F-E181D48FFFB3}"/>
              </a:ext>
            </a:extLst>
          </p:cNvPr>
          <p:cNvSpPr txBox="1"/>
          <p:nvPr/>
        </p:nvSpPr>
        <p:spPr>
          <a:xfrm>
            <a:off x="746465" y="5330248"/>
            <a:ext cx="3239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碳水化合物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(Carbohydrates)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係人不可或缺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快速能量來源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Fast respiration fuel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，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葡萄糖更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係大腦必要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嘅養份。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5" name="文字方塊 14">
            <a:extLst>
              <a:ext uri="{FF2B5EF4-FFF2-40B4-BE49-F238E27FC236}">
                <a16:creationId xmlns:a16="http://schemas.microsoft.com/office/drawing/2014/main" id="{83685AB7-FBB7-6177-7D85-0197DB29615B}"/>
              </a:ext>
            </a:extLst>
          </p:cNvPr>
          <p:cNvSpPr txBox="1"/>
          <p:nvPr/>
        </p:nvSpPr>
        <p:spPr>
          <a:xfrm>
            <a:off x="4408357" y="5330248"/>
            <a:ext cx="323903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脂質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(Lipids)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高效</a:t>
            </a:r>
            <a:r>
              <a:rPr lang="zh-TW" altLang="en-US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嘅能量處存 </a:t>
            </a:r>
            <a:r>
              <a:rPr lang="en-US" altLang="zh-TW" sz="1800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Efficient storage 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，亦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係組成細胞膜同部份荷爾蒙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嘅重要成份。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6" name="文字方塊 15">
            <a:extLst>
              <a:ext uri="{FF2B5EF4-FFF2-40B4-BE49-F238E27FC236}">
                <a16:creationId xmlns:a16="http://schemas.microsoft.com/office/drawing/2014/main" id="{F0937328-E519-4008-B297-0B365B59B955}"/>
              </a:ext>
            </a:extLst>
          </p:cNvPr>
          <p:cNvSpPr txBox="1"/>
          <p:nvPr/>
        </p:nvSpPr>
        <p:spPr>
          <a:xfrm>
            <a:off x="1748086" y="4133533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快樂水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D3030371-6349-B712-5FD5-392DACD782A4}"/>
              </a:ext>
            </a:extLst>
          </p:cNvPr>
          <p:cNvSpPr txBox="1"/>
          <p:nvPr/>
        </p:nvSpPr>
        <p:spPr>
          <a:xfrm>
            <a:off x="5345584" y="4105381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快樂條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36B6C210-C815-DDFD-8397-6195B0862104}"/>
              </a:ext>
            </a:extLst>
          </p:cNvPr>
          <p:cNvSpPr txBox="1"/>
          <p:nvPr/>
        </p:nvSpPr>
        <p:spPr>
          <a:xfrm>
            <a:off x="9293114" y="4133533"/>
            <a:ext cx="332652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0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快樂雞</a:t>
            </a:r>
            <a:endParaRPr lang="zh-HK" altLang="en-US" sz="2000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A1122CD5-66A6-63BA-FC4F-22F7B98212CF}"/>
              </a:ext>
            </a:extLst>
          </p:cNvPr>
          <p:cNvSpPr txBox="1"/>
          <p:nvPr/>
        </p:nvSpPr>
        <p:spPr>
          <a:xfrm>
            <a:off x="8269872" y="5272273"/>
            <a:ext cx="3239037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蛋白質</a:t>
            </a:r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(Proteins) 3D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結構多變，</a:t>
            </a:r>
            <a:r>
              <a:rPr lang="zh-TW" altLang="en-US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構成大部份身體組織 </a:t>
            </a:r>
            <a:r>
              <a:rPr lang="en-US" altLang="zh-TW" b="1" dirty="0">
                <a:solidFill>
                  <a:srgbClr val="FF0000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en-US" altLang="zh-HK" sz="1800" b="0" i="0" u="none" strike="noStrike" dirty="0">
                <a:solidFill>
                  <a:srgbClr val="FF0000"/>
                </a:solidFill>
                <a:effectLst/>
                <a:latin typeface="Arial" panose="020B0604020202020204" pitchFamily="34" charset="0"/>
                <a:ea typeface="新細明體" panose="02020500000000000000" pitchFamily="18" charset="-120"/>
              </a:rPr>
              <a:t>Structural build blocks</a:t>
            </a:r>
            <a:endParaRPr lang="en-US" altLang="zh-HK" sz="2400" b="0" i="0" u="none" strike="noStrike" dirty="0">
              <a:effectLst/>
              <a:latin typeface="Arial" panose="020B0604020202020204" pitchFamily="34" charset="0"/>
            </a:endParaRPr>
          </a:p>
          <a:p>
            <a:r>
              <a:rPr lang="en-US" altLang="zh-TW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以及酶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抗體</a:t>
            </a:r>
            <a:r>
              <a:rPr lang="en-US" altLang="zh-HK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﹑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血紅素等</a:t>
            </a:r>
            <a:r>
              <a:rPr lang="zh-TW" altLang="en-US" sz="1800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重要分子</a:t>
            </a:r>
            <a:r>
              <a:rPr lang="zh-TW" altLang="en-US" b="1" dirty="0">
                <a:latin typeface="微軟正黑體" panose="020B0604030504040204" pitchFamily="34" charset="-120"/>
                <a:ea typeface="微軟正黑體" panose="020B0604030504040204" pitchFamily="34" charset="-120"/>
              </a:rPr>
              <a:t>。</a:t>
            </a:r>
            <a:endParaRPr lang="zh-HK" altLang="en-US" b="1" dirty="0">
              <a:latin typeface="微軟正黑體" panose="020B0604030504040204" pitchFamily="34" charset="-120"/>
              <a:ea typeface="微軟正黑體" panose="020B0604030504040204" pitchFamily="34" charset="-12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31363733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811287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E732A7E9-156B-CB8A-7051-B8342DD85081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8951923" y="5038060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66808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1"/>
    </p:ext>
  </p:extLs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811287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35974" y="140415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2" name="橢圓 21">
            <a:extLst>
              <a:ext uri="{FF2B5EF4-FFF2-40B4-BE49-F238E27FC236}">
                <a16:creationId xmlns:a16="http://schemas.microsoft.com/office/drawing/2014/main" id="{E732A7E9-156B-CB8A-7051-B8342DD85081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8951923" y="5038060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258138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2"/>
    </p:ext>
  </p:extLs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40376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823541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1957175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571281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65907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6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5" name="Image 71">
            <a:extLst>
              <a:ext uri="{FF2B5EF4-FFF2-40B4-BE49-F238E27FC236}">
                <a16:creationId xmlns:a16="http://schemas.microsoft.com/office/drawing/2014/main" id="{8A9C1209-6951-B9C7-1FDE-051AEE22E436}"/>
              </a:ext>
            </a:extLst>
          </p:cNvPr>
          <p:cNvPicPr>
            <a:picLocks/>
          </p:cNvPicPr>
          <p:nvPr>
            <p:custDataLst>
              <p:tags r:id="rId2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4300020" y="2677313"/>
            <a:ext cx="3286340" cy="224117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213287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5"/>
    </p:ext>
  </p:extLs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5" name="Image 71">
            <a:extLst>
              <a:ext uri="{FF2B5EF4-FFF2-40B4-BE49-F238E27FC236}">
                <a16:creationId xmlns:a16="http://schemas.microsoft.com/office/drawing/2014/main" id="{8A9C1209-6951-B9C7-1FDE-051AEE22E436}"/>
              </a:ext>
            </a:extLst>
          </p:cNvPr>
          <p:cNvPicPr>
            <a:picLocks/>
          </p:cNvPicPr>
          <p:nvPr>
            <p:custDataLst>
              <p:tags r:id="rId22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4300020" y="2677313"/>
            <a:ext cx="3286340" cy="2241176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22317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5" name="Image 71">
            <a:extLst>
              <a:ext uri="{FF2B5EF4-FFF2-40B4-BE49-F238E27FC236}">
                <a16:creationId xmlns:a16="http://schemas.microsoft.com/office/drawing/2014/main" id="{8A9C1209-6951-B9C7-1FDE-051AEE22E436}"/>
              </a:ext>
            </a:extLst>
          </p:cNvPr>
          <p:cNvPicPr>
            <a:picLocks/>
          </p:cNvPicPr>
          <p:nvPr>
            <p:custDataLst>
              <p:tags r:id="rId22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4300020" y="2677313"/>
            <a:ext cx="3286340" cy="2241176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803471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773011" y="1584295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5" name="Image 71">
            <a:extLst>
              <a:ext uri="{FF2B5EF4-FFF2-40B4-BE49-F238E27FC236}">
                <a16:creationId xmlns:a16="http://schemas.microsoft.com/office/drawing/2014/main" id="{8A9C1209-6951-B9C7-1FDE-051AEE22E436}"/>
              </a:ext>
            </a:extLst>
          </p:cNvPr>
          <p:cNvPicPr>
            <a:picLocks/>
          </p:cNvPicPr>
          <p:nvPr>
            <p:custDataLst>
              <p:tags r:id="rId22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4300020" y="2677313"/>
            <a:ext cx="3286340" cy="2241176"/>
          </a:xfrm>
          <a:prstGeom prst="rect">
            <a:avLst/>
          </a:prstGeom>
        </p:spPr>
      </p:pic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1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  <p:grpSp>
        <p:nvGrpSpPr>
          <p:cNvPr id="9" name="群組 8">
            <a:extLst>
              <a:ext uri="{FF2B5EF4-FFF2-40B4-BE49-F238E27FC236}">
                <a16:creationId xmlns:a16="http://schemas.microsoft.com/office/drawing/2014/main" id="{7AEFCF0D-A168-E08E-AF03-D79104B6F066}"/>
              </a:ext>
            </a:extLst>
          </p:cNvPr>
          <p:cNvGrpSpPr/>
          <p:nvPr>
            <p:custDataLst>
              <p:tags r:id="rId25"/>
            </p:custDataLst>
          </p:nvPr>
        </p:nvGrpSpPr>
        <p:grpSpPr>
          <a:xfrm>
            <a:off x="5156392" y="1900353"/>
            <a:ext cx="1598167" cy="570296"/>
            <a:chOff x="5094433" y="1791439"/>
            <a:chExt cx="1598167" cy="570296"/>
          </a:xfrm>
        </p:grpSpPr>
        <p:sp>
          <p:nvSpPr>
            <p:cNvPr id="3" name="橢圓 2">
              <a:extLst>
                <a:ext uri="{FF2B5EF4-FFF2-40B4-BE49-F238E27FC236}">
                  <a16:creationId xmlns:a16="http://schemas.microsoft.com/office/drawing/2014/main" id="{B9D43661-8086-298F-12D0-52F56F887714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27A9D5F7-C821-00C8-EDC3-839FEBE00580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AB45AFD8-AAEA-319D-6459-1E1838B54158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219412297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/>
        </p:nvSpPr>
        <p:spPr>
          <a:xfrm>
            <a:off x="2837470" y="6104339"/>
            <a:ext cx="672948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Mono-saccharides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0" name="圖片 29">
            <a:extLst>
              <a:ext uri="{FF2B5EF4-FFF2-40B4-BE49-F238E27FC236}">
                <a16:creationId xmlns:a16="http://schemas.microsoft.com/office/drawing/2014/main" id="{158637D9-FCB4-1CFA-3058-161B0DC6DFC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70985" y="1767792"/>
            <a:ext cx="2902099" cy="4705592"/>
          </a:xfrm>
          <a:prstGeom prst="rect">
            <a:avLst/>
          </a:prstGeom>
        </p:spPr>
      </p:pic>
      <p:pic>
        <p:nvPicPr>
          <p:cNvPr id="14338" name="Picture 2" descr="DEXTRO DETROX D.GLUCOSE POWDER | PNS eShop">
            <a:extLst>
              <a:ext uri="{FF2B5EF4-FFF2-40B4-BE49-F238E27FC236}">
                <a16:creationId xmlns:a16="http://schemas.microsoft.com/office/drawing/2014/main" id="{ABE4B6EA-1135-2EC0-6FFD-B0BEB8ACD14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818" t="3473" r="16913" b="4691"/>
          <a:stretch/>
        </p:blipFill>
        <p:spPr bwMode="auto">
          <a:xfrm>
            <a:off x="4464450" y="1437680"/>
            <a:ext cx="3263099" cy="4454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0464500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741636" y="1550253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01277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7017702" y="1550253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279632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260358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8"/>
    </p:ext>
  </p:extLs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36838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-250839" y="483744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4038044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308405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8424661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04136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F71947-6186-2415-F94F-12D859777F5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513755" y="6039986"/>
            <a:ext cx="9868878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992311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F71947-6186-2415-F94F-12D859777F5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513755" y="6039986"/>
            <a:ext cx="9868878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6CC96202-3DB7-F311-2BD3-5B600A61673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461066" y="2528486"/>
            <a:ext cx="5107899" cy="2347054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Glycosidic bond</a:t>
            </a:r>
          </a:p>
          <a:p>
            <a:pPr algn="ctr"/>
            <a:r>
              <a:rPr lang="zh-HK" altLang="en-US" b="1" dirty="0"/>
              <a:t>糖鍵</a:t>
            </a:r>
            <a:endParaRPr lang="zh-HK" altLang="en-US" sz="4000" b="1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3693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" name="群組 29">
            <a:extLst>
              <a:ext uri="{FF2B5EF4-FFF2-40B4-BE49-F238E27FC236}">
                <a16:creationId xmlns:a16="http://schemas.microsoft.com/office/drawing/2014/main" id="{EE5611B8-E061-794B-BFAF-D7E0522A6181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1781370" y="1574050"/>
            <a:ext cx="4711207" cy="5104820"/>
            <a:chOff x="741636" y="1550253"/>
            <a:chExt cx="4711207" cy="5104820"/>
          </a:xfrm>
        </p:grpSpPr>
        <p:grpSp>
          <p:nvGrpSpPr>
            <p:cNvPr id="19" name="群組 18">
              <a:extLst>
                <a:ext uri="{FF2B5EF4-FFF2-40B4-BE49-F238E27FC236}">
                  <a16:creationId xmlns:a16="http://schemas.microsoft.com/office/drawing/2014/main" id="{1BEB9594-2737-CF95-45AD-113AFD4CF694}"/>
                </a:ext>
              </a:extLst>
            </p:cNvPr>
            <p:cNvGrpSpPr/>
            <p:nvPr/>
          </p:nvGrpSpPr>
          <p:grpSpPr>
            <a:xfrm>
              <a:off x="741636" y="1550253"/>
              <a:ext cx="4711207" cy="5104820"/>
              <a:chOff x="741636" y="1550253"/>
              <a:chExt cx="4711207" cy="5104820"/>
            </a:xfrm>
          </p:grpSpPr>
          <p:grpSp>
            <p:nvGrpSpPr>
              <p:cNvPr id="2" name="群組 1">
                <a:extLst>
                  <a:ext uri="{FF2B5EF4-FFF2-40B4-BE49-F238E27FC236}">
                    <a16:creationId xmlns:a16="http://schemas.microsoft.com/office/drawing/2014/main" id="{8D30435A-E436-9E77-A758-9F4DBDAA631A}"/>
                  </a:ext>
                </a:extLst>
              </p:cNvPr>
              <p:cNvGrpSpPr/>
              <p:nvPr/>
            </p:nvGrpSpPr>
            <p:grpSpPr>
              <a:xfrm>
                <a:off x="741636" y="1550253"/>
                <a:ext cx="4711207" cy="5104820"/>
                <a:chOff x="741636" y="1550253"/>
                <a:chExt cx="4711207" cy="5104820"/>
              </a:xfrm>
            </p:grpSpPr>
            <p:sp>
              <p:nvSpPr>
                <p:cNvPr id="15" name="橢圓 14">
                  <a:extLst>
                    <a:ext uri="{FF2B5EF4-FFF2-40B4-BE49-F238E27FC236}">
                      <a16:creationId xmlns:a16="http://schemas.microsoft.com/office/drawing/2014/main" id="{8087C1E0-BC1D-49D3-AF2B-C0AEAE632F7F}"/>
                    </a:ext>
                  </a:extLst>
                </p:cNvPr>
                <p:cNvSpPr/>
                <p:nvPr/>
              </p:nvSpPr>
              <p:spPr>
                <a:xfrm>
                  <a:off x="741636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18" name="文字方塊 17">
                  <a:extLst>
                    <a:ext uri="{FF2B5EF4-FFF2-40B4-BE49-F238E27FC236}">
                      <a16:creationId xmlns:a16="http://schemas.microsoft.com/office/drawing/2014/main" id="{E215AA39-CB97-7286-4FFE-A974620B40F1}"/>
                    </a:ext>
                  </a:extLst>
                </p:cNvPr>
                <p:cNvSpPr txBox="1"/>
                <p:nvPr/>
              </p:nvSpPr>
              <p:spPr>
                <a:xfrm>
                  <a:off x="1631326" y="6070298"/>
                  <a:ext cx="3821517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6" name="Image 71">
                <a:extLst>
                  <a:ext uri="{FF2B5EF4-FFF2-40B4-BE49-F238E27FC236}">
                    <a16:creationId xmlns:a16="http://schemas.microsoft.com/office/drawing/2014/main" id="{B5AB69E9-4902-AD62-2E6A-BFD256317E8B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1280931" y="2635670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13" name="群組 12">
              <a:extLst>
                <a:ext uri="{FF2B5EF4-FFF2-40B4-BE49-F238E27FC236}">
                  <a16:creationId xmlns:a16="http://schemas.microsoft.com/office/drawing/2014/main" id="{1628B9D7-98B8-A0C7-1F27-BA099CF06367}"/>
                </a:ext>
              </a:extLst>
            </p:cNvPr>
            <p:cNvGrpSpPr/>
            <p:nvPr/>
          </p:nvGrpSpPr>
          <p:grpSpPr>
            <a:xfrm>
              <a:off x="2087162" y="1956884"/>
              <a:ext cx="1598167" cy="570296"/>
              <a:chOff x="5094433" y="1791439"/>
              <a:chExt cx="1598167" cy="570296"/>
            </a:xfrm>
          </p:grpSpPr>
          <p:sp>
            <p:nvSpPr>
              <p:cNvPr id="22" name="橢圓 21">
                <a:extLst>
                  <a:ext uri="{FF2B5EF4-FFF2-40B4-BE49-F238E27FC236}">
                    <a16:creationId xmlns:a16="http://schemas.microsoft.com/office/drawing/2014/main" id="{02888E3F-6E2A-63E2-2D66-9D34999A3176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4" name="橢圓 23">
                <a:extLst>
                  <a:ext uri="{FF2B5EF4-FFF2-40B4-BE49-F238E27FC236}">
                    <a16:creationId xmlns:a16="http://schemas.microsoft.com/office/drawing/2014/main" id="{1195EAA9-C0B6-CE80-3047-8083B837EDC1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5" name="橢圓 24">
                <a:extLst>
                  <a:ext uri="{FF2B5EF4-FFF2-40B4-BE49-F238E27FC236}">
                    <a16:creationId xmlns:a16="http://schemas.microsoft.com/office/drawing/2014/main" id="{6E4464B8-BE39-16F0-9659-311AF773C891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grpSp>
        <p:nvGrpSpPr>
          <p:cNvPr id="31" name="群組 30">
            <a:extLst>
              <a:ext uri="{FF2B5EF4-FFF2-40B4-BE49-F238E27FC236}">
                <a16:creationId xmlns:a16="http://schemas.microsoft.com/office/drawing/2014/main" id="{9800341B-26B7-259E-AD79-B76263FEC2EA}"/>
              </a:ext>
            </a:extLst>
          </p:cNvPr>
          <p:cNvGrpSpPr/>
          <p:nvPr>
            <p:custDataLst>
              <p:tags r:id="rId3"/>
            </p:custDataLst>
          </p:nvPr>
        </p:nvGrpSpPr>
        <p:grpSpPr>
          <a:xfrm>
            <a:off x="5725472" y="1551830"/>
            <a:ext cx="4364931" cy="5104820"/>
            <a:chOff x="7017702" y="1550253"/>
            <a:chExt cx="4364931" cy="5104820"/>
          </a:xfrm>
        </p:grpSpPr>
        <p:grpSp>
          <p:nvGrpSpPr>
            <p:cNvPr id="20" name="群組 19">
              <a:extLst>
                <a:ext uri="{FF2B5EF4-FFF2-40B4-BE49-F238E27FC236}">
                  <a16:creationId xmlns:a16="http://schemas.microsoft.com/office/drawing/2014/main" id="{B6041D96-0EF4-FCE0-20D6-3577FA722D08}"/>
                </a:ext>
              </a:extLst>
            </p:cNvPr>
            <p:cNvGrpSpPr/>
            <p:nvPr/>
          </p:nvGrpSpPr>
          <p:grpSpPr>
            <a:xfrm>
              <a:off x="7017702" y="1550253"/>
              <a:ext cx="4364931" cy="5104820"/>
              <a:chOff x="7017702" y="1550253"/>
              <a:chExt cx="4364931" cy="5104820"/>
            </a:xfrm>
          </p:grpSpPr>
          <p:grpSp>
            <p:nvGrpSpPr>
              <p:cNvPr id="3" name="群組 2">
                <a:extLst>
                  <a:ext uri="{FF2B5EF4-FFF2-40B4-BE49-F238E27FC236}">
                    <a16:creationId xmlns:a16="http://schemas.microsoft.com/office/drawing/2014/main" id="{F1AAA7EE-88F4-F929-D060-F817C7682F63}"/>
                  </a:ext>
                </a:extLst>
              </p:cNvPr>
              <p:cNvGrpSpPr/>
              <p:nvPr/>
            </p:nvGrpSpPr>
            <p:grpSpPr>
              <a:xfrm>
                <a:off x="7017702" y="1550253"/>
                <a:ext cx="4364931" cy="5104820"/>
                <a:chOff x="7017702" y="1550253"/>
                <a:chExt cx="4364931" cy="5104820"/>
              </a:xfrm>
            </p:grpSpPr>
            <p:sp>
              <p:nvSpPr>
                <p:cNvPr id="8" name="橢圓 7">
                  <a:extLst>
                    <a:ext uri="{FF2B5EF4-FFF2-40B4-BE49-F238E27FC236}">
                      <a16:creationId xmlns:a16="http://schemas.microsoft.com/office/drawing/2014/main" id="{3381DA8C-B770-6A42-406A-0DE66427545F}"/>
                    </a:ext>
                  </a:extLst>
                </p:cNvPr>
                <p:cNvSpPr/>
                <p:nvPr/>
              </p:nvSpPr>
              <p:spPr>
                <a:xfrm>
                  <a:off x="7017702" y="1550253"/>
                  <a:ext cx="4364931" cy="4427213"/>
                </a:xfrm>
                <a:prstGeom prst="ellipse">
                  <a:avLst/>
                </a:prstGeom>
                <a:solidFill>
                  <a:schemeClr val="bg2"/>
                </a:solidFill>
                <a:ln w="28575">
                  <a:solidFill>
                    <a:schemeClr val="tx1"/>
                  </a:solidFill>
                </a:ln>
                <a:scene3d>
                  <a:camera prst="orthographicFront"/>
                  <a:lightRig rig="threePt" dir="t"/>
                </a:scene3d>
                <a:sp3d extrusionH="114300">
                  <a:bevelT w="254000"/>
                  <a:bevelB w="254000"/>
                  <a:extrusionClr>
                    <a:schemeClr val="tx1"/>
                  </a:extrusionClr>
                </a:sp3d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HK" altLang="en-US" sz="15000" dirty="0">
                    <a:latin typeface="Roboto Black" panose="02000000000000000000" pitchFamily="2" charset="0"/>
                  </a:endParaRPr>
                </a:p>
              </p:txBody>
            </p:sp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B95B8542-57D3-17BB-5D76-E2277F2E6DCC}"/>
                    </a:ext>
                  </a:extLst>
                </p:cNvPr>
                <p:cNvSpPr txBox="1"/>
                <p:nvPr/>
              </p:nvSpPr>
              <p:spPr>
                <a:xfrm>
                  <a:off x="7907393" y="6070298"/>
                  <a:ext cx="3475240" cy="58477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altLang="zh-HK" sz="3200" dirty="0">
                      <a:latin typeface="Roboto Black" panose="02000000000000000000" pitchFamily="2" charset="0"/>
                      <a:ea typeface="Roboto Black" panose="02000000000000000000" pitchFamily="2" charset="0"/>
                    </a:rPr>
                    <a:t>Monosaccharides</a:t>
                  </a:r>
                  <a:endParaRPr lang="zh-HK" altLang="en-US" sz="3200" dirty="0">
                    <a:latin typeface="Roboto Black" panose="02000000000000000000" pitchFamily="2" charset="0"/>
                  </a:endParaRPr>
                </a:p>
              </p:txBody>
            </p:sp>
          </p:grpSp>
          <p:pic>
            <p:nvPicPr>
              <p:cNvPr id="17" name="Image 71">
                <a:extLst>
                  <a:ext uri="{FF2B5EF4-FFF2-40B4-BE49-F238E27FC236}">
                    <a16:creationId xmlns:a16="http://schemas.microsoft.com/office/drawing/2014/main" id="{476E8296-BA14-65E1-758B-6F2A19C8AA59}"/>
                  </a:ext>
                </a:extLst>
              </p:cNvPr>
              <p:cNvPicPr>
                <a:picLocks/>
              </p:cNvPicPr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7576855" y="2631806"/>
                <a:ext cx="3286340" cy="2241176"/>
              </a:xfrm>
              <a:prstGeom prst="rect">
                <a:avLst/>
              </a:prstGeom>
            </p:spPr>
          </p:pic>
        </p:grpSp>
        <p:grpSp>
          <p:nvGrpSpPr>
            <p:cNvPr id="26" name="群組 25">
              <a:extLst>
                <a:ext uri="{FF2B5EF4-FFF2-40B4-BE49-F238E27FC236}">
                  <a16:creationId xmlns:a16="http://schemas.microsoft.com/office/drawing/2014/main" id="{73140D74-EE57-7D0F-C671-D6385E4E1411}"/>
                </a:ext>
              </a:extLst>
            </p:cNvPr>
            <p:cNvGrpSpPr/>
            <p:nvPr/>
          </p:nvGrpSpPr>
          <p:grpSpPr>
            <a:xfrm>
              <a:off x="8420452" y="1943034"/>
              <a:ext cx="1598167" cy="570296"/>
              <a:chOff x="5094433" y="1791439"/>
              <a:chExt cx="1598167" cy="570296"/>
            </a:xfrm>
          </p:grpSpPr>
          <p:sp>
            <p:nvSpPr>
              <p:cNvPr id="27" name="橢圓 26">
                <a:extLst>
                  <a:ext uri="{FF2B5EF4-FFF2-40B4-BE49-F238E27FC236}">
                    <a16:creationId xmlns:a16="http://schemas.microsoft.com/office/drawing/2014/main" id="{715A93D9-F137-28CB-43CC-53FDEBEB084F}"/>
                  </a:ext>
                </a:extLst>
              </p:cNvPr>
              <p:cNvSpPr/>
              <p:nvPr/>
            </p:nvSpPr>
            <p:spPr>
              <a:xfrm>
                <a:off x="5094433" y="1792589"/>
                <a:ext cx="569146" cy="569146"/>
              </a:xfrm>
              <a:prstGeom prst="ellipse">
                <a:avLst/>
              </a:prstGeom>
              <a:solidFill>
                <a:schemeClr val="tx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C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28" name="橢圓 27">
                <a:extLst>
                  <a:ext uri="{FF2B5EF4-FFF2-40B4-BE49-F238E27FC236}">
                    <a16:creationId xmlns:a16="http://schemas.microsoft.com/office/drawing/2014/main" id="{9A2B93C5-DF6F-10AF-DD94-71B34AD95AB6}"/>
                  </a:ext>
                </a:extLst>
              </p:cNvPr>
              <p:cNvSpPr/>
              <p:nvPr/>
            </p:nvSpPr>
            <p:spPr>
              <a:xfrm>
                <a:off x="5622624" y="1791439"/>
                <a:ext cx="569147" cy="569147"/>
              </a:xfrm>
              <a:prstGeom prst="ellipse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solidFill>
                      <a:schemeClr val="tx1"/>
                    </a:solidFill>
                    <a:latin typeface="Roboto Black" panose="02000000000000000000" pitchFamily="2" charset="0"/>
                    <a:ea typeface="Roboto Black" panose="02000000000000000000" pitchFamily="2" charset="0"/>
                  </a:rPr>
                  <a:t>H</a:t>
                </a:r>
                <a:endParaRPr lang="zh-HK" altLang="en-US" sz="4000" dirty="0">
                  <a:solidFill>
                    <a:schemeClr val="tx1"/>
                  </a:solidFill>
                  <a:latin typeface="Roboto Black" panose="02000000000000000000" pitchFamily="2" charset="0"/>
                </a:endParaRPr>
              </a:p>
            </p:txBody>
          </p:sp>
          <p:sp>
            <p:nvSpPr>
              <p:cNvPr id="29" name="橢圓 28">
                <a:extLst>
                  <a:ext uri="{FF2B5EF4-FFF2-40B4-BE49-F238E27FC236}">
                    <a16:creationId xmlns:a16="http://schemas.microsoft.com/office/drawing/2014/main" id="{83320B71-2B3F-1934-EDD8-640E55741BA8}"/>
                  </a:ext>
                </a:extLst>
              </p:cNvPr>
              <p:cNvSpPr/>
              <p:nvPr/>
            </p:nvSpPr>
            <p:spPr>
              <a:xfrm>
                <a:off x="6123453" y="1791439"/>
                <a:ext cx="569147" cy="569147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HK" sz="4000" dirty="0">
                    <a:latin typeface="Roboto Black" panose="02000000000000000000" pitchFamily="2" charset="0"/>
                    <a:ea typeface="Roboto Black" panose="02000000000000000000" pitchFamily="2" charset="0"/>
                  </a:rPr>
                  <a:t>O</a:t>
                </a:r>
                <a:endParaRPr lang="zh-HK" altLang="en-US" sz="4000" dirty="0">
                  <a:latin typeface="Roboto Black" panose="02000000000000000000" pitchFamily="2" charset="0"/>
                </a:endParaRPr>
              </a:p>
            </p:txBody>
          </p:sp>
        </p:grpSp>
      </p:grp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5"/>
            </p:custDataLst>
          </p:nvPr>
        </p:nvSpPr>
        <p:spPr>
          <a:xfrm>
            <a:off x="1109302" y="48827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5" name="橢圓 4">
            <a:extLst>
              <a:ext uri="{FF2B5EF4-FFF2-40B4-BE49-F238E27FC236}">
                <a16:creationId xmlns:a16="http://schemas.microsoft.com/office/drawing/2014/main" id="{F0052E9A-4C78-8908-A4AA-881C219C1CF1}"/>
              </a:ext>
            </a:extLst>
          </p:cNvPr>
          <p:cNvSpPr>
            <a:spLocks/>
          </p:cNvSpPr>
          <p:nvPr>
            <p:custDataLst>
              <p:tags r:id="rId6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箭號: 左-右雙向 6">
            <a:extLst>
              <a:ext uri="{FF2B5EF4-FFF2-40B4-BE49-F238E27FC236}">
                <a16:creationId xmlns:a16="http://schemas.microsoft.com/office/drawing/2014/main" id="{043E7656-EC3F-F111-5A28-70B38E4A2FFA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D4AD922-C473-481B-AA25-87ADA1EF1511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2611967" y="6039986"/>
            <a:ext cx="6968066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 (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二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dirty="0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0696C48E-0AAB-0E6C-EA5F-8A347AB4CE3B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E2F71947-6186-2415-F94F-12D859777F5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513755" y="6039986"/>
            <a:ext cx="9868878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6CC96202-3DB7-F311-2BD3-5B600A61673D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3461066" y="2528486"/>
            <a:ext cx="5107899" cy="2347054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Glycosidic bond</a:t>
            </a:r>
          </a:p>
          <a:p>
            <a:pPr algn="ctr"/>
            <a:r>
              <a:rPr lang="zh-HK" altLang="en-US" b="1" dirty="0"/>
              <a:t>糖鍵</a:t>
            </a:r>
            <a:endParaRPr lang="zh-HK" altLang="en-US" sz="4000" b="1" dirty="0">
              <a:latin typeface="Roboto Black" panose="02000000000000000000" pitchFamily="2" charset="0"/>
            </a:endParaRPr>
          </a:p>
        </p:txBody>
      </p:sp>
      <p:grpSp>
        <p:nvGrpSpPr>
          <p:cNvPr id="23" name="群組 22">
            <a:extLst>
              <a:ext uri="{FF2B5EF4-FFF2-40B4-BE49-F238E27FC236}">
                <a16:creationId xmlns:a16="http://schemas.microsoft.com/office/drawing/2014/main" id="{FE755A9B-5768-70CD-55E3-ECA73ACD01C2}"/>
              </a:ext>
            </a:extLst>
          </p:cNvPr>
          <p:cNvGrpSpPr/>
          <p:nvPr>
            <p:custDataLst>
              <p:tags r:id="rId12"/>
            </p:custDataLst>
          </p:nvPr>
        </p:nvGrpSpPr>
        <p:grpSpPr>
          <a:xfrm>
            <a:off x="2105425" y="1953425"/>
            <a:ext cx="8068236" cy="3711522"/>
            <a:chOff x="2105425" y="1953425"/>
            <a:chExt cx="8068236" cy="3711522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B4898498-4CFD-4E1C-D524-EA170785D791}"/>
                </a:ext>
              </a:extLst>
            </p:cNvPr>
            <p:cNvSpPr/>
            <p:nvPr/>
          </p:nvSpPr>
          <p:spPr>
            <a:xfrm>
              <a:off x="2105425" y="2631806"/>
              <a:ext cx="8068236" cy="220618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8194" name="Picture 2" descr="Maltose is a reducing sugar. Formula, Function">
              <a:extLst>
                <a:ext uri="{FF2B5EF4-FFF2-40B4-BE49-F238E27FC236}">
                  <a16:creationId xmlns:a16="http://schemas.microsoft.com/office/drawing/2014/main" id="{A9608D39-B9CA-300C-6D25-84B47CD60EA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3409135" y="1953425"/>
              <a:ext cx="5057574" cy="371152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0644906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29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B1AE57C-9F9F-803D-70B3-DEC203DB7947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6121823" y="2600149"/>
            <a:ext cx="889333" cy="35794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1DF4FC2-E72E-EED1-FC3F-C8B6E53BC7A9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8622640" y="2611500"/>
            <a:ext cx="889333" cy="357947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11DDD1E2-F65E-E365-288A-B80DF02284F3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0"/>
          <a:stretch>
            <a:fillRect/>
          </a:stretch>
        </p:blipFill>
        <p:spPr>
          <a:xfrm>
            <a:off x="1446059" y="3029345"/>
            <a:ext cx="702607" cy="282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208289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30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5239159" y="2433475"/>
            <a:ext cx="5155478" cy="2692542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EB1AE57C-9F9F-803D-70B3-DEC203DB7947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6121823" y="2600149"/>
            <a:ext cx="889333" cy="35794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1DF4FC2-E72E-EED1-FC3F-C8B6E53BC7A9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8622640" y="2611500"/>
            <a:ext cx="889333" cy="357947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11DDD1E2-F65E-E365-288A-B80DF02284F3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32"/>
          <a:stretch>
            <a:fillRect/>
          </a:stretch>
        </p:blipFill>
        <p:spPr>
          <a:xfrm>
            <a:off x="1446059" y="3029345"/>
            <a:ext cx="702607" cy="282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7666868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31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5239159" y="2433475"/>
            <a:ext cx="5155478" cy="2692542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640642" y="5411922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pic>
        <p:nvPicPr>
          <p:cNvPr id="14" name="圖片 13">
            <a:extLst>
              <a:ext uri="{FF2B5EF4-FFF2-40B4-BE49-F238E27FC236}">
                <a16:creationId xmlns:a16="http://schemas.microsoft.com/office/drawing/2014/main" id="{EB1AE57C-9F9F-803D-70B3-DEC203DB7947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6121823" y="2600149"/>
            <a:ext cx="889333" cy="35794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1DF4FC2-E72E-EED1-FC3F-C8B6E53BC7A9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8622640" y="2611500"/>
            <a:ext cx="889333" cy="357947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11DDD1E2-F65E-E365-288A-B80DF02284F3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3"/>
          <a:stretch>
            <a:fillRect/>
          </a:stretch>
        </p:blipFill>
        <p:spPr>
          <a:xfrm>
            <a:off x="1446059" y="3029345"/>
            <a:ext cx="702607" cy="282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818721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9"/>
    </p:ext>
  </p:extLs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32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5239159" y="2433475"/>
            <a:ext cx="5155478" cy="2692542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640642" y="5411922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grpSp>
        <p:nvGrpSpPr>
          <p:cNvPr id="34" name="群組 33">
            <a:extLst>
              <a:ext uri="{FF2B5EF4-FFF2-40B4-BE49-F238E27FC236}">
                <a16:creationId xmlns:a16="http://schemas.microsoft.com/office/drawing/2014/main" id="{E0A1AF77-031B-3417-D7CB-2351DC830B70}"/>
              </a:ext>
            </a:extLst>
          </p:cNvPr>
          <p:cNvGrpSpPr/>
          <p:nvPr>
            <p:custDataLst>
              <p:tags r:id="rId24"/>
            </p:custDataLst>
          </p:nvPr>
        </p:nvGrpSpPr>
        <p:grpSpPr>
          <a:xfrm>
            <a:off x="2895543" y="2782895"/>
            <a:ext cx="2300018" cy="2160289"/>
            <a:chOff x="2895543" y="2782895"/>
            <a:chExt cx="2300018" cy="2160289"/>
          </a:xfrm>
        </p:grpSpPr>
        <p:sp>
          <p:nvSpPr>
            <p:cNvPr id="31" name="箭號: 左-右雙向 30">
              <a:extLst>
                <a:ext uri="{FF2B5EF4-FFF2-40B4-BE49-F238E27FC236}">
                  <a16:creationId xmlns:a16="http://schemas.microsoft.com/office/drawing/2014/main" id="{E3C7E9A8-0902-162F-9FF0-FBE9B397607D}"/>
                </a:ext>
              </a:extLst>
            </p:cNvPr>
            <p:cNvSpPr/>
            <p:nvPr/>
          </p:nvSpPr>
          <p:spPr>
            <a:xfrm>
              <a:off x="3121590" y="3373852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32" name="文字方塊 31">
              <a:extLst>
                <a:ext uri="{FF2B5EF4-FFF2-40B4-BE49-F238E27FC236}">
                  <a16:creationId xmlns:a16="http://schemas.microsoft.com/office/drawing/2014/main" id="{F91540F9-703A-6E11-055E-872880E84B1E}"/>
                </a:ext>
              </a:extLst>
            </p:cNvPr>
            <p:cNvSpPr txBox="1"/>
            <p:nvPr/>
          </p:nvSpPr>
          <p:spPr>
            <a:xfrm>
              <a:off x="3121590" y="2782895"/>
              <a:ext cx="190549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dirty="0"/>
                <a:t> </a:t>
              </a:r>
              <a:endParaRPr lang="zh-HK" altLang="en-US" dirty="0"/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831F4B68-211F-B1BE-B4B0-A323A5EE8ABC}"/>
                </a:ext>
              </a:extLst>
            </p:cNvPr>
            <p:cNvSpPr txBox="1"/>
            <p:nvPr/>
          </p:nvSpPr>
          <p:spPr>
            <a:xfrm>
              <a:off x="2895543" y="4481519"/>
              <a:ext cx="230001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r>
                <a:rPr lang="en-US" altLang="zh-HK" dirty="0">
                  <a:solidFill>
                    <a:srgbClr val="FF0000"/>
                  </a:solidFill>
                </a:rPr>
                <a:t> 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</p:grpSp>
      <p:pic>
        <p:nvPicPr>
          <p:cNvPr id="14" name="圖片 13">
            <a:extLst>
              <a:ext uri="{FF2B5EF4-FFF2-40B4-BE49-F238E27FC236}">
                <a16:creationId xmlns:a16="http://schemas.microsoft.com/office/drawing/2014/main" id="{EB1AE57C-9F9F-803D-70B3-DEC203DB7947}"/>
              </a:ext>
            </a:extLst>
          </p:cNvPr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6121823" y="2600149"/>
            <a:ext cx="889333" cy="357947"/>
          </a:xfrm>
          <a:prstGeom prst="rect">
            <a:avLst/>
          </a:prstGeom>
        </p:spPr>
      </p:pic>
      <p:pic>
        <p:nvPicPr>
          <p:cNvPr id="35" name="圖片 34">
            <a:extLst>
              <a:ext uri="{FF2B5EF4-FFF2-40B4-BE49-F238E27FC236}">
                <a16:creationId xmlns:a16="http://schemas.microsoft.com/office/drawing/2014/main" id="{C1DF4FC2-E72E-EED1-FC3F-C8B6E53BC7A9}"/>
              </a:ext>
            </a:extLst>
          </p:cNvPr>
          <p:cNvPicPr>
            <a:picLocks noChangeAspect="1"/>
          </p:cNvPicPr>
          <p:nvPr>
            <p:custDataLst>
              <p:tags r:id="rId26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8622640" y="2611500"/>
            <a:ext cx="889333" cy="357947"/>
          </a:xfrm>
          <a:prstGeom prst="rect">
            <a:avLst/>
          </a:prstGeom>
        </p:spPr>
      </p:pic>
      <p:pic>
        <p:nvPicPr>
          <p:cNvPr id="36" name="圖片 35">
            <a:extLst>
              <a:ext uri="{FF2B5EF4-FFF2-40B4-BE49-F238E27FC236}">
                <a16:creationId xmlns:a16="http://schemas.microsoft.com/office/drawing/2014/main" id="{11DDD1E2-F65E-E365-288A-B80DF02284F3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34"/>
          <a:stretch>
            <a:fillRect/>
          </a:stretch>
        </p:blipFill>
        <p:spPr>
          <a:xfrm>
            <a:off x="1446059" y="3029345"/>
            <a:ext cx="702607" cy="28279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63950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0"/>
    </p:ext>
  </p:extLs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/>
        </p:nvSpPr>
        <p:spPr>
          <a:xfrm>
            <a:off x="1469291" y="5917390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雙醣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b="1" dirty="0">
              <a:solidFill>
                <a:schemeClr val="tx1"/>
              </a:solidFill>
            </a:endParaRPr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F127770C-8449-9AAE-0414-E71553D3F21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79493" y="1506754"/>
            <a:ext cx="2730640" cy="2482978"/>
          </a:xfrm>
          <a:prstGeom prst="rect">
            <a:avLst/>
          </a:prstGeom>
        </p:spPr>
      </p:pic>
      <p:sp>
        <p:nvSpPr>
          <p:cNvPr id="35" name="文字方塊 34">
            <a:extLst>
              <a:ext uri="{FF2B5EF4-FFF2-40B4-BE49-F238E27FC236}">
                <a16:creationId xmlns:a16="http://schemas.microsoft.com/office/drawing/2014/main" id="{D694328B-38B6-CB12-9C1A-8C8A7D1C9899}"/>
              </a:ext>
            </a:extLst>
          </p:cNvPr>
          <p:cNvSpPr txBox="1"/>
          <p:nvPr/>
        </p:nvSpPr>
        <p:spPr>
          <a:xfrm>
            <a:off x="7063214" y="4074429"/>
            <a:ext cx="6317641" cy="25453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Maltose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麥芽糖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glucose - water</a:t>
            </a:r>
          </a:p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Sucrose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蔗糖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fructose - water</a:t>
            </a:r>
          </a:p>
          <a:p>
            <a:pPr>
              <a:lnSpc>
                <a:spcPct val="150000"/>
              </a:lnSpc>
            </a:pPr>
            <a:r>
              <a:rPr lang="en-US" altLang="zh-HK" b="1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Lactose </a:t>
            </a:r>
            <a:r>
              <a:rPr lang="zh-HK" altLang="en-US" b="1" i="0" dirty="0">
                <a:solidFill>
                  <a:srgbClr val="0070C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乳糖</a:t>
            </a:r>
            <a:endParaRPr lang="en-US" altLang="zh-HK" b="1" dirty="0">
              <a:solidFill>
                <a:srgbClr val="0070C0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>
              <a:lnSpc>
                <a:spcPct val="150000"/>
              </a:lnSpc>
            </a:pPr>
            <a:r>
              <a:rPr lang="en-US" altLang="zh-HK" dirty="0"/>
              <a:t>	</a:t>
            </a:r>
            <a:r>
              <a:rPr lang="en-US" altLang="zh-HK" b="1" dirty="0"/>
              <a:t>glucose + galactose - water</a:t>
            </a:r>
          </a:p>
        </p:txBody>
      </p:sp>
      <p:grpSp>
        <p:nvGrpSpPr>
          <p:cNvPr id="55" name="群組 54">
            <a:extLst>
              <a:ext uri="{FF2B5EF4-FFF2-40B4-BE49-F238E27FC236}">
                <a16:creationId xmlns:a16="http://schemas.microsoft.com/office/drawing/2014/main" id="{CA9E4726-3912-AFA2-0178-8ECE773F1962}"/>
              </a:ext>
            </a:extLst>
          </p:cNvPr>
          <p:cNvGrpSpPr/>
          <p:nvPr/>
        </p:nvGrpSpPr>
        <p:grpSpPr>
          <a:xfrm>
            <a:off x="7979493" y="4643237"/>
            <a:ext cx="2027840" cy="1930659"/>
            <a:chOff x="7979493" y="4643237"/>
            <a:chExt cx="2027840" cy="1930659"/>
          </a:xfrm>
        </p:grpSpPr>
        <p:sp>
          <p:nvSpPr>
            <p:cNvPr id="48" name="矩形 47">
              <a:extLst>
                <a:ext uri="{FF2B5EF4-FFF2-40B4-BE49-F238E27FC236}">
                  <a16:creationId xmlns:a16="http://schemas.microsoft.com/office/drawing/2014/main" id="{7A359FA7-40D8-27AB-BDB0-D889F219BD2C}"/>
                </a:ext>
              </a:extLst>
            </p:cNvPr>
            <p:cNvSpPr/>
            <p:nvPr/>
          </p:nvSpPr>
          <p:spPr>
            <a:xfrm>
              <a:off x="7979493" y="4664208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2" name="矩形 51">
              <a:extLst>
                <a:ext uri="{FF2B5EF4-FFF2-40B4-BE49-F238E27FC236}">
                  <a16:creationId xmlns:a16="http://schemas.microsoft.com/office/drawing/2014/main" id="{563257D2-BABD-684B-6EDB-538A2FB87DAF}"/>
                </a:ext>
              </a:extLst>
            </p:cNvPr>
            <p:cNvSpPr/>
            <p:nvPr/>
          </p:nvSpPr>
          <p:spPr>
            <a:xfrm>
              <a:off x="9027243" y="4643237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3" name="矩形 52">
              <a:extLst>
                <a:ext uri="{FF2B5EF4-FFF2-40B4-BE49-F238E27FC236}">
                  <a16:creationId xmlns:a16="http://schemas.microsoft.com/office/drawing/2014/main" id="{84391770-A95C-0A4D-0DD0-B50283070A33}"/>
                </a:ext>
              </a:extLst>
            </p:cNvPr>
            <p:cNvSpPr/>
            <p:nvPr/>
          </p:nvSpPr>
          <p:spPr>
            <a:xfrm>
              <a:off x="7979493" y="5507536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id="{205FE08C-8D76-D887-EE34-F113E5B28164}"/>
                </a:ext>
              </a:extLst>
            </p:cNvPr>
            <p:cNvSpPr/>
            <p:nvPr/>
          </p:nvSpPr>
          <p:spPr>
            <a:xfrm>
              <a:off x="7979493" y="6304954"/>
              <a:ext cx="980090" cy="268942"/>
            </a:xfrm>
            <a:prstGeom prst="rect">
              <a:avLst/>
            </a:prstGeom>
            <a:noFill/>
            <a:ln w="285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56" name="矩形 55">
            <a:extLst>
              <a:ext uri="{FF2B5EF4-FFF2-40B4-BE49-F238E27FC236}">
                <a16:creationId xmlns:a16="http://schemas.microsoft.com/office/drawing/2014/main" id="{CDB66F04-1A41-6758-8144-81FED5123166}"/>
              </a:ext>
            </a:extLst>
          </p:cNvPr>
          <p:cNvSpPr/>
          <p:nvPr/>
        </p:nvSpPr>
        <p:spPr>
          <a:xfrm>
            <a:off x="10007334" y="4643237"/>
            <a:ext cx="916278" cy="201415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18434" name="Picture 2" descr="Maltose | Food Secrets">
            <a:extLst>
              <a:ext uri="{FF2B5EF4-FFF2-40B4-BE49-F238E27FC236}">
                <a16:creationId xmlns:a16="http://schemas.microsoft.com/office/drawing/2014/main" id="{23340257-21B6-0A5F-AFF0-09C9E97D555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799" r="20519"/>
          <a:stretch/>
        </p:blipFill>
        <p:spPr bwMode="auto">
          <a:xfrm>
            <a:off x="197273" y="2769924"/>
            <a:ext cx="3448273" cy="30303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438" name="Picture 6" descr="Myths around sugar consumption and why is it harmful to consume |  HealthShots">
            <a:extLst>
              <a:ext uri="{FF2B5EF4-FFF2-40B4-BE49-F238E27FC236}">
                <a16:creationId xmlns:a16="http://schemas.microsoft.com/office/drawing/2014/main" id="{5886350E-ADA9-6D7F-1309-4DB2546740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17" r="26537"/>
          <a:stretch/>
        </p:blipFill>
        <p:spPr bwMode="auto">
          <a:xfrm>
            <a:off x="3823730" y="2752413"/>
            <a:ext cx="3019091" cy="30408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76345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"/>
    </p:ext>
  </p:extLs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2544255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9"/>
    </p:ext>
  </p:extLs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01789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196787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0"/>
    </p:ext>
  </p:extLs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944268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858308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1"/>
    </p:ext>
  </p:extLs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7932642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2"/>
    </p:ext>
  </p:extLs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7540906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647705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129012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111025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654301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508248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6"/>
    </p:ext>
  </p:extLs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69540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6"/>
    </p:ext>
  </p:extLs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925997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7"/>
    </p:ext>
  </p:extLs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597042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7"/>
    </p:ext>
  </p:extLs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66946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8"/>
    </p:ext>
  </p:extLs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506973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9"/>
    </p:ext>
  </p:extLs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356748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9"/>
    </p:ext>
  </p:extLs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520936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161752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208810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8721975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0DD7F4-75B5-27E2-A6C6-E669F73A2AE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34486" y="57537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339031118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357770" y="392933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005073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005D572-1E7A-7113-2DD9-D036C59770D5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87601" y="356453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820DD7F4-75B5-27E2-A6C6-E669F73A2AE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334486" y="57537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  <a:p>
            <a:pPr algn="ctr"/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grpSp>
        <p:nvGrpSpPr>
          <p:cNvPr id="85" name="群組 84">
            <a:extLst>
              <a:ext uri="{FF2B5EF4-FFF2-40B4-BE49-F238E27FC236}">
                <a16:creationId xmlns:a16="http://schemas.microsoft.com/office/drawing/2014/main" id="{6E15D355-4123-4947-1445-604F0D808C26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6047988" y="1393209"/>
            <a:ext cx="4491168" cy="4754118"/>
            <a:chOff x="7816884" y="1105217"/>
            <a:chExt cx="4491168" cy="4754118"/>
          </a:xfrm>
        </p:grpSpPr>
        <p:sp>
          <p:nvSpPr>
            <p:cNvPr id="69" name="橢圓 68">
              <a:extLst>
                <a:ext uri="{FF2B5EF4-FFF2-40B4-BE49-F238E27FC236}">
                  <a16:creationId xmlns:a16="http://schemas.microsoft.com/office/drawing/2014/main" id="{8B7856FB-C2CC-C495-C2C9-0F365D7176BA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0" name="橢圓 69">
              <a:extLst>
                <a:ext uri="{FF2B5EF4-FFF2-40B4-BE49-F238E27FC236}">
                  <a16:creationId xmlns:a16="http://schemas.microsoft.com/office/drawing/2014/main" id="{5EDF7A39-F933-0779-ADD5-0C0772D47327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1" name="橢圓 70">
              <a:extLst>
                <a:ext uri="{FF2B5EF4-FFF2-40B4-BE49-F238E27FC236}">
                  <a16:creationId xmlns:a16="http://schemas.microsoft.com/office/drawing/2014/main" id="{DCE50AD4-8218-2BD4-2290-68053FD04A91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2" name="橢圓 71">
              <a:extLst>
                <a:ext uri="{FF2B5EF4-FFF2-40B4-BE49-F238E27FC236}">
                  <a16:creationId xmlns:a16="http://schemas.microsoft.com/office/drawing/2014/main" id="{73483838-6BAC-5C91-7ED6-A6BCDB5E89B0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3" name="橢圓 72">
              <a:extLst>
                <a:ext uri="{FF2B5EF4-FFF2-40B4-BE49-F238E27FC236}">
                  <a16:creationId xmlns:a16="http://schemas.microsoft.com/office/drawing/2014/main" id="{052D5640-F855-01AE-27BE-CBB6A9668BFB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4" name="橢圓 73">
              <a:extLst>
                <a:ext uri="{FF2B5EF4-FFF2-40B4-BE49-F238E27FC236}">
                  <a16:creationId xmlns:a16="http://schemas.microsoft.com/office/drawing/2014/main" id="{8B31CF88-E6BB-2645-7322-D8169F0539EB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5" name="橢圓 74">
              <a:extLst>
                <a:ext uri="{FF2B5EF4-FFF2-40B4-BE49-F238E27FC236}">
                  <a16:creationId xmlns:a16="http://schemas.microsoft.com/office/drawing/2014/main" id="{265E81A7-DC0E-E81D-4048-6C1BC353FD3F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6" name="橢圓 75">
              <a:extLst>
                <a:ext uri="{FF2B5EF4-FFF2-40B4-BE49-F238E27FC236}">
                  <a16:creationId xmlns:a16="http://schemas.microsoft.com/office/drawing/2014/main" id="{32D28B41-346B-C622-BA68-9BB0BA679F22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7" name="橢圓 76">
              <a:extLst>
                <a:ext uri="{FF2B5EF4-FFF2-40B4-BE49-F238E27FC236}">
                  <a16:creationId xmlns:a16="http://schemas.microsoft.com/office/drawing/2014/main" id="{4551AE49-18E3-D28A-94DE-9A9787674FE7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8" name="橢圓 77">
              <a:extLst>
                <a:ext uri="{FF2B5EF4-FFF2-40B4-BE49-F238E27FC236}">
                  <a16:creationId xmlns:a16="http://schemas.microsoft.com/office/drawing/2014/main" id="{5FB162FE-3093-8878-3EB0-56FA33B70515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79" name="橢圓 78">
              <a:extLst>
                <a:ext uri="{FF2B5EF4-FFF2-40B4-BE49-F238E27FC236}">
                  <a16:creationId xmlns:a16="http://schemas.microsoft.com/office/drawing/2014/main" id="{357B3004-4896-3B6D-3ED3-415673A57196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0" name="橢圓 79">
              <a:extLst>
                <a:ext uri="{FF2B5EF4-FFF2-40B4-BE49-F238E27FC236}">
                  <a16:creationId xmlns:a16="http://schemas.microsoft.com/office/drawing/2014/main" id="{A5460161-989B-44D4-06DD-A50948C73A93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1" name="橢圓 80">
              <a:extLst>
                <a:ext uri="{FF2B5EF4-FFF2-40B4-BE49-F238E27FC236}">
                  <a16:creationId xmlns:a16="http://schemas.microsoft.com/office/drawing/2014/main" id="{DE906139-2E2B-E850-E914-2D06BB4EE45A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2" name="橢圓 81">
              <a:extLst>
                <a:ext uri="{FF2B5EF4-FFF2-40B4-BE49-F238E27FC236}">
                  <a16:creationId xmlns:a16="http://schemas.microsoft.com/office/drawing/2014/main" id="{6B60C120-53E7-E82A-DC87-7683B3B2C3C0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3" name="橢圓 82">
              <a:extLst>
                <a:ext uri="{FF2B5EF4-FFF2-40B4-BE49-F238E27FC236}">
                  <a16:creationId xmlns:a16="http://schemas.microsoft.com/office/drawing/2014/main" id="{ABF1A85A-5F06-CD95-D23F-4CF75FD03F4B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84" name="橢圓 83">
              <a:extLst>
                <a:ext uri="{FF2B5EF4-FFF2-40B4-BE49-F238E27FC236}">
                  <a16:creationId xmlns:a16="http://schemas.microsoft.com/office/drawing/2014/main" id="{29BCCE07-A7C7-13AF-65D5-2C1DCDF674D8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8" name="群組 7">
            <a:extLst>
              <a:ext uri="{FF2B5EF4-FFF2-40B4-BE49-F238E27FC236}">
                <a16:creationId xmlns:a16="http://schemas.microsoft.com/office/drawing/2014/main" id="{5A4B18D7-E183-01C9-E461-2F01F71CF4AB}"/>
              </a:ext>
            </a:extLst>
          </p:cNvPr>
          <p:cNvGrpSpPr/>
          <p:nvPr>
            <p:custDataLst>
              <p:tags r:id="rId21"/>
            </p:custDataLst>
          </p:nvPr>
        </p:nvGrpSpPr>
        <p:grpSpPr>
          <a:xfrm>
            <a:off x="2687601" y="1351338"/>
            <a:ext cx="8632332" cy="4795989"/>
            <a:chOff x="2687601" y="1351338"/>
            <a:chExt cx="8632332" cy="4795989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F678D974-2033-7BB5-2249-82BC01BF64F5}"/>
                </a:ext>
              </a:extLst>
            </p:cNvPr>
            <p:cNvSpPr/>
            <p:nvPr/>
          </p:nvSpPr>
          <p:spPr>
            <a:xfrm>
              <a:off x="2687601" y="1351338"/>
              <a:ext cx="8632332" cy="47959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pic>
          <p:nvPicPr>
            <p:cNvPr id="5" name="Image 73">
              <a:extLst>
                <a:ext uri="{FF2B5EF4-FFF2-40B4-BE49-F238E27FC236}">
                  <a16:creationId xmlns:a16="http://schemas.microsoft.com/office/drawing/2014/main" id="{78525FB3-B5B2-EB7A-BA86-7F34FC31489D}"/>
                </a:ext>
              </a:extLst>
            </p:cNvPr>
            <p:cNvPicPr>
              <a:picLocks/>
            </p:cNvPicPr>
            <p:nvPr/>
          </p:nvPicPr>
          <p:blipFill>
            <a:blip r:embed="rId25" cstate="print"/>
            <a:stretch>
              <a:fillRect/>
            </a:stretch>
          </p:blipFill>
          <p:spPr>
            <a:xfrm>
              <a:off x="3202629" y="1519019"/>
              <a:ext cx="6145718" cy="3923113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21664610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3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34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4118524" y="2971427"/>
            <a:ext cx="3075108" cy="1606031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502949" y="5201621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</a:t>
            </a:r>
          </a:p>
          <a:p>
            <a:pPr algn="ctr"/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dirty="0">
                <a:solidFill>
                  <a:schemeClr val="tx1"/>
                </a:solidFill>
              </a:rPr>
              <a:t>雙醣</a:t>
            </a:r>
            <a:r>
              <a:rPr lang="en-US" altLang="zh-HK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E3C7E9A8-0902-162F-9FF0-FBE9B397607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79326" y="3543611"/>
            <a:ext cx="760089" cy="461665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91540F9-703A-6E11-055E-872880E84B1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747115" y="3096208"/>
            <a:ext cx="190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chemeClr val="accent4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Hydrolysis</a:t>
            </a: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1F4B68-211F-B1BE-B4B0-A323A5EE8AB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698350" y="4034393"/>
            <a:ext cx="230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Condensation</a:t>
            </a:r>
            <a:r>
              <a:rPr lang="en-US" altLang="zh-HK" dirty="0">
                <a:solidFill>
                  <a:srgbClr val="FF0000"/>
                </a:solidFill>
              </a:rPr>
              <a:t> </a:t>
            </a:r>
            <a:endParaRPr lang="zh-HK" altLang="en-US" dirty="0">
              <a:solidFill>
                <a:srgbClr val="FF0000"/>
              </a:solidFill>
            </a:endParaRPr>
          </a:p>
        </p:txBody>
      </p:sp>
      <p:pic>
        <p:nvPicPr>
          <p:cNvPr id="12" name="圖片 11">
            <a:extLst>
              <a:ext uri="{FF2B5EF4-FFF2-40B4-BE49-F238E27FC236}">
                <a16:creationId xmlns:a16="http://schemas.microsoft.com/office/drawing/2014/main" id="{2A5DE0AB-D4E6-9916-DDDD-3ECF618B2C51}"/>
              </a:ext>
            </a:extLst>
          </p:cNvPr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1519242" y="3067995"/>
            <a:ext cx="563024" cy="22661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A2E2905-F7AF-5055-B80F-8EA3DBA44494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4632611" y="3114216"/>
            <a:ext cx="563024" cy="2266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60FA165-5D14-4230-A49E-C190F1486A35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6"/>
          <a:stretch>
            <a:fillRect/>
          </a:stretch>
        </p:blipFill>
        <p:spPr>
          <a:xfrm>
            <a:off x="6153225" y="3144189"/>
            <a:ext cx="563024" cy="2266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129497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2"/>
    </p:ext>
  </p:extLs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4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35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4118524" y="2971427"/>
            <a:ext cx="3075108" cy="1606031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502949" y="5201621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</a:t>
            </a:r>
          </a:p>
          <a:p>
            <a:pPr algn="ctr"/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dirty="0">
                <a:solidFill>
                  <a:schemeClr val="tx1"/>
                </a:solidFill>
              </a:rPr>
              <a:t>雙醣</a:t>
            </a:r>
            <a:r>
              <a:rPr lang="en-US" altLang="zh-HK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E3C7E9A8-0902-162F-9FF0-FBE9B397607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79326" y="3543611"/>
            <a:ext cx="760089" cy="461665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91540F9-703A-6E11-055E-872880E84B1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747115" y="3096208"/>
            <a:ext cx="190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chemeClr val="accent4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Hydrolysis</a:t>
            </a: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1F4B68-211F-B1BE-B4B0-A323A5EE8AB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698350" y="4034393"/>
            <a:ext cx="230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Condensation</a:t>
            </a:r>
            <a:r>
              <a:rPr lang="en-US" altLang="zh-HK" dirty="0">
                <a:solidFill>
                  <a:srgbClr val="FF0000"/>
                </a:solidFill>
              </a:rPr>
              <a:t> </a:t>
            </a:r>
            <a:endParaRPr lang="zh-HK" altLang="en-US" dirty="0">
              <a:solidFill>
                <a:srgbClr val="FF0000"/>
              </a:solidFill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6B932435-41EA-6FD8-B042-12F3F08B77A5}"/>
              </a:ext>
            </a:extLst>
          </p:cNvPr>
          <p:cNvGrpSpPr/>
          <p:nvPr>
            <p:custDataLst>
              <p:tags r:id="rId27"/>
            </p:custDataLst>
          </p:nvPr>
        </p:nvGrpSpPr>
        <p:grpSpPr>
          <a:xfrm>
            <a:off x="7329672" y="2418285"/>
            <a:ext cx="4487664" cy="2665855"/>
            <a:chOff x="7329672" y="2418285"/>
            <a:chExt cx="4487664" cy="2665855"/>
          </a:xfrm>
        </p:grpSpPr>
        <p:sp>
          <p:nvSpPr>
            <p:cNvPr id="6" name="箭號: 左-右雙向 5">
              <a:extLst>
                <a:ext uri="{FF2B5EF4-FFF2-40B4-BE49-F238E27FC236}">
                  <a16:creationId xmlns:a16="http://schemas.microsoft.com/office/drawing/2014/main" id="{C3D09DBE-ECAC-2A23-C1E4-6350338401F1}"/>
                </a:ext>
              </a:extLst>
            </p:cNvPr>
            <p:cNvSpPr/>
            <p:nvPr/>
          </p:nvSpPr>
          <p:spPr>
            <a:xfrm>
              <a:off x="7329672" y="3317979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49FA91A-EBC5-6C9E-14ED-3CBA9706928C}"/>
                </a:ext>
              </a:extLst>
            </p:cNvPr>
            <p:cNvSpPr txBox="1"/>
            <p:nvPr/>
          </p:nvSpPr>
          <p:spPr>
            <a:xfrm>
              <a:off x="7487098" y="2815522"/>
              <a:ext cx="1905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sz="1600" dirty="0"/>
                <a:t> </a:t>
              </a:r>
              <a:endParaRPr lang="zh-HK" altLang="en-US" sz="16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1E52A2D-134C-CD80-C6BA-40C6EEE17755}"/>
                </a:ext>
              </a:extLst>
            </p:cNvPr>
            <p:cNvSpPr txBox="1"/>
            <p:nvPr/>
          </p:nvSpPr>
          <p:spPr>
            <a:xfrm>
              <a:off x="7416386" y="4439715"/>
              <a:ext cx="2300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6259CE72-8672-54BC-56F7-BC7CFC4EC130}"/>
                </a:ext>
              </a:extLst>
            </p:cNvPr>
            <p:cNvGrpSpPr/>
            <p:nvPr/>
          </p:nvGrpSpPr>
          <p:grpSpPr>
            <a:xfrm>
              <a:off x="9298929" y="2418285"/>
              <a:ext cx="2518407" cy="2665855"/>
              <a:chOff x="7816884" y="1105217"/>
              <a:chExt cx="4491168" cy="4754118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DBF335E8-DE02-3DCE-17EA-C2E14347A228}"/>
                  </a:ext>
                </a:extLst>
              </p:cNvPr>
              <p:cNvSpPr/>
              <p:nvPr/>
            </p:nvSpPr>
            <p:spPr>
              <a:xfrm>
                <a:off x="7816884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837D33F8-27F3-6002-944A-D819ED2ACA27}"/>
                  </a:ext>
                </a:extLst>
              </p:cNvPr>
              <p:cNvSpPr/>
              <p:nvPr/>
            </p:nvSpPr>
            <p:spPr>
              <a:xfrm>
                <a:off x="8449753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DF272096-4388-6C84-16DA-E075A7B85327}"/>
                  </a:ext>
                </a:extLst>
              </p:cNvPr>
              <p:cNvSpPr/>
              <p:nvPr/>
            </p:nvSpPr>
            <p:spPr>
              <a:xfrm>
                <a:off x="9034967" y="283127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14EBBC4C-1901-0393-5324-9EBC2C401079}"/>
                  </a:ext>
                </a:extLst>
              </p:cNvPr>
              <p:cNvSpPr/>
              <p:nvPr/>
            </p:nvSpPr>
            <p:spPr>
              <a:xfrm>
                <a:off x="9545975" y="317629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F8228CEE-5E0D-052B-33C3-7F78E25D51F9}"/>
                  </a:ext>
                </a:extLst>
              </p:cNvPr>
              <p:cNvSpPr/>
              <p:nvPr/>
            </p:nvSpPr>
            <p:spPr>
              <a:xfrm>
                <a:off x="10130105" y="285136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C7DBE2CA-DC1A-B878-2D36-3AECB9D636A1}"/>
                  </a:ext>
                </a:extLst>
              </p:cNvPr>
              <p:cNvSpPr/>
              <p:nvPr/>
            </p:nvSpPr>
            <p:spPr>
              <a:xfrm>
                <a:off x="10221704" y="2263869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0CE06034-EACA-FDF3-2DEA-B1427782D835}"/>
                  </a:ext>
                </a:extLst>
              </p:cNvPr>
              <p:cNvSpPr/>
              <p:nvPr/>
            </p:nvSpPr>
            <p:spPr>
              <a:xfrm>
                <a:off x="10466573" y="169271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B9CC42B6-3DA0-BEC4-6EE8-7337C4703499}"/>
                  </a:ext>
                </a:extLst>
              </p:cNvPr>
              <p:cNvSpPr/>
              <p:nvPr/>
            </p:nvSpPr>
            <p:spPr>
              <a:xfrm>
                <a:off x="9469515" y="371030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75597BE6-503E-DA98-892D-E59A376521DF}"/>
                  </a:ext>
                </a:extLst>
              </p:cNvPr>
              <p:cNvSpPr/>
              <p:nvPr/>
            </p:nvSpPr>
            <p:spPr>
              <a:xfrm>
                <a:off x="9707904" y="42480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4A214BE6-F467-E4F5-3C8B-0884FF3D8F12}"/>
                  </a:ext>
                </a:extLst>
              </p:cNvPr>
              <p:cNvSpPr/>
              <p:nvPr/>
            </p:nvSpPr>
            <p:spPr>
              <a:xfrm>
                <a:off x="9369879" y="47326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822F9E59-E77E-8E1E-3359-FFA70F0516B3}"/>
                  </a:ext>
                </a:extLst>
              </p:cNvPr>
              <p:cNvSpPr/>
              <p:nvPr/>
            </p:nvSpPr>
            <p:spPr>
              <a:xfrm>
                <a:off x="9031854" y="517679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6977BE8A-E387-ABE4-D038-7B70231007E2}"/>
                  </a:ext>
                </a:extLst>
              </p:cNvPr>
              <p:cNvSpPr/>
              <p:nvPr/>
            </p:nvSpPr>
            <p:spPr>
              <a:xfrm>
                <a:off x="10265446" y="46321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4C989C25-8AFB-C64C-F2DD-B55CD41086A7}"/>
                  </a:ext>
                </a:extLst>
              </p:cNvPr>
              <p:cNvSpPr/>
              <p:nvPr/>
            </p:nvSpPr>
            <p:spPr>
              <a:xfrm>
                <a:off x="10600358" y="510180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993A70E4-4EC8-CE60-0F8F-3B171DA48F9F}"/>
                  </a:ext>
                </a:extLst>
              </p:cNvPr>
              <p:cNvSpPr/>
              <p:nvPr/>
            </p:nvSpPr>
            <p:spPr>
              <a:xfrm>
                <a:off x="10380841" y="110521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0063C0C9-C968-898B-3CD4-D1A7D3C0BCC2}"/>
                  </a:ext>
                </a:extLst>
              </p:cNvPr>
              <p:cNvSpPr/>
              <p:nvPr/>
            </p:nvSpPr>
            <p:spPr>
              <a:xfrm>
                <a:off x="11047910" y="17475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1" name="橢圓 60">
                <a:extLst>
                  <a:ext uri="{FF2B5EF4-FFF2-40B4-BE49-F238E27FC236}">
                    <a16:creationId xmlns:a16="http://schemas.microsoft.com/office/drawing/2014/main" id="{171B6CB3-9026-382C-92A4-05AD5745BF69}"/>
                  </a:ext>
                </a:extLst>
              </p:cNvPr>
              <p:cNvSpPr/>
              <p:nvPr/>
            </p:nvSpPr>
            <p:spPr>
              <a:xfrm>
                <a:off x="11635115" y="168390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2A5DE0AB-D4E6-9916-DDDD-3ECF618B2C51}"/>
              </a:ext>
            </a:extLst>
          </p:cNvPr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1519242" y="3067995"/>
            <a:ext cx="563024" cy="22661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A2E2905-F7AF-5055-B80F-8EA3DBA44494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4632611" y="3114216"/>
            <a:ext cx="563024" cy="2266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60FA165-5D14-4230-A49E-C190F1486A35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7"/>
          <a:stretch>
            <a:fillRect/>
          </a:stretch>
        </p:blipFill>
        <p:spPr>
          <a:xfrm>
            <a:off x="6153225" y="3144189"/>
            <a:ext cx="563024" cy="2266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1555788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3"/>
    </p:ext>
  </p:extLst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3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B6778094-D15F-492C-BFF3-74C9BB3FE0A9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824309" y="2896700"/>
            <a:ext cx="1905490" cy="1932679"/>
            <a:chOff x="3773011" y="1584295"/>
            <a:chExt cx="4364931" cy="4427213"/>
          </a:xfrm>
        </p:grpSpPr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A5E1DB0B-93B8-36C4-2F1E-A7946EBFED4E}"/>
                </a:ext>
              </a:extLst>
            </p:cNvPr>
            <p:cNvSpPr/>
            <p:nvPr/>
          </p:nvSpPr>
          <p:spPr>
            <a:xfrm>
              <a:off x="3773011" y="1584295"/>
              <a:ext cx="4364931" cy="44272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5" name="Image 71">
              <a:extLst>
                <a:ext uri="{FF2B5EF4-FFF2-40B4-BE49-F238E27FC236}">
                  <a16:creationId xmlns:a16="http://schemas.microsoft.com/office/drawing/2014/main" id="{8A9C1209-6951-B9C7-1FDE-051AEE22E436}"/>
                </a:ext>
              </a:extLst>
            </p:cNvPr>
            <p:cNvPicPr>
              <a:picLocks/>
            </p:cNvPicPr>
            <p:nvPr/>
          </p:nvPicPr>
          <p:blipFill>
            <a:blip r:embed="rId36" cstate="print"/>
            <a:stretch>
              <a:fillRect/>
            </a:stretch>
          </p:blipFill>
          <p:spPr>
            <a:xfrm>
              <a:off x="4300020" y="2677313"/>
              <a:ext cx="3286340" cy="2241176"/>
            </a:xfrm>
            <a:prstGeom prst="rect">
              <a:avLst/>
            </a:prstGeom>
          </p:spPr>
        </p:pic>
      </p:grpSp>
      <p:sp>
        <p:nvSpPr>
          <p:cNvPr id="27" name="文字方塊 26">
            <a:extLst>
              <a:ext uri="{FF2B5EF4-FFF2-40B4-BE49-F238E27FC236}">
                <a16:creationId xmlns:a16="http://schemas.microsoft.com/office/drawing/2014/main" id="{5B5152F1-0100-DB96-A20D-E689AF0CD629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641860" y="5273705"/>
            <a:ext cx="2270388" cy="646331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dirty="0">
                <a:latin typeface="Roboto Black" panose="02000000000000000000" pitchFamily="2" charset="0"/>
                <a:ea typeface="Roboto Black" panose="02000000000000000000" pitchFamily="2" charset="0"/>
              </a:rPr>
              <a:t>Monosaccharides </a:t>
            </a:r>
            <a:r>
              <a:rPr lang="en-US" altLang="zh-HK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單醣</a:t>
            </a:r>
            <a:r>
              <a:rPr lang="en-US" altLang="zh-HK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b="1" dirty="0">
              <a:latin typeface="Roboto Black" panose="02000000000000000000" pitchFamily="2" charset="0"/>
            </a:endParaRPr>
          </a:p>
        </p:txBody>
      </p:sp>
      <p:grpSp>
        <p:nvGrpSpPr>
          <p:cNvPr id="28" name="群組 27">
            <a:extLst>
              <a:ext uri="{FF2B5EF4-FFF2-40B4-BE49-F238E27FC236}">
                <a16:creationId xmlns:a16="http://schemas.microsoft.com/office/drawing/2014/main" id="{C5203DFC-29E9-CB37-9CC8-2A7FD0178246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4118524" y="2971427"/>
            <a:ext cx="3075108" cy="1606031"/>
            <a:chOff x="3844635" y="2136838"/>
            <a:chExt cx="5155478" cy="2692542"/>
          </a:xfrm>
        </p:grpSpPr>
        <p:sp>
          <p:nvSpPr>
            <p:cNvPr id="8" name="橢圓 7">
              <a:extLst>
                <a:ext uri="{FF2B5EF4-FFF2-40B4-BE49-F238E27FC236}">
                  <a16:creationId xmlns:a16="http://schemas.microsoft.com/office/drawing/2014/main" id="{24A0B543-35B8-4D17-A740-4EBE1EBE308D}"/>
                </a:ext>
              </a:extLst>
            </p:cNvPr>
            <p:cNvSpPr/>
            <p:nvPr/>
          </p:nvSpPr>
          <p:spPr>
            <a:xfrm>
              <a:off x="3844635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9A6B1335-8D97-39A0-3E7D-63CB419FC9DF}"/>
                </a:ext>
              </a:extLst>
            </p:cNvPr>
            <p:cNvSpPr/>
            <p:nvPr/>
          </p:nvSpPr>
          <p:spPr>
            <a:xfrm>
              <a:off x="6345450" y="2136838"/>
              <a:ext cx="2654663" cy="2692542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pic>
          <p:nvPicPr>
            <p:cNvPr id="26" name="Picture 2" descr="Maltose is a reducing sugar. Formula, Function">
              <a:extLst>
                <a:ext uri="{FF2B5EF4-FFF2-40B4-BE49-F238E27FC236}">
                  <a16:creationId xmlns:a16="http://schemas.microsoft.com/office/drawing/2014/main" id="{434FA5DB-2A23-797B-ABAA-C7CF19C560DA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5965"/>
            <a:stretch/>
          </p:blipFill>
          <p:spPr bwMode="auto">
            <a:xfrm>
              <a:off x="5152412" y="2576668"/>
              <a:ext cx="2470356" cy="181288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sp>
        <p:nvSpPr>
          <p:cNvPr id="29" name="矩形 28">
            <a:extLst>
              <a:ext uri="{FF2B5EF4-FFF2-40B4-BE49-F238E27FC236}">
                <a16:creationId xmlns:a16="http://schemas.microsoft.com/office/drawing/2014/main" id="{61FE8BD9-72BB-867F-2CBD-5E02C9F1AAE4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502949" y="5201621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Di</a:t>
            </a:r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</a:t>
            </a:r>
          </a:p>
          <a:p>
            <a:pPr algn="ctr"/>
            <a:r>
              <a:rPr lang="en-US" altLang="zh-HK" sz="20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b="1" dirty="0">
                <a:solidFill>
                  <a:schemeClr val="tx1"/>
                </a:solidFill>
              </a:rPr>
              <a:t>雙醣</a:t>
            </a:r>
            <a:r>
              <a:rPr lang="en-US" altLang="zh-HK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1200" b="1" dirty="0">
              <a:solidFill>
                <a:schemeClr val="tx1"/>
              </a:solidFill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E3C7E9A8-0902-162F-9FF0-FBE9B397607D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79326" y="3543611"/>
            <a:ext cx="760089" cy="461665"/>
          </a:xfrm>
          <a:prstGeom prst="leftRigh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F91540F9-703A-6E11-055E-872880E84B1E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2747115" y="3096208"/>
            <a:ext cx="19054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chemeClr val="accent4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Hydrolysis</a:t>
            </a:r>
            <a:r>
              <a:rPr lang="en-US" altLang="zh-HK" dirty="0"/>
              <a:t> </a:t>
            </a:r>
            <a:endParaRPr lang="zh-HK" altLang="en-US" dirty="0"/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831F4B68-211F-B1BE-B4B0-A323A5EE8ABC}"/>
              </a:ext>
            </a:extLst>
          </p:cNvPr>
          <p:cNvSpPr txBox="1"/>
          <p:nvPr>
            <p:custDataLst>
              <p:tags r:id="rId26"/>
            </p:custDataLst>
          </p:nvPr>
        </p:nvSpPr>
        <p:spPr>
          <a:xfrm>
            <a:off x="2698350" y="4034393"/>
            <a:ext cx="23000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16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Condensation</a:t>
            </a:r>
            <a:r>
              <a:rPr lang="en-US" altLang="zh-HK" dirty="0">
                <a:solidFill>
                  <a:srgbClr val="FF0000"/>
                </a:solidFill>
              </a:rPr>
              <a:t> </a:t>
            </a:r>
            <a:endParaRPr lang="zh-HK" altLang="en-US" dirty="0">
              <a:solidFill>
                <a:srgbClr val="FF0000"/>
              </a:solidFill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28D60A49-EBDB-E6C3-8146-AF13D75914CD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311346" y="5336650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grpSp>
        <p:nvGrpSpPr>
          <p:cNvPr id="62" name="群組 61">
            <a:extLst>
              <a:ext uri="{FF2B5EF4-FFF2-40B4-BE49-F238E27FC236}">
                <a16:creationId xmlns:a16="http://schemas.microsoft.com/office/drawing/2014/main" id="{6B932435-41EA-6FD8-B042-12F3F08B77A5}"/>
              </a:ext>
            </a:extLst>
          </p:cNvPr>
          <p:cNvGrpSpPr/>
          <p:nvPr>
            <p:custDataLst>
              <p:tags r:id="rId28"/>
            </p:custDataLst>
          </p:nvPr>
        </p:nvGrpSpPr>
        <p:grpSpPr>
          <a:xfrm>
            <a:off x="7329672" y="2418285"/>
            <a:ext cx="4487664" cy="2665855"/>
            <a:chOff x="7329672" y="2418285"/>
            <a:chExt cx="4487664" cy="2665855"/>
          </a:xfrm>
        </p:grpSpPr>
        <p:sp>
          <p:nvSpPr>
            <p:cNvPr id="6" name="箭號: 左-右雙向 5">
              <a:extLst>
                <a:ext uri="{FF2B5EF4-FFF2-40B4-BE49-F238E27FC236}">
                  <a16:creationId xmlns:a16="http://schemas.microsoft.com/office/drawing/2014/main" id="{C3D09DBE-ECAC-2A23-C1E4-6350338401F1}"/>
                </a:ext>
              </a:extLst>
            </p:cNvPr>
            <p:cNvSpPr/>
            <p:nvPr/>
          </p:nvSpPr>
          <p:spPr>
            <a:xfrm>
              <a:off x="7329672" y="3317979"/>
              <a:ext cx="1675791" cy="978375"/>
            </a:xfrm>
            <a:prstGeom prst="leftRightArrow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E49FA91A-EBC5-6C9E-14ED-3CBA9706928C}"/>
                </a:ext>
              </a:extLst>
            </p:cNvPr>
            <p:cNvSpPr txBox="1"/>
            <p:nvPr/>
          </p:nvSpPr>
          <p:spPr>
            <a:xfrm>
              <a:off x="7487098" y="2815522"/>
              <a:ext cx="1905490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chemeClr val="accent4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Hydrolysis</a:t>
              </a:r>
              <a:r>
                <a:rPr lang="en-US" altLang="zh-HK" sz="1600" dirty="0"/>
                <a:t> </a:t>
              </a:r>
              <a:endParaRPr lang="zh-HK" altLang="en-US" sz="1600" dirty="0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51E52A2D-134C-CD80-C6BA-40C6EEE17755}"/>
                </a:ext>
              </a:extLst>
            </p:cNvPr>
            <p:cNvSpPr txBox="1"/>
            <p:nvPr/>
          </p:nvSpPr>
          <p:spPr>
            <a:xfrm>
              <a:off x="7416386" y="4439715"/>
              <a:ext cx="230001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Condensation</a:t>
              </a:r>
              <a:endParaRPr lang="zh-HK" altLang="en-US" dirty="0">
                <a:solidFill>
                  <a:srgbClr val="FF0000"/>
                </a:solidFill>
              </a:endParaRPr>
            </a:p>
          </p:txBody>
        </p:sp>
        <p:grpSp>
          <p:nvGrpSpPr>
            <p:cNvPr id="45" name="群組 44">
              <a:extLst>
                <a:ext uri="{FF2B5EF4-FFF2-40B4-BE49-F238E27FC236}">
                  <a16:creationId xmlns:a16="http://schemas.microsoft.com/office/drawing/2014/main" id="{6259CE72-8672-54BC-56F7-BC7CFC4EC130}"/>
                </a:ext>
              </a:extLst>
            </p:cNvPr>
            <p:cNvGrpSpPr/>
            <p:nvPr/>
          </p:nvGrpSpPr>
          <p:grpSpPr>
            <a:xfrm>
              <a:off x="9298929" y="2418285"/>
              <a:ext cx="2518407" cy="2665855"/>
              <a:chOff x="7816884" y="1105217"/>
              <a:chExt cx="4491168" cy="4754118"/>
            </a:xfrm>
          </p:grpSpPr>
          <p:sp>
            <p:nvSpPr>
              <p:cNvPr id="46" name="橢圓 45">
                <a:extLst>
                  <a:ext uri="{FF2B5EF4-FFF2-40B4-BE49-F238E27FC236}">
                    <a16:creationId xmlns:a16="http://schemas.microsoft.com/office/drawing/2014/main" id="{DBF335E8-DE02-3DCE-17EA-C2E14347A228}"/>
                  </a:ext>
                </a:extLst>
              </p:cNvPr>
              <p:cNvSpPr/>
              <p:nvPr/>
            </p:nvSpPr>
            <p:spPr>
              <a:xfrm>
                <a:off x="7816884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7" name="橢圓 46">
                <a:extLst>
                  <a:ext uri="{FF2B5EF4-FFF2-40B4-BE49-F238E27FC236}">
                    <a16:creationId xmlns:a16="http://schemas.microsoft.com/office/drawing/2014/main" id="{837D33F8-27F3-6002-944A-D819ED2ACA27}"/>
                  </a:ext>
                </a:extLst>
              </p:cNvPr>
              <p:cNvSpPr/>
              <p:nvPr/>
            </p:nvSpPr>
            <p:spPr>
              <a:xfrm>
                <a:off x="8449753" y="279755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8" name="橢圓 47">
                <a:extLst>
                  <a:ext uri="{FF2B5EF4-FFF2-40B4-BE49-F238E27FC236}">
                    <a16:creationId xmlns:a16="http://schemas.microsoft.com/office/drawing/2014/main" id="{DF272096-4388-6C84-16DA-E075A7B85327}"/>
                  </a:ext>
                </a:extLst>
              </p:cNvPr>
              <p:cNvSpPr/>
              <p:nvPr/>
            </p:nvSpPr>
            <p:spPr>
              <a:xfrm>
                <a:off x="9034967" y="283127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9" name="橢圓 48">
                <a:extLst>
                  <a:ext uri="{FF2B5EF4-FFF2-40B4-BE49-F238E27FC236}">
                    <a16:creationId xmlns:a16="http://schemas.microsoft.com/office/drawing/2014/main" id="{14EBBC4C-1901-0393-5324-9EBC2C401079}"/>
                  </a:ext>
                </a:extLst>
              </p:cNvPr>
              <p:cNvSpPr/>
              <p:nvPr/>
            </p:nvSpPr>
            <p:spPr>
              <a:xfrm>
                <a:off x="9545975" y="317629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0" name="橢圓 49">
                <a:extLst>
                  <a:ext uri="{FF2B5EF4-FFF2-40B4-BE49-F238E27FC236}">
                    <a16:creationId xmlns:a16="http://schemas.microsoft.com/office/drawing/2014/main" id="{F8228CEE-5E0D-052B-33C3-7F78E25D51F9}"/>
                  </a:ext>
                </a:extLst>
              </p:cNvPr>
              <p:cNvSpPr/>
              <p:nvPr/>
            </p:nvSpPr>
            <p:spPr>
              <a:xfrm>
                <a:off x="10130105" y="285136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1" name="橢圓 50">
                <a:extLst>
                  <a:ext uri="{FF2B5EF4-FFF2-40B4-BE49-F238E27FC236}">
                    <a16:creationId xmlns:a16="http://schemas.microsoft.com/office/drawing/2014/main" id="{C7DBE2CA-DC1A-B878-2D36-3AECB9D636A1}"/>
                  </a:ext>
                </a:extLst>
              </p:cNvPr>
              <p:cNvSpPr/>
              <p:nvPr/>
            </p:nvSpPr>
            <p:spPr>
              <a:xfrm>
                <a:off x="10221704" y="2263869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2" name="橢圓 51">
                <a:extLst>
                  <a:ext uri="{FF2B5EF4-FFF2-40B4-BE49-F238E27FC236}">
                    <a16:creationId xmlns:a16="http://schemas.microsoft.com/office/drawing/2014/main" id="{0CE06034-EACA-FDF3-2DEA-B1427782D835}"/>
                  </a:ext>
                </a:extLst>
              </p:cNvPr>
              <p:cNvSpPr/>
              <p:nvPr/>
            </p:nvSpPr>
            <p:spPr>
              <a:xfrm>
                <a:off x="10466573" y="169271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3" name="橢圓 52">
                <a:extLst>
                  <a:ext uri="{FF2B5EF4-FFF2-40B4-BE49-F238E27FC236}">
                    <a16:creationId xmlns:a16="http://schemas.microsoft.com/office/drawing/2014/main" id="{B9CC42B6-3DA0-BEC4-6EE8-7337C4703499}"/>
                  </a:ext>
                </a:extLst>
              </p:cNvPr>
              <p:cNvSpPr/>
              <p:nvPr/>
            </p:nvSpPr>
            <p:spPr>
              <a:xfrm>
                <a:off x="9469515" y="3710308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4" name="橢圓 53">
                <a:extLst>
                  <a:ext uri="{FF2B5EF4-FFF2-40B4-BE49-F238E27FC236}">
                    <a16:creationId xmlns:a16="http://schemas.microsoft.com/office/drawing/2014/main" id="{75597BE6-503E-DA98-892D-E59A376521DF}"/>
                  </a:ext>
                </a:extLst>
              </p:cNvPr>
              <p:cNvSpPr/>
              <p:nvPr/>
            </p:nvSpPr>
            <p:spPr>
              <a:xfrm>
                <a:off x="9707904" y="42480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5" name="橢圓 54">
                <a:extLst>
                  <a:ext uri="{FF2B5EF4-FFF2-40B4-BE49-F238E27FC236}">
                    <a16:creationId xmlns:a16="http://schemas.microsoft.com/office/drawing/2014/main" id="{4A214BE6-F467-E4F5-3C8B-0884FF3D8F12}"/>
                  </a:ext>
                </a:extLst>
              </p:cNvPr>
              <p:cNvSpPr/>
              <p:nvPr/>
            </p:nvSpPr>
            <p:spPr>
              <a:xfrm>
                <a:off x="9369879" y="47326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6" name="橢圓 55">
                <a:extLst>
                  <a:ext uri="{FF2B5EF4-FFF2-40B4-BE49-F238E27FC236}">
                    <a16:creationId xmlns:a16="http://schemas.microsoft.com/office/drawing/2014/main" id="{822F9E59-E77E-8E1E-3359-FFA70F0516B3}"/>
                  </a:ext>
                </a:extLst>
              </p:cNvPr>
              <p:cNvSpPr/>
              <p:nvPr/>
            </p:nvSpPr>
            <p:spPr>
              <a:xfrm>
                <a:off x="9031854" y="5176796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7" name="橢圓 56">
                <a:extLst>
                  <a:ext uri="{FF2B5EF4-FFF2-40B4-BE49-F238E27FC236}">
                    <a16:creationId xmlns:a16="http://schemas.microsoft.com/office/drawing/2014/main" id="{6977BE8A-E387-ABE4-D038-7B70231007E2}"/>
                  </a:ext>
                </a:extLst>
              </p:cNvPr>
              <p:cNvSpPr/>
              <p:nvPr/>
            </p:nvSpPr>
            <p:spPr>
              <a:xfrm>
                <a:off x="10265446" y="4632182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8" name="橢圓 57">
                <a:extLst>
                  <a:ext uri="{FF2B5EF4-FFF2-40B4-BE49-F238E27FC236}">
                    <a16:creationId xmlns:a16="http://schemas.microsoft.com/office/drawing/2014/main" id="{4C989C25-8AFB-C64C-F2DD-B55CD41086A7}"/>
                  </a:ext>
                </a:extLst>
              </p:cNvPr>
              <p:cNvSpPr/>
              <p:nvPr/>
            </p:nvSpPr>
            <p:spPr>
              <a:xfrm>
                <a:off x="10600358" y="510180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59" name="橢圓 58">
                <a:extLst>
                  <a:ext uri="{FF2B5EF4-FFF2-40B4-BE49-F238E27FC236}">
                    <a16:creationId xmlns:a16="http://schemas.microsoft.com/office/drawing/2014/main" id="{993A70E4-4EC8-CE60-0F8F-3B171DA48F9F}"/>
                  </a:ext>
                </a:extLst>
              </p:cNvPr>
              <p:cNvSpPr/>
              <p:nvPr/>
            </p:nvSpPr>
            <p:spPr>
              <a:xfrm>
                <a:off x="10380841" y="1105217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0" name="橢圓 59">
                <a:extLst>
                  <a:ext uri="{FF2B5EF4-FFF2-40B4-BE49-F238E27FC236}">
                    <a16:creationId xmlns:a16="http://schemas.microsoft.com/office/drawing/2014/main" id="{0063C0C9-C968-898B-3CD4-D1A7D3C0BCC2}"/>
                  </a:ext>
                </a:extLst>
              </p:cNvPr>
              <p:cNvSpPr/>
              <p:nvPr/>
            </p:nvSpPr>
            <p:spPr>
              <a:xfrm>
                <a:off x="11047910" y="1747570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61" name="橢圓 60">
                <a:extLst>
                  <a:ext uri="{FF2B5EF4-FFF2-40B4-BE49-F238E27FC236}">
                    <a16:creationId xmlns:a16="http://schemas.microsoft.com/office/drawing/2014/main" id="{171B6CB3-9026-382C-92A4-05AD5745BF69}"/>
                  </a:ext>
                </a:extLst>
              </p:cNvPr>
              <p:cNvSpPr/>
              <p:nvPr/>
            </p:nvSpPr>
            <p:spPr>
              <a:xfrm>
                <a:off x="11635115" y="1683901"/>
                <a:ext cx="672937" cy="68253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</p:grpSp>
      <p:pic>
        <p:nvPicPr>
          <p:cNvPr id="12" name="圖片 11">
            <a:extLst>
              <a:ext uri="{FF2B5EF4-FFF2-40B4-BE49-F238E27FC236}">
                <a16:creationId xmlns:a16="http://schemas.microsoft.com/office/drawing/2014/main" id="{2A5DE0AB-D4E6-9916-DDDD-3ECF618B2C51}"/>
              </a:ext>
            </a:extLst>
          </p:cNvPr>
          <p:cNvPicPr>
            <a:picLocks noChangeAspect="1"/>
          </p:cNvPicPr>
          <p:nvPr>
            <p:custDataLst>
              <p:tags r:id="rId29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1519242" y="3067995"/>
            <a:ext cx="563024" cy="226611"/>
          </a:xfrm>
          <a:prstGeom prst="rect">
            <a:avLst/>
          </a:prstGeom>
        </p:spPr>
      </p:pic>
      <p:pic>
        <p:nvPicPr>
          <p:cNvPr id="13" name="圖片 12">
            <a:extLst>
              <a:ext uri="{FF2B5EF4-FFF2-40B4-BE49-F238E27FC236}">
                <a16:creationId xmlns:a16="http://schemas.microsoft.com/office/drawing/2014/main" id="{6A2E2905-F7AF-5055-B80F-8EA3DBA44494}"/>
              </a:ext>
            </a:extLst>
          </p:cNvPr>
          <p:cNvPicPr>
            <a:picLocks noChangeAspect="1"/>
          </p:cNvPicPr>
          <p:nvPr>
            <p:custDataLst>
              <p:tags r:id="rId30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4632611" y="3114216"/>
            <a:ext cx="563024" cy="226611"/>
          </a:xfrm>
          <a:prstGeom prst="rect">
            <a:avLst/>
          </a:prstGeom>
        </p:spPr>
      </p:pic>
      <p:pic>
        <p:nvPicPr>
          <p:cNvPr id="14" name="圖片 13">
            <a:extLst>
              <a:ext uri="{FF2B5EF4-FFF2-40B4-BE49-F238E27FC236}">
                <a16:creationId xmlns:a16="http://schemas.microsoft.com/office/drawing/2014/main" id="{560FA165-5D14-4230-A49E-C190F1486A35}"/>
              </a:ext>
            </a:extLst>
          </p:cNvPr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8"/>
          <a:stretch>
            <a:fillRect/>
          </a:stretch>
        </p:blipFill>
        <p:spPr>
          <a:xfrm>
            <a:off x="6153225" y="3144189"/>
            <a:ext cx="563024" cy="226611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8179661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4"/>
    </p:ext>
  </p:extLst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BC2A22-E9F7-68A6-46D5-14660E7B26E7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1262158" y="2610401"/>
            <a:ext cx="2518407" cy="2665855"/>
            <a:chOff x="7816884" y="1105217"/>
            <a:chExt cx="4491168" cy="475411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CFBE3C8-8E2B-3642-9825-7836AB3E0249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C51A137-D80A-8D2C-2905-75C323D4D4CB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F01C885-936E-455E-653B-95E7B71438B3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F2A16A8-2C6F-86A7-E2F3-C890A2BEAC43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4777497-AE56-882B-41E5-6A1EA597918E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A34C23E-6EC8-3506-531A-C8DCF18205A1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5DF6199-E01E-AEAE-FE99-4621D404751C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DD499DF-41BB-FC9F-D78D-A865DCC733EC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E06E6F82-0224-AE36-8376-FC7E337CC21E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197AF73D-4FCC-9327-A0B3-9010451A2A4A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8B9C0DB-4E05-81A4-C7CB-8265EA2ACD91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307C917-BEDA-33D9-E71E-A38A2AC95CE7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EDFF8CA-DA7E-80BA-9587-32A7F764A150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C608327-36B9-7554-E173-467A3542409D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0CC374DD-B89A-F837-7466-42D303B319B4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068B5C4-756E-E311-32E2-D4C902E925A6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3A852786-058C-5FC2-1E39-2D89894104B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49772" y="5630925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798739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6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BC2A22-E9F7-68A6-46D5-14660E7B26E7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1262158" y="2610401"/>
            <a:ext cx="2518407" cy="2665855"/>
            <a:chOff x="7816884" y="1105217"/>
            <a:chExt cx="4491168" cy="475411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CFBE3C8-8E2B-3642-9825-7836AB3E0249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C51A137-D80A-8D2C-2905-75C323D4D4CB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F01C885-936E-455E-653B-95E7B71438B3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F2A16A8-2C6F-86A7-E2F3-C890A2BEAC43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4777497-AE56-882B-41E5-6A1EA597918E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A34C23E-6EC8-3506-531A-C8DCF18205A1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5DF6199-E01E-AEAE-FE99-4621D404751C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DD499DF-41BB-FC9F-D78D-A865DCC733EC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E06E6F82-0224-AE36-8376-FC7E337CC21E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197AF73D-4FCC-9327-A0B3-9010451A2A4A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8B9C0DB-4E05-81A4-C7CB-8265EA2ACD91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307C917-BEDA-33D9-E71E-A38A2AC95CE7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EDFF8CA-DA7E-80BA-9587-32A7F764A150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C608327-36B9-7554-E173-467A3542409D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0CC374DD-B89A-F837-7466-42D303B319B4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068B5C4-756E-E311-32E2-D4C902E925A6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3A852786-058C-5FC2-1E39-2D89894104B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49772" y="5630925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7946F7B8-5215-1234-6E4E-A5FBE81E7F41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7"/>
          <a:stretch>
            <a:fillRect/>
          </a:stretch>
        </p:blipFill>
        <p:spPr>
          <a:xfrm>
            <a:off x="4883540" y="1639022"/>
            <a:ext cx="3302170" cy="486435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634783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5"/>
    </p:ext>
  </p:extLst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BC2A22-E9F7-68A6-46D5-14660E7B26E7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1262158" y="2610401"/>
            <a:ext cx="2518407" cy="2665855"/>
            <a:chOff x="7816884" y="1105217"/>
            <a:chExt cx="4491168" cy="475411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CFBE3C8-8E2B-3642-9825-7836AB3E0249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C51A137-D80A-8D2C-2905-75C323D4D4CB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F01C885-936E-455E-653B-95E7B71438B3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F2A16A8-2C6F-86A7-E2F3-C890A2BEAC43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4777497-AE56-882B-41E5-6A1EA597918E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A34C23E-6EC8-3506-531A-C8DCF18205A1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5DF6199-E01E-AEAE-FE99-4621D404751C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DD499DF-41BB-FC9F-D78D-A865DCC733EC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E06E6F82-0224-AE36-8376-FC7E337CC21E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197AF73D-4FCC-9327-A0B3-9010451A2A4A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8B9C0DB-4E05-81A4-C7CB-8265EA2ACD91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307C917-BEDA-33D9-E71E-A38A2AC95CE7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EDFF8CA-DA7E-80BA-9587-32A7F764A150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C608327-36B9-7554-E173-467A3542409D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0CC374DD-B89A-F837-7466-42D303B319B4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068B5C4-756E-E311-32E2-D4C902E925A6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3A852786-058C-5FC2-1E39-2D89894104B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49772" y="5630925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7946F7B8-5215-1234-6E4E-A5FBE81E7F41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8"/>
          <a:stretch>
            <a:fillRect/>
          </a:stretch>
        </p:blipFill>
        <p:spPr>
          <a:xfrm>
            <a:off x="4883540" y="1639022"/>
            <a:ext cx="3302170" cy="4864350"/>
          </a:xfrm>
          <a:prstGeom prst="rect">
            <a:avLst/>
          </a:prstGeom>
        </p:spPr>
      </p:pic>
      <p:pic>
        <p:nvPicPr>
          <p:cNvPr id="15364" name="Picture 4" descr="Glycogen - Physiopedia">
            <a:extLst>
              <a:ext uri="{FF2B5EF4-FFF2-40B4-BE49-F238E27FC236}">
                <a16:creationId xmlns:a16="http://schemas.microsoft.com/office/drawing/2014/main" id="{C67A3331-31BD-6BC3-C3AC-94C8242B8A56}"/>
              </a:ext>
            </a:extLst>
          </p:cNvPr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063" y="2205171"/>
            <a:ext cx="3889711" cy="37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27870469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buAutoNum type="arabicPeriod"/>
            </a:pPr>
            <a:r>
              <a:rPr lang="en-US" altLang="zh-HK" sz="3200" b="1" dirty="0"/>
              <a:t>Carbohydrates </a:t>
            </a:r>
          </a:p>
          <a:p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    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pic>
        <p:nvPicPr>
          <p:cNvPr id="7" name="Image 70">
            <a:extLst>
              <a:ext uri="{FF2B5EF4-FFF2-40B4-BE49-F238E27FC236}">
                <a16:creationId xmlns:a16="http://schemas.microsoft.com/office/drawing/2014/main" id="{9058F148-9547-C996-1DA3-1723D0C457AD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357226" y="1584295"/>
            <a:ext cx="1830579" cy="650624"/>
          </a:xfrm>
          <a:prstGeom prst="rect">
            <a:avLst/>
          </a:prstGeom>
        </p:spPr>
      </p:pic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947956" y="1672806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055303" y="1736727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=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3" name="群組 12">
            <a:extLst>
              <a:ext uri="{FF2B5EF4-FFF2-40B4-BE49-F238E27FC236}">
                <a16:creationId xmlns:a16="http://schemas.microsoft.com/office/drawing/2014/main" id="{56BC2A22-E9F7-68A6-46D5-14660E7B26E7}"/>
              </a:ext>
            </a:extLst>
          </p:cNvPr>
          <p:cNvGrpSpPr/>
          <p:nvPr>
            <p:custDataLst>
              <p:tags r:id="rId20"/>
            </p:custDataLst>
          </p:nvPr>
        </p:nvGrpSpPr>
        <p:grpSpPr>
          <a:xfrm>
            <a:off x="1262158" y="2610401"/>
            <a:ext cx="2518407" cy="2665855"/>
            <a:chOff x="7816884" y="1105217"/>
            <a:chExt cx="4491168" cy="4754118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7CFBE3C8-8E2B-3642-9825-7836AB3E0249}"/>
                </a:ext>
              </a:extLst>
            </p:cNvPr>
            <p:cNvSpPr/>
            <p:nvPr/>
          </p:nvSpPr>
          <p:spPr>
            <a:xfrm>
              <a:off x="7816884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1C51A137-D80A-8D2C-2905-75C323D4D4CB}"/>
                </a:ext>
              </a:extLst>
            </p:cNvPr>
            <p:cNvSpPr/>
            <p:nvPr/>
          </p:nvSpPr>
          <p:spPr>
            <a:xfrm>
              <a:off x="8449753" y="279755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0F01C885-936E-455E-653B-95E7B71438B3}"/>
                </a:ext>
              </a:extLst>
            </p:cNvPr>
            <p:cNvSpPr/>
            <p:nvPr/>
          </p:nvSpPr>
          <p:spPr>
            <a:xfrm>
              <a:off x="9034967" y="283127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1F2A16A8-2C6F-86A7-E2F3-C890A2BEAC43}"/>
                </a:ext>
              </a:extLst>
            </p:cNvPr>
            <p:cNvSpPr/>
            <p:nvPr/>
          </p:nvSpPr>
          <p:spPr>
            <a:xfrm>
              <a:off x="9545975" y="317629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14777497-AE56-882B-41E5-6A1EA597918E}"/>
                </a:ext>
              </a:extLst>
            </p:cNvPr>
            <p:cNvSpPr/>
            <p:nvPr/>
          </p:nvSpPr>
          <p:spPr>
            <a:xfrm>
              <a:off x="10130105" y="285136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0" name="橢圓 29">
              <a:extLst>
                <a:ext uri="{FF2B5EF4-FFF2-40B4-BE49-F238E27FC236}">
                  <a16:creationId xmlns:a16="http://schemas.microsoft.com/office/drawing/2014/main" id="{1A34C23E-6EC8-3506-531A-C8DCF18205A1}"/>
                </a:ext>
              </a:extLst>
            </p:cNvPr>
            <p:cNvSpPr/>
            <p:nvPr/>
          </p:nvSpPr>
          <p:spPr>
            <a:xfrm>
              <a:off x="10221704" y="226386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橢圓 30">
              <a:extLst>
                <a:ext uri="{FF2B5EF4-FFF2-40B4-BE49-F238E27FC236}">
                  <a16:creationId xmlns:a16="http://schemas.microsoft.com/office/drawing/2014/main" id="{95DF6199-E01E-AEAE-FE99-4621D404751C}"/>
                </a:ext>
              </a:extLst>
            </p:cNvPr>
            <p:cNvSpPr/>
            <p:nvPr/>
          </p:nvSpPr>
          <p:spPr>
            <a:xfrm>
              <a:off x="10466573" y="169271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2" name="橢圓 31">
              <a:extLst>
                <a:ext uri="{FF2B5EF4-FFF2-40B4-BE49-F238E27FC236}">
                  <a16:creationId xmlns:a16="http://schemas.microsoft.com/office/drawing/2014/main" id="{CDD499DF-41BB-FC9F-D78D-A865DCC733EC}"/>
                </a:ext>
              </a:extLst>
            </p:cNvPr>
            <p:cNvSpPr/>
            <p:nvPr/>
          </p:nvSpPr>
          <p:spPr>
            <a:xfrm>
              <a:off x="9469515" y="371030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橢圓 32">
              <a:extLst>
                <a:ext uri="{FF2B5EF4-FFF2-40B4-BE49-F238E27FC236}">
                  <a16:creationId xmlns:a16="http://schemas.microsoft.com/office/drawing/2014/main" id="{E06E6F82-0224-AE36-8376-FC7E337CC21E}"/>
                </a:ext>
              </a:extLst>
            </p:cNvPr>
            <p:cNvSpPr/>
            <p:nvPr/>
          </p:nvSpPr>
          <p:spPr>
            <a:xfrm>
              <a:off x="9707904" y="42480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橢圓 33">
              <a:extLst>
                <a:ext uri="{FF2B5EF4-FFF2-40B4-BE49-F238E27FC236}">
                  <a16:creationId xmlns:a16="http://schemas.microsoft.com/office/drawing/2014/main" id="{197AF73D-4FCC-9327-A0B3-9010451A2A4A}"/>
                </a:ext>
              </a:extLst>
            </p:cNvPr>
            <p:cNvSpPr/>
            <p:nvPr/>
          </p:nvSpPr>
          <p:spPr>
            <a:xfrm>
              <a:off x="9369879" y="47326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6" name="橢圓 35">
              <a:extLst>
                <a:ext uri="{FF2B5EF4-FFF2-40B4-BE49-F238E27FC236}">
                  <a16:creationId xmlns:a16="http://schemas.microsoft.com/office/drawing/2014/main" id="{F8B9C0DB-4E05-81A4-C7CB-8265EA2ACD91}"/>
                </a:ext>
              </a:extLst>
            </p:cNvPr>
            <p:cNvSpPr/>
            <p:nvPr/>
          </p:nvSpPr>
          <p:spPr>
            <a:xfrm>
              <a:off x="9031854" y="51767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7" name="橢圓 36">
              <a:extLst>
                <a:ext uri="{FF2B5EF4-FFF2-40B4-BE49-F238E27FC236}">
                  <a16:creationId xmlns:a16="http://schemas.microsoft.com/office/drawing/2014/main" id="{4307C917-BEDA-33D9-E71E-A38A2AC95CE7}"/>
                </a:ext>
              </a:extLst>
            </p:cNvPr>
            <p:cNvSpPr/>
            <p:nvPr/>
          </p:nvSpPr>
          <p:spPr>
            <a:xfrm>
              <a:off x="10265446" y="4632182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4" name="橢圓 43">
              <a:extLst>
                <a:ext uri="{FF2B5EF4-FFF2-40B4-BE49-F238E27FC236}">
                  <a16:creationId xmlns:a16="http://schemas.microsoft.com/office/drawing/2014/main" id="{5EDFF8CA-DA7E-80BA-9587-32A7F764A150}"/>
                </a:ext>
              </a:extLst>
            </p:cNvPr>
            <p:cNvSpPr/>
            <p:nvPr/>
          </p:nvSpPr>
          <p:spPr>
            <a:xfrm>
              <a:off x="10600358" y="510180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C608327-36B9-7554-E173-467A3542409D}"/>
                </a:ext>
              </a:extLst>
            </p:cNvPr>
            <p:cNvSpPr/>
            <p:nvPr/>
          </p:nvSpPr>
          <p:spPr>
            <a:xfrm>
              <a:off x="10380841" y="110521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6" name="橢圓 45">
              <a:extLst>
                <a:ext uri="{FF2B5EF4-FFF2-40B4-BE49-F238E27FC236}">
                  <a16:creationId xmlns:a16="http://schemas.microsoft.com/office/drawing/2014/main" id="{0CC374DD-B89A-F837-7466-42D303B319B4}"/>
                </a:ext>
              </a:extLst>
            </p:cNvPr>
            <p:cNvSpPr/>
            <p:nvPr/>
          </p:nvSpPr>
          <p:spPr>
            <a:xfrm>
              <a:off x="11047910" y="174757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6068B5C4-756E-E311-32E2-D4C902E925A6}"/>
                </a:ext>
              </a:extLst>
            </p:cNvPr>
            <p:cNvSpPr/>
            <p:nvPr/>
          </p:nvSpPr>
          <p:spPr>
            <a:xfrm>
              <a:off x="11635115" y="168390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49" name="矩形 48">
            <a:extLst>
              <a:ext uri="{FF2B5EF4-FFF2-40B4-BE49-F238E27FC236}">
                <a16:creationId xmlns:a16="http://schemas.microsoft.com/office/drawing/2014/main" id="{3A852786-058C-5FC2-1E39-2D89894104B8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49772" y="5630925"/>
            <a:ext cx="4352511" cy="7751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</a:t>
            </a:r>
            <a:r>
              <a:rPr lang="en-US" altLang="zh-HK" sz="32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saccharides (</a:t>
            </a:r>
            <a:r>
              <a:rPr lang="zh-HK" altLang="en-US" sz="2800" b="1" dirty="0">
                <a:solidFill>
                  <a:schemeClr val="tx1"/>
                </a:solidFill>
              </a:rPr>
              <a:t>多醣</a:t>
            </a:r>
            <a:r>
              <a:rPr lang="en-US" altLang="zh-HK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solidFill>
                <a:schemeClr val="tx1"/>
              </a:solidFill>
            </a:endParaRPr>
          </a:p>
        </p:txBody>
      </p:sp>
      <p:pic>
        <p:nvPicPr>
          <p:cNvPr id="60" name="圖片 59">
            <a:extLst>
              <a:ext uri="{FF2B5EF4-FFF2-40B4-BE49-F238E27FC236}">
                <a16:creationId xmlns:a16="http://schemas.microsoft.com/office/drawing/2014/main" id="{7946F7B8-5215-1234-6E4E-A5FBE81E7F41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9"/>
          <a:stretch>
            <a:fillRect/>
          </a:stretch>
        </p:blipFill>
        <p:spPr>
          <a:xfrm>
            <a:off x="4883540" y="1639022"/>
            <a:ext cx="3302170" cy="4864350"/>
          </a:xfrm>
          <a:prstGeom prst="rect">
            <a:avLst/>
          </a:prstGeom>
        </p:spPr>
      </p:pic>
      <p:pic>
        <p:nvPicPr>
          <p:cNvPr id="15364" name="Picture 4" descr="Glycogen - Physiopedia">
            <a:extLst>
              <a:ext uri="{FF2B5EF4-FFF2-40B4-BE49-F238E27FC236}">
                <a16:creationId xmlns:a16="http://schemas.microsoft.com/office/drawing/2014/main" id="{C67A3331-31BD-6BC3-C3AC-94C8242B8A56}"/>
              </a:ext>
            </a:extLst>
          </p:cNvPr>
          <p:cNvPicPr>
            <a:picLocks noChangeAspect="1" noChangeArrowheads="1"/>
          </p:cNvPicPr>
          <p:nvPr>
            <p:custDataLst>
              <p:tags r:id="rId23"/>
            </p:custDataLst>
          </p:nvPr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5063" y="2205171"/>
            <a:ext cx="3889711" cy="37629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366" name="Picture 6" descr="Knorr Corn Starch, 420g - Spice Store">
            <a:extLst>
              <a:ext uri="{FF2B5EF4-FFF2-40B4-BE49-F238E27FC236}">
                <a16:creationId xmlns:a16="http://schemas.microsoft.com/office/drawing/2014/main" id="{1BC68557-08BA-ADF5-9526-DC7850DE5071}"/>
              </a:ext>
            </a:extLst>
          </p:cNvPr>
          <p:cNvPicPr>
            <a:picLocks noChangeAspect="1" noChangeArrowheads="1"/>
          </p:cNvPicPr>
          <p:nvPr>
            <p:custDataLst>
              <p:tags r:id="rId24"/>
            </p:custDataLst>
          </p:nvPr>
        </p:nvPicPr>
        <p:blipFill rotWithShape="1">
          <a:blip r:embed="rId3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79" r="16648"/>
          <a:stretch/>
        </p:blipFill>
        <p:spPr bwMode="auto">
          <a:xfrm>
            <a:off x="8407706" y="1837314"/>
            <a:ext cx="3072470" cy="46082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9074523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874320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65E9A0-8B2A-BC02-EF7B-080D21D13396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DD303B2-C078-2ABB-183D-C7020D3D2A08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97EE2C7-2B45-371B-F8CE-FA83C4877D2F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9000278" y="5018799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639911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1"/>
    </p:ext>
  </p:extLst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874320" y="4993278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208680" y="249655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FB65E9A0-8B2A-BC02-EF7B-080D21D13396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4DD303B2-C078-2ABB-183D-C7020D3D2A08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997EE2C7-2B45-371B-F8CE-FA83C4877D2F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9000278" y="5018799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4065871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2"/>
    </p:ext>
  </p:extLst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00676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33753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7639472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098799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515505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375658" y="2210694"/>
            <a:ext cx="3299283" cy="334635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654765" y="1485748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8868F44-CB7A-FD07-3281-C4FB3ED238F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630702" y="3303349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C486D49-737F-8793-DF3E-F2CFBD18493F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618415" y="5120950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1E25F59-63B6-8DC7-0396-F0595E53FD12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932909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375658" y="2210694"/>
            <a:ext cx="3299283" cy="334635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654765" y="1485748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8868F44-CB7A-FD07-3281-C4FB3ED238F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630702" y="3303349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C486D49-737F-8793-DF3E-F2CFBD18493F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618415" y="5120950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41E25F59-63B6-8DC7-0396-F0595E53FD12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080805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375658" y="2210694"/>
            <a:ext cx="3299283" cy="334635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654765" y="1485748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28868F44-CB7A-FD07-3281-C4FB3ED238F3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630702" y="3303349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C486D49-737F-8793-DF3E-F2CFBD18493F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618415" y="5120950"/>
            <a:ext cx="1429495" cy="14498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grpSp>
        <p:nvGrpSpPr>
          <p:cNvPr id="35" name="群組 34">
            <a:extLst>
              <a:ext uri="{FF2B5EF4-FFF2-40B4-BE49-F238E27FC236}">
                <a16:creationId xmlns:a16="http://schemas.microsoft.com/office/drawing/2014/main" id="{FFC57121-779A-49E0-90AF-E26C6DC8BD90}"/>
              </a:ext>
            </a:extLst>
          </p:cNvPr>
          <p:cNvGrpSpPr/>
          <p:nvPr>
            <p:custDataLst>
              <p:tags r:id="rId25"/>
            </p:custDataLst>
          </p:nvPr>
        </p:nvGrpSpPr>
        <p:grpSpPr>
          <a:xfrm>
            <a:off x="7396031" y="1834481"/>
            <a:ext cx="4652035" cy="4303802"/>
            <a:chOff x="7396031" y="1834481"/>
            <a:chExt cx="4652035" cy="4303802"/>
          </a:xfrm>
        </p:grpSpPr>
        <p:sp>
          <p:nvSpPr>
            <p:cNvPr id="30" name="文字方塊 29">
              <a:extLst>
                <a:ext uri="{FF2B5EF4-FFF2-40B4-BE49-F238E27FC236}">
                  <a16:creationId xmlns:a16="http://schemas.microsoft.com/office/drawing/2014/main" id="{94F3A843-52D8-9F73-1AEF-AD7AE7F81CF7}"/>
                </a:ext>
              </a:extLst>
            </p:cNvPr>
            <p:cNvSpPr txBox="1"/>
            <p:nvPr/>
          </p:nvSpPr>
          <p:spPr>
            <a:xfrm>
              <a:off x="7396031" y="1834481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sp>
          <p:nvSpPr>
            <p:cNvPr id="33" name="文字方塊 32">
              <a:extLst>
                <a:ext uri="{FF2B5EF4-FFF2-40B4-BE49-F238E27FC236}">
                  <a16:creationId xmlns:a16="http://schemas.microsoft.com/office/drawing/2014/main" id="{D9F05BF9-F51E-4773-C278-E9FC53DD6908}"/>
                </a:ext>
              </a:extLst>
            </p:cNvPr>
            <p:cNvSpPr txBox="1"/>
            <p:nvPr/>
          </p:nvSpPr>
          <p:spPr>
            <a:xfrm>
              <a:off x="7396031" y="3735907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sp>
          <p:nvSpPr>
            <p:cNvPr id="34" name="文字方塊 33">
              <a:extLst>
                <a:ext uri="{FF2B5EF4-FFF2-40B4-BE49-F238E27FC236}">
                  <a16:creationId xmlns:a16="http://schemas.microsoft.com/office/drawing/2014/main" id="{33FD974A-0642-E3DD-D89B-F9CC7894F52E}"/>
                </a:ext>
              </a:extLst>
            </p:cNvPr>
            <p:cNvSpPr txBox="1"/>
            <p:nvPr/>
          </p:nvSpPr>
          <p:spPr>
            <a:xfrm>
              <a:off x="7396031" y="5553508"/>
              <a:ext cx="4652035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2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Fatty acid (</a:t>
              </a:r>
              <a:r>
                <a:rPr lang="zh-HK" altLang="en-US" sz="32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32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6" name="矩形 35">
            <a:extLst>
              <a:ext uri="{FF2B5EF4-FFF2-40B4-BE49-F238E27FC236}">
                <a16:creationId xmlns:a16="http://schemas.microsoft.com/office/drawing/2014/main" id="{41E25F59-63B6-8DC7-0396-F0595E53FD12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4228946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9"/>
    </p:ext>
  </p:extLst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618415" y="177186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618415" y="321119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618415" y="453410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39607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618415" y="321119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618415" y="453410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22581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618415" y="4534105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486456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846905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3864406" y="1600512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4027578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9"/>
    </p:ext>
  </p:extLst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21071" y="2540332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103808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9"/>
    </p:ext>
  </p:extLst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928262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9"/>
    </p:ext>
  </p:extLst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3864406" y="3089169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858037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0"/>
    </p:ext>
  </p:extLst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221071" y="4028989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676276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0"/>
    </p:ext>
  </p:extLst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1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899870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0"/>
    </p:ext>
  </p:extLst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3923673" y="4510488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78219341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1"/>
    </p:ext>
  </p:extLst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280459" y="5450240"/>
            <a:ext cx="1218899" cy="1218899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8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8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8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0101712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1"/>
    </p:ext>
  </p:extLst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585183" y="5754964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826430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1"/>
    </p:ext>
  </p:extLst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3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585183" y="5754964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D1571A4E-58A3-8FCD-8939-A934DDA326A5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3680451" y="1855899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17280504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2"/>
    </p:ext>
  </p:extLst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4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585183" y="5754964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D1571A4E-58A3-8FCD-8939-A934DDA326A5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3680451" y="1855899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箭號: 左-右雙向 28">
            <a:extLst>
              <a:ext uri="{FF2B5EF4-FFF2-40B4-BE49-F238E27FC236}">
                <a16:creationId xmlns:a16="http://schemas.microsoft.com/office/drawing/2014/main" id="{8AF25600-CB05-465F-E3D5-0881BE6809C5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790679" y="333294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688842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3"/>
    </p:ext>
  </p:extLst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5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585183" y="5754964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D1571A4E-58A3-8FCD-8939-A934DDA326A5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3680451" y="1855899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箭號: 左-右雙向 28">
            <a:extLst>
              <a:ext uri="{FF2B5EF4-FFF2-40B4-BE49-F238E27FC236}">
                <a16:creationId xmlns:a16="http://schemas.microsoft.com/office/drawing/2014/main" id="{8AF25600-CB05-465F-E3D5-0881BE6809C5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790679" y="333294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40D7EB37-0360-2F60-AD81-A38139629AD2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744065" y="469061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5910720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4"/>
    </p:ext>
  </p:extLst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2"/>
            </p:custDataLst>
          </p:nvPr>
        </p:nvPicPr>
        <p:blipFill>
          <a:blip r:embed="rId36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1A9225AD-7783-4EFC-7C70-D91ED81D0ED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794935" y="1735322"/>
            <a:ext cx="2667000" cy="392659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9BB41201-0AEB-BE76-41F0-200A4A103E0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3849965" y="1727421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731832" y="5845896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6596383" y="5845895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F8E97078-A23D-438D-7AF7-930EE33AD35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3975299" y="3236638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" name="橢圓 7">
            <a:extLst>
              <a:ext uri="{FF2B5EF4-FFF2-40B4-BE49-F238E27FC236}">
                <a16:creationId xmlns:a16="http://schemas.microsoft.com/office/drawing/2014/main" id="{087791D0-0597-9410-BDB3-4EAE3D04BA29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3849965" y="4557902"/>
            <a:ext cx="5986902" cy="82713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" name="橢圓 8">
            <a:extLst>
              <a:ext uri="{FF2B5EF4-FFF2-40B4-BE49-F238E27FC236}">
                <a16:creationId xmlns:a16="http://schemas.microsoft.com/office/drawing/2014/main" id="{C17C935D-DD96-7136-8AAC-AA492470FD45}"/>
              </a:ext>
            </a:extLst>
          </p:cNvPr>
          <p:cNvSpPr>
            <a:spLocks/>
          </p:cNvSpPr>
          <p:nvPr>
            <p:custDataLst>
              <p:tags r:id="rId26"/>
            </p:custDataLst>
          </p:nvPr>
        </p:nvSpPr>
        <p:spPr>
          <a:xfrm>
            <a:off x="525795" y="2845056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B9738192-EED9-39F8-F8E7-F650DB716FAB}"/>
              </a:ext>
            </a:extLst>
          </p:cNvPr>
          <p:cNvSpPr>
            <a:spLocks/>
          </p:cNvSpPr>
          <p:nvPr>
            <p:custDataLst>
              <p:tags r:id="rId27"/>
            </p:custDataLst>
          </p:nvPr>
        </p:nvSpPr>
        <p:spPr>
          <a:xfrm>
            <a:off x="525795" y="4333713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30931895-FC33-3DBB-3E32-314AE09069AE}"/>
              </a:ext>
            </a:extLst>
          </p:cNvPr>
          <p:cNvSpPr>
            <a:spLocks/>
          </p:cNvSpPr>
          <p:nvPr>
            <p:custDataLst>
              <p:tags r:id="rId28"/>
            </p:custDataLst>
          </p:nvPr>
        </p:nvSpPr>
        <p:spPr>
          <a:xfrm>
            <a:off x="585183" y="5754964"/>
            <a:ext cx="609450" cy="609450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1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14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D1571A4E-58A3-8FCD-8939-A934DDA326A5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3680451" y="1855899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箭號: 左-右雙向 28">
            <a:extLst>
              <a:ext uri="{FF2B5EF4-FFF2-40B4-BE49-F238E27FC236}">
                <a16:creationId xmlns:a16="http://schemas.microsoft.com/office/drawing/2014/main" id="{8AF25600-CB05-465F-E3D5-0881BE6809C5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3790679" y="333294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1" name="箭號: 左-右雙向 30">
            <a:extLst>
              <a:ext uri="{FF2B5EF4-FFF2-40B4-BE49-F238E27FC236}">
                <a16:creationId xmlns:a16="http://schemas.microsoft.com/office/drawing/2014/main" id="{40D7EB37-0360-2F60-AD81-A38139629AD2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744065" y="4690612"/>
            <a:ext cx="1366352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826A7C1D-2039-84E7-D214-2D04B3DE0E56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731832" y="5885668"/>
            <a:ext cx="8995435" cy="830997"/>
          </a:xfrm>
          <a:prstGeom prst="rect">
            <a:avLst/>
          </a:prstGeom>
          <a:solidFill>
            <a:schemeClr val="bg1"/>
          </a:solidFill>
          <a:ln w="571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3 Condensations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 </a:t>
            </a:r>
            <a:r>
              <a:rPr lang="en-US" altLang="zh-HK" sz="4800" b="1" i="0" dirty="0">
                <a:solidFill>
                  <a:srgbClr val="FF0000"/>
                </a:solidFill>
                <a:effectLst/>
                <a:latin typeface="Google Sans"/>
              </a:rPr>
              <a:t>!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2549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5"/>
    </p:ext>
  </p:extLst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Tri-</a:t>
            </a:r>
            <a:r>
              <a:rPr lang="en-US" altLang="zh-HK" sz="4400" b="1" dirty="0" err="1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glycer</a:t>
            </a:r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82A1559-C982-D4E9-D5A3-08E152D49109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697693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32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>
            <p:custDataLst>
              <p:tags r:id="rId26"/>
            </p:custDataLst>
          </p:nvPr>
        </p:nvPicPr>
        <p:blipFill>
          <a:blip r:embed="rId3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D2A0EFF-AD43-2958-9707-B4EE23AC04F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41794959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1"/>
    </p:ext>
  </p:extLst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>
            <p:custDataLst>
              <p:tags r:id="rId6"/>
            </p:custDataLst>
          </p:nvPr>
        </p:nvPicPr>
        <p:blipFill>
          <a:blip r:embed="rId33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>
            <p:custDataLst>
              <p:tags r:id="rId25"/>
            </p:custDataLst>
          </p:nvPr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>
            <p:custDataLst>
              <p:tags r:id="rId26"/>
            </p:custDataLst>
          </p:nvPr>
        </p:nvPicPr>
        <p:blipFill>
          <a:blip r:embed="rId3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888AE5E0-2A87-898C-4E90-2F1E4EDD07B6}"/>
              </a:ext>
            </a:extLst>
          </p:cNvPr>
          <p:cNvGrpSpPr/>
          <p:nvPr>
            <p:custDataLst>
              <p:tags r:id="rId28"/>
            </p:custDataLst>
          </p:nvPr>
        </p:nvGrpSpPr>
        <p:grpSpPr>
          <a:xfrm>
            <a:off x="3675504" y="2270134"/>
            <a:ext cx="1387475" cy="2890785"/>
            <a:chOff x="3675504" y="2270134"/>
            <a:chExt cx="1387475" cy="2890785"/>
          </a:xfrm>
        </p:grpSpPr>
        <p:sp>
          <p:nvSpPr>
            <p:cNvPr id="7" name="箭號: 左-右雙向 6">
              <a:extLst>
                <a:ext uri="{FF2B5EF4-FFF2-40B4-BE49-F238E27FC236}">
                  <a16:creationId xmlns:a16="http://schemas.microsoft.com/office/drawing/2014/main" id="{688B6A4F-8F72-C3AD-ED58-DFE631D363F0}"/>
                </a:ext>
              </a:extLst>
            </p:cNvPr>
            <p:cNvSpPr/>
            <p:nvPr/>
          </p:nvSpPr>
          <p:spPr>
            <a:xfrm>
              <a:off x="3675504" y="2270134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  <p:sp>
          <p:nvSpPr>
            <p:cNvPr id="8" name="箭號: 左-右雙向 7">
              <a:extLst>
                <a:ext uri="{FF2B5EF4-FFF2-40B4-BE49-F238E27FC236}">
                  <a16:creationId xmlns:a16="http://schemas.microsoft.com/office/drawing/2014/main" id="{5C5C1C49-2A21-BCFC-FE84-C24D698F641A}"/>
                </a:ext>
              </a:extLst>
            </p:cNvPr>
            <p:cNvSpPr/>
            <p:nvPr/>
          </p:nvSpPr>
          <p:spPr>
            <a:xfrm>
              <a:off x="3696627" y="3380325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箭號: 左-右雙向 8">
              <a:extLst>
                <a:ext uri="{FF2B5EF4-FFF2-40B4-BE49-F238E27FC236}">
                  <a16:creationId xmlns:a16="http://schemas.microsoft.com/office/drawing/2014/main" id="{EB5C6F27-A115-0E52-1F81-E1B4ACEB46AB}"/>
                </a:ext>
              </a:extLst>
            </p:cNvPr>
            <p:cNvSpPr/>
            <p:nvPr/>
          </p:nvSpPr>
          <p:spPr>
            <a:xfrm>
              <a:off x="3696627" y="4429566"/>
              <a:ext cx="1366352" cy="731353"/>
            </a:xfrm>
            <a:prstGeom prst="leftRightArrow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Bond</a:t>
              </a:r>
              <a:endParaRPr lang="zh-HK" altLang="en-US" sz="2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1D2A0EFF-AD43-2958-9707-B4EE23AC04F7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839053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2"/>
    </p:ext>
  </p:extLst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橢圓 11">
            <a:extLst>
              <a:ext uri="{FF2B5EF4-FFF2-40B4-BE49-F238E27FC236}">
                <a16:creationId xmlns:a16="http://schemas.microsoft.com/office/drawing/2014/main" id="{8FECB8EE-9ABE-EF3F-D64F-AF88F2214069}"/>
              </a:ext>
            </a:extLst>
          </p:cNvPr>
          <p:cNvSpPr/>
          <p:nvPr/>
        </p:nvSpPr>
        <p:spPr>
          <a:xfrm>
            <a:off x="3669054" y="2137161"/>
            <a:ext cx="6651813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86194EEC-4B7E-8A19-738D-4FDD050BE72D}"/>
              </a:ext>
            </a:extLst>
          </p:cNvPr>
          <p:cNvSpPr/>
          <p:nvPr/>
        </p:nvSpPr>
        <p:spPr>
          <a:xfrm>
            <a:off x="3669054" y="3257696"/>
            <a:ext cx="6820353" cy="8986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692EF8A6-C173-4B67-4F89-709AE734E9A5}"/>
              </a:ext>
            </a:extLst>
          </p:cNvPr>
          <p:cNvSpPr/>
          <p:nvPr/>
        </p:nvSpPr>
        <p:spPr>
          <a:xfrm>
            <a:off x="3594845" y="4278911"/>
            <a:ext cx="7376435" cy="104530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080B95B8-154B-25D7-E54A-D6EBEF8F50FE}"/>
              </a:ext>
            </a:extLst>
          </p:cNvPr>
          <p:cNvSpPr/>
          <p:nvPr/>
        </p:nvSpPr>
        <p:spPr>
          <a:xfrm>
            <a:off x="1794935" y="1622545"/>
            <a:ext cx="2667000" cy="410074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28" name="文字方塊 27">
            <a:extLst>
              <a:ext uri="{FF2B5EF4-FFF2-40B4-BE49-F238E27FC236}">
                <a16:creationId xmlns:a16="http://schemas.microsoft.com/office/drawing/2014/main" id="{BF798B85-377D-F6D6-4008-009D7A5ED032}"/>
              </a:ext>
            </a:extLst>
          </p:cNvPr>
          <p:cNvSpPr txBox="1"/>
          <p:nvPr/>
        </p:nvSpPr>
        <p:spPr>
          <a:xfrm>
            <a:off x="898823" y="5907179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1 Glycerol (</a:t>
            </a:r>
            <a:r>
              <a:rPr lang="zh-HK" altLang="en-US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甘油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30" name="文字方塊 29">
            <a:extLst>
              <a:ext uri="{FF2B5EF4-FFF2-40B4-BE49-F238E27FC236}">
                <a16:creationId xmlns:a16="http://schemas.microsoft.com/office/drawing/2014/main" id="{94F3A843-52D8-9F73-1AEF-AD7AE7F81CF7}"/>
              </a:ext>
            </a:extLst>
          </p:cNvPr>
          <p:cNvSpPr txBox="1"/>
          <p:nvPr/>
        </p:nvSpPr>
        <p:spPr>
          <a:xfrm>
            <a:off x="5668832" y="5861541"/>
            <a:ext cx="46520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3 Fatty acids (</a:t>
            </a:r>
            <a:r>
              <a:rPr lang="zh-HK" altLang="en-US" sz="3200" b="0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脂肪酸</a:t>
            </a:r>
            <a:r>
              <a:rPr lang="en-US" altLang="zh-HK" sz="3200" b="1" i="0" dirty="0"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19458" name="Picture 2" descr="Triglyceride - Wikipedia">
            <a:extLst>
              <a:ext uri="{FF2B5EF4-FFF2-40B4-BE49-F238E27FC236}">
                <a16:creationId xmlns:a16="http://schemas.microsoft.com/office/drawing/2014/main" id="{8897399A-3ED8-235F-84D4-5F56DBFF46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1999" y="1802535"/>
            <a:ext cx="8939281" cy="39556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矩形 25">
            <a:extLst>
              <a:ext uri="{FF2B5EF4-FFF2-40B4-BE49-F238E27FC236}">
                <a16:creationId xmlns:a16="http://schemas.microsoft.com/office/drawing/2014/main" id="{3FDFD13C-6B24-C3BA-6A59-E0946DB651B3}"/>
              </a:ext>
            </a:extLst>
          </p:cNvPr>
          <p:cNvSpPr/>
          <p:nvPr/>
        </p:nvSpPr>
        <p:spPr>
          <a:xfrm>
            <a:off x="702733" y="5861541"/>
            <a:ext cx="10689449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(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44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44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3" name="箭號: 左-右雙向 12">
            <a:extLst>
              <a:ext uri="{FF2B5EF4-FFF2-40B4-BE49-F238E27FC236}">
                <a16:creationId xmlns:a16="http://schemas.microsoft.com/office/drawing/2014/main" id="{BF5FADCB-947B-C8AC-0A14-3FDFCF3E1E6D}"/>
              </a:ext>
            </a:extLst>
          </p:cNvPr>
          <p:cNvSpPr/>
          <p:nvPr/>
        </p:nvSpPr>
        <p:spPr>
          <a:xfrm>
            <a:off x="3675504" y="2333309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5" name="箭號: 左-右雙向 24">
            <a:extLst>
              <a:ext uri="{FF2B5EF4-FFF2-40B4-BE49-F238E27FC236}">
                <a16:creationId xmlns:a16="http://schemas.microsoft.com/office/drawing/2014/main" id="{3071D5DB-1452-9192-BA50-7834347819DB}"/>
              </a:ext>
            </a:extLst>
          </p:cNvPr>
          <p:cNvSpPr/>
          <p:nvPr/>
        </p:nvSpPr>
        <p:spPr>
          <a:xfrm>
            <a:off x="3669054" y="3349677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7" name="箭號: 左-右雙向 26">
            <a:extLst>
              <a:ext uri="{FF2B5EF4-FFF2-40B4-BE49-F238E27FC236}">
                <a16:creationId xmlns:a16="http://schemas.microsoft.com/office/drawing/2014/main" id="{267149C5-4AA6-2A9C-520A-7499577F1203}"/>
              </a:ext>
            </a:extLst>
          </p:cNvPr>
          <p:cNvSpPr/>
          <p:nvPr/>
        </p:nvSpPr>
        <p:spPr>
          <a:xfrm>
            <a:off x="3594845" y="4443243"/>
            <a:ext cx="1993328" cy="731353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2000" dirty="0">
                <a:latin typeface="Roboto Black" panose="02000000000000000000" pitchFamily="2" charset="0"/>
                <a:ea typeface="Roboto Black" panose="02000000000000000000" pitchFamily="2" charset="0"/>
              </a:rPr>
              <a:t>Ester Bond</a:t>
            </a:r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50DE0BB8-6F84-8719-E7F8-6A57D089F0CD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96247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群組 28">
            <a:extLst>
              <a:ext uri="{FF2B5EF4-FFF2-40B4-BE49-F238E27FC236}">
                <a16:creationId xmlns:a16="http://schemas.microsoft.com/office/drawing/2014/main" id="{2AFD5674-D77E-D655-98C7-4DA6938E52EA}"/>
              </a:ext>
            </a:extLst>
          </p:cNvPr>
          <p:cNvGrpSpPr/>
          <p:nvPr/>
        </p:nvGrpSpPr>
        <p:grpSpPr>
          <a:xfrm rot="5400000">
            <a:off x="2635372" y="2483033"/>
            <a:ext cx="3207014" cy="1888356"/>
            <a:chOff x="1794935" y="1622545"/>
            <a:chExt cx="9176345" cy="4100749"/>
          </a:xfrm>
        </p:grpSpPr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8FECB8EE-9ABE-EF3F-D64F-AF88F2214069}"/>
                </a:ext>
              </a:extLst>
            </p:cNvPr>
            <p:cNvSpPr/>
            <p:nvPr/>
          </p:nvSpPr>
          <p:spPr>
            <a:xfrm>
              <a:off x="3669054" y="2137161"/>
              <a:ext cx="6651813" cy="104530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8" name="橢圓 17">
              <a:extLst>
                <a:ext uri="{FF2B5EF4-FFF2-40B4-BE49-F238E27FC236}">
                  <a16:creationId xmlns:a16="http://schemas.microsoft.com/office/drawing/2014/main" id="{86194EEC-4B7E-8A19-738D-4FDD050BE72D}"/>
                </a:ext>
              </a:extLst>
            </p:cNvPr>
            <p:cNvSpPr/>
            <p:nvPr/>
          </p:nvSpPr>
          <p:spPr>
            <a:xfrm>
              <a:off x="3669054" y="3257696"/>
              <a:ext cx="6820353" cy="898613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692EF8A6-C173-4B67-4F89-709AE734E9A5}"/>
                </a:ext>
              </a:extLst>
            </p:cNvPr>
            <p:cNvSpPr/>
            <p:nvPr/>
          </p:nvSpPr>
          <p:spPr>
            <a:xfrm>
              <a:off x="3594845" y="4278911"/>
              <a:ext cx="7376435" cy="104530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6" name="橢圓 5">
              <a:extLst>
                <a:ext uri="{FF2B5EF4-FFF2-40B4-BE49-F238E27FC236}">
                  <a16:creationId xmlns:a16="http://schemas.microsoft.com/office/drawing/2014/main" id="{080B95B8-154B-25D7-E54A-D6EBEF8F50FE}"/>
                </a:ext>
              </a:extLst>
            </p:cNvPr>
            <p:cNvSpPr/>
            <p:nvPr/>
          </p:nvSpPr>
          <p:spPr>
            <a:xfrm>
              <a:off x="1794935" y="1622545"/>
              <a:ext cx="2667000" cy="410074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pic>
        <p:nvPicPr>
          <p:cNvPr id="3" name="Image 135">
            <a:extLst>
              <a:ext uri="{FF2B5EF4-FFF2-40B4-BE49-F238E27FC236}">
                <a16:creationId xmlns:a16="http://schemas.microsoft.com/office/drawing/2014/main" id="{1FB6AA07-97A6-3C39-4132-5BA4579044C8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54495" y="1045686"/>
            <a:ext cx="1568730" cy="584775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4" y="-1"/>
            <a:ext cx="2942894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/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/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/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560D9A13-2B94-9DB6-BF18-BA4BFE281A20}"/>
              </a:ext>
            </a:extLst>
          </p:cNvPr>
          <p:cNvSpPr/>
          <p:nvPr/>
        </p:nvSpPr>
        <p:spPr>
          <a:xfrm>
            <a:off x="624485" y="1087310"/>
            <a:ext cx="1107347" cy="46403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36AB07B4-803C-344B-9679-FC1E8DAEFAC1}"/>
              </a:ext>
            </a:extLst>
          </p:cNvPr>
          <p:cNvSpPr txBox="1"/>
          <p:nvPr/>
        </p:nvSpPr>
        <p:spPr>
          <a:xfrm>
            <a:off x="1731832" y="1134706"/>
            <a:ext cx="213257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H:O &gt; 2:1</a:t>
            </a:r>
            <a:endParaRPr lang="zh-HK" altLang="en-US" sz="20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BC1334AE-378B-3263-3AAD-BD56F4CAD869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CCCE5747-7D5E-CCE9-AE4F-2111EEA0788B}"/>
              </a:ext>
            </a:extLst>
          </p:cNvPr>
          <p:cNvSpPr/>
          <p:nvPr/>
        </p:nvSpPr>
        <p:spPr>
          <a:xfrm>
            <a:off x="9076314" y="60345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grpSp>
        <p:nvGrpSpPr>
          <p:cNvPr id="32" name="群組 31">
            <a:extLst>
              <a:ext uri="{FF2B5EF4-FFF2-40B4-BE49-F238E27FC236}">
                <a16:creationId xmlns:a16="http://schemas.microsoft.com/office/drawing/2014/main" id="{B7C80DF4-F75E-D93D-98EA-EAFBFF69723F}"/>
              </a:ext>
            </a:extLst>
          </p:cNvPr>
          <p:cNvGrpSpPr/>
          <p:nvPr/>
        </p:nvGrpSpPr>
        <p:grpSpPr>
          <a:xfrm>
            <a:off x="6394515" y="5048434"/>
            <a:ext cx="4652035" cy="3023117"/>
            <a:chOff x="589961" y="7352543"/>
            <a:chExt cx="4652035" cy="745290"/>
          </a:xfrm>
        </p:grpSpPr>
        <p:sp>
          <p:nvSpPr>
            <p:cNvPr id="14" name="矩形 13">
              <a:extLst>
                <a:ext uri="{FF2B5EF4-FFF2-40B4-BE49-F238E27FC236}">
                  <a16:creationId xmlns:a16="http://schemas.microsoft.com/office/drawing/2014/main" id="{2E755581-C7CF-EEC9-A797-4709AF6D0415}"/>
                </a:ext>
              </a:extLst>
            </p:cNvPr>
            <p:cNvSpPr/>
            <p:nvPr/>
          </p:nvSpPr>
          <p:spPr>
            <a:xfrm>
              <a:off x="589961" y="7352543"/>
              <a:ext cx="3560648" cy="4412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0" name="文字方塊 9">
              <a:extLst>
                <a:ext uri="{FF2B5EF4-FFF2-40B4-BE49-F238E27FC236}">
                  <a16:creationId xmlns:a16="http://schemas.microsoft.com/office/drawing/2014/main" id="{07601DFA-AEBB-0FF3-E7ED-C4B29F3F68CB}"/>
                </a:ext>
              </a:extLst>
            </p:cNvPr>
            <p:cNvSpPr txBox="1"/>
            <p:nvPr/>
          </p:nvSpPr>
          <p:spPr>
            <a:xfrm>
              <a:off x="650217" y="7524157"/>
              <a:ext cx="3313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+  1 Glycerol (</a:t>
              </a:r>
              <a:r>
                <a:rPr lang="zh-HK" altLang="en-US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</a:rPr>
                <a:t>甘油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文字方塊 10">
              <a:extLst>
                <a:ext uri="{FF2B5EF4-FFF2-40B4-BE49-F238E27FC236}">
                  <a16:creationId xmlns:a16="http://schemas.microsoft.com/office/drawing/2014/main" id="{DBA96203-A0F5-3873-5857-223CEFDA9ADD}"/>
                </a:ext>
              </a:extLst>
            </p:cNvPr>
            <p:cNvSpPr txBox="1"/>
            <p:nvPr/>
          </p:nvSpPr>
          <p:spPr>
            <a:xfrm>
              <a:off x="589961" y="7636168"/>
              <a:ext cx="4652035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 +   2 Fatty acids (</a:t>
              </a:r>
              <a:r>
                <a:rPr lang="zh-HK" altLang="en-US" sz="24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31" name="文字方塊 30">
              <a:extLst>
                <a:ext uri="{FF2B5EF4-FFF2-40B4-BE49-F238E27FC236}">
                  <a16:creationId xmlns:a16="http://schemas.microsoft.com/office/drawing/2014/main" id="{91A3D52D-642F-8024-8756-929DAC968545}"/>
                </a:ext>
              </a:extLst>
            </p:cNvPr>
            <p:cNvSpPr txBox="1"/>
            <p:nvPr/>
          </p:nvSpPr>
          <p:spPr>
            <a:xfrm>
              <a:off x="599946" y="7412147"/>
              <a:ext cx="3313686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solidFill>
                    <a:srgbClr val="FE9E0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1 Phosphate group</a:t>
              </a:r>
              <a:endParaRPr lang="zh-HK" altLang="en-US" sz="2400" b="1" dirty="0">
                <a:solidFill>
                  <a:srgbClr val="FE9E02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33" name="矩形 32">
            <a:extLst>
              <a:ext uri="{FF2B5EF4-FFF2-40B4-BE49-F238E27FC236}">
                <a16:creationId xmlns:a16="http://schemas.microsoft.com/office/drawing/2014/main" id="{918A6FC1-C912-DF52-1B03-A1F60C961CB3}"/>
              </a:ext>
            </a:extLst>
          </p:cNvPr>
          <p:cNvSpPr/>
          <p:nvPr/>
        </p:nvSpPr>
        <p:spPr>
          <a:xfrm>
            <a:off x="9353679" y="3125733"/>
            <a:ext cx="2724022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Phospho-lipids </a:t>
            </a:r>
          </a:p>
          <a:p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(</a:t>
            </a:r>
            <a:r>
              <a:rPr lang="zh-HK" alt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磷脂</a:t>
            </a:r>
            <a:r>
              <a:rPr lang="en-US" altLang="zh-HK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28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A3810FA0-3DFC-45C5-9EAD-5DE22926D461}"/>
              </a:ext>
            </a:extLst>
          </p:cNvPr>
          <p:cNvGrpSpPr/>
          <p:nvPr/>
        </p:nvGrpSpPr>
        <p:grpSpPr>
          <a:xfrm>
            <a:off x="6642576" y="1589317"/>
            <a:ext cx="811822" cy="1753492"/>
            <a:chOff x="7518554" y="1586530"/>
            <a:chExt cx="981304" cy="2699276"/>
          </a:xfrm>
        </p:grpSpPr>
        <p:grpSp>
          <p:nvGrpSpPr>
            <p:cNvPr id="34" name="群組 33">
              <a:extLst>
                <a:ext uri="{FF2B5EF4-FFF2-40B4-BE49-F238E27FC236}">
                  <a16:creationId xmlns:a16="http://schemas.microsoft.com/office/drawing/2014/main" id="{76FD9327-9347-38A5-917B-04A34CFBA984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36" name="橢圓 35">
                <a:extLst>
                  <a:ext uri="{FF2B5EF4-FFF2-40B4-BE49-F238E27FC236}">
                    <a16:creationId xmlns:a16="http://schemas.microsoft.com/office/drawing/2014/main" id="{D8E127D5-78D6-1A52-AF3F-A31B22E28005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37" name="橢圓 36">
                <a:extLst>
                  <a:ext uri="{FF2B5EF4-FFF2-40B4-BE49-F238E27FC236}">
                    <a16:creationId xmlns:a16="http://schemas.microsoft.com/office/drawing/2014/main" id="{9833983C-C4EA-C63D-9547-A331DCDC3C2D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44" name="橢圓 43">
                <a:extLst>
                  <a:ext uri="{FF2B5EF4-FFF2-40B4-BE49-F238E27FC236}">
                    <a16:creationId xmlns:a16="http://schemas.microsoft.com/office/drawing/2014/main" id="{F1874F0D-A8D4-FC1F-0347-D38072B4684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45" name="橢圓 44">
              <a:extLst>
                <a:ext uri="{FF2B5EF4-FFF2-40B4-BE49-F238E27FC236}">
                  <a16:creationId xmlns:a16="http://schemas.microsoft.com/office/drawing/2014/main" id="{149D6731-50BC-F931-BFF7-2A1A34F84E0C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60" name="群組 59">
            <a:extLst>
              <a:ext uri="{FF2B5EF4-FFF2-40B4-BE49-F238E27FC236}">
                <a16:creationId xmlns:a16="http://schemas.microsoft.com/office/drawing/2014/main" id="{C1539D3F-9D0B-23FE-7368-BE70282D6C0F}"/>
              </a:ext>
            </a:extLst>
          </p:cNvPr>
          <p:cNvGrpSpPr/>
          <p:nvPr/>
        </p:nvGrpSpPr>
        <p:grpSpPr>
          <a:xfrm rot="10800000">
            <a:off x="6594020" y="3377426"/>
            <a:ext cx="811822" cy="1753492"/>
            <a:chOff x="7518554" y="1586530"/>
            <a:chExt cx="981304" cy="2699276"/>
          </a:xfrm>
        </p:grpSpPr>
        <p:grpSp>
          <p:nvGrpSpPr>
            <p:cNvPr id="61" name="群組 60">
              <a:extLst>
                <a:ext uri="{FF2B5EF4-FFF2-40B4-BE49-F238E27FC236}">
                  <a16:creationId xmlns:a16="http://schemas.microsoft.com/office/drawing/2014/main" id="{E0886B8F-768A-F9C7-6A1D-5FA745A5B734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63" name="橢圓 62">
                <a:extLst>
                  <a:ext uri="{FF2B5EF4-FFF2-40B4-BE49-F238E27FC236}">
                    <a16:creationId xmlns:a16="http://schemas.microsoft.com/office/drawing/2014/main" id="{57B1BA5B-BAC2-B7BA-076D-E7B6687A255D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56" name="橢圓 19455">
                <a:extLst>
                  <a:ext uri="{FF2B5EF4-FFF2-40B4-BE49-F238E27FC236}">
                    <a16:creationId xmlns:a16="http://schemas.microsoft.com/office/drawing/2014/main" id="{99F9318C-D89F-AC08-1799-DC5B7A924507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57" name="橢圓 19456">
                <a:extLst>
                  <a:ext uri="{FF2B5EF4-FFF2-40B4-BE49-F238E27FC236}">
                    <a16:creationId xmlns:a16="http://schemas.microsoft.com/office/drawing/2014/main" id="{BCD3F75C-3CA5-0DFB-841E-F48FBBDD7D52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62" name="橢圓 61">
              <a:extLst>
                <a:ext uri="{FF2B5EF4-FFF2-40B4-BE49-F238E27FC236}">
                  <a16:creationId xmlns:a16="http://schemas.microsoft.com/office/drawing/2014/main" id="{9B58E062-A07F-B059-1CAA-D792BD2BB9AB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59" name="群組 19458">
            <a:extLst>
              <a:ext uri="{FF2B5EF4-FFF2-40B4-BE49-F238E27FC236}">
                <a16:creationId xmlns:a16="http://schemas.microsoft.com/office/drawing/2014/main" id="{6284B190-8C38-9E93-09E8-7E614E361567}"/>
              </a:ext>
            </a:extLst>
          </p:cNvPr>
          <p:cNvGrpSpPr/>
          <p:nvPr/>
        </p:nvGrpSpPr>
        <p:grpSpPr>
          <a:xfrm>
            <a:off x="7291564" y="1581559"/>
            <a:ext cx="811822" cy="1753492"/>
            <a:chOff x="7518554" y="1586530"/>
            <a:chExt cx="981304" cy="2699276"/>
          </a:xfrm>
        </p:grpSpPr>
        <p:grpSp>
          <p:nvGrpSpPr>
            <p:cNvPr id="19460" name="群組 19459">
              <a:extLst>
                <a:ext uri="{FF2B5EF4-FFF2-40B4-BE49-F238E27FC236}">
                  <a16:creationId xmlns:a16="http://schemas.microsoft.com/office/drawing/2014/main" id="{C7485F08-6829-899B-C24A-0D0FB97A8BCB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62" name="橢圓 19461">
                <a:extLst>
                  <a:ext uri="{FF2B5EF4-FFF2-40B4-BE49-F238E27FC236}">
                    <a16:creationId xmlns:a16="http://schemas.microsoft.com/office/drawing/2014/main" id="{66570803-0014-F55D-3A7C-1CE267758E76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3" name="橢圓 19462">
                <a:extLst>
                  <a:ext uri="{FF2B5EF4-FFF2-40B4-BE49-F238E27FC236}">
                    <a16:creationId xmlns:a16="http://schemas.microsoft.com/office/drawing/2014/main" id="{7B3411F6-2ED3-24F7-29B7-93CC58257E87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4" name="橢圓 19463">
                <a:extLst>
                  <a:ext uri="{FF2B5EF4-FFF2-40B4-BE49-F238E27FC236}">
                    <a16:creationId xmlns:a16="http://schemas.microsoft.com/office/drawing/2014/main" id="{69B39AC5-0FFD-48CC-650B-01A1A774F163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61" name="橢圓 19460">
              <a:extLst>
                <a:ext uri="{FF2B5EF4-FFF2-40B4-BE49-F238E27FC236}">
                  <a16:creationId xmlns:a16="http://schemas.microsoft.com/office/drawing/2014/main" id="{2E03C9D0-6614-E3BC-CE54-D6DB9454D66C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65" name="群組 19464">
            <a:extLst>
              <a:ext uri="{FF2B5EF4-FFF2-40B4-BE49-F238E27FC236}">
                <a16:creationId xmlns:a16="http://schemas.microsoft.com/office/drawing/2014/main" id="{D7C980AB-F3C5-2B0D-0BC0-E69FA6844A45}"/>
              </a:ext>
            </a:extLst>
          </p:cNvPr>
          <p:cNvGrpSpPr/>
          <p:nvPr/>
        </p:nvGrpSpPr>
        <p:grpSpPr>
          <a:xfrm rot="10800000">
            <a:off x="7243008" y="3369668"/>
            <a:ext cx="811822" cy="1753492"/>
            <a:chOff x="7518554" y="1586530"/>
            <a:chExt cx="981304" cy="2699276"/>
          </a:xfrm>
        </p:grpSpPr>
        <p:grpSp>
          <p:nvGrpSpPr>
            <p:cNvPr id="19466" name="群組 19465">
              <a:extLst>
                <a:ext uri="{FF2B5EF4-FFF2-40B4-BE49-F238E27FC236}">
                  <a16:creationId xmlns:a16="http://schemas.microsoft.com/office/drawing/2014/main" id="{9C18E22B-2F55-F352-08EA-BFC21BCB7CEC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68" name="橢圓 19467">
                <a:extLst>
                  <a:ext uri="{FF2B5EF4-FFF2-40B4-BE49-F238E27FC236}">
                    <a16:creationId xmlns:a16="http://schemas.microsoft.com/office/drawing/2014/main" id="{6CB29CAF-9902-44AE-93DC-D062E98C7510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69" name="橢圓 19468">
                <a:extLst>
                  <a:ext uri="{FF2B5EF4-FFF2-40B4-BE49-F238E27FC236}">
                    <a16:creationId xmlns:a16="http://schemas.microsoft.com/office/drawing/2014/main" id="{89A5C280-9A77-FA33-17A8-B2D888F7524C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0" name="橢圓 19469">
                <a:extLst>
                  <a:ext uri="{FF2B5EF4-FFF2-40B4-BE49-F238E27FC236}">
                    <a16:creationId xmlns:a16="http://schemas.microsoft.com/office/drawing/2014/main" id="{932A0D6C-691A-7978-5CFC-282D87A0889E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67" name="橢圓 19466">
              <a:extLst>
                <a:ext uri="{FF2B5EF4-FFF2-40B4-BE49-F238E27FC236}">
                  <a16:creationId xmlns:a16="http://schemas.microsoft.com/office/drawing/2014/main" id="{794927CA-DCE7-D920-3896-FDAE286C9DC5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71" name="群組 19470">
            <a:extLst>
              <a:ext uri="{FF2B5EF4-FFF2-40B4-BE49-F238E27FC236}">
                <a16:creationId xmlns:a16="http://schemas.microsoft.com/office/drawing/2014/main" id="{892F16A6-9236-E566-B49A-218B8BCD0180}"/>
              </a:ext>
            </a:extLst>
          </p:cNvPr>
          <p:cNvGrpSpPr/>
          <p:nvPr/>
        </p:nvGrpSpPr>
        <p:grpSpPr>
          <a:xfrm>
            <a:off x="7926570" y="1616175"/>
            <a:ext cx="811822" cy="1753492"/>
            <a:chOff x="7518554" y="1586530"/>
            <a:chExt cx="981304" cy="2699276"/>
          </a:xfrm>
        </p:grpSpPr>
        <p:grpSp>
          <p:nvGrpSpPr>
            <p:cNvPr id="19472" name="群組 19471">
              <a:extLst>
                <a:ext uri="{FF2B5EF4-FFF2-40B4-BE49-F238E27FC236}">
                  <a16:creationId xmlns:a16="http://schemas.microsoft.com/office/drawing/2014/main" id="{9AD65989-1FC2-69BD-1386-68F2FA5FA070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74" name="橢圓 19473">
                <a:extLst>
                  <a:ext uri="{FF2B5EF4-FFF2-40B4-BE49-F238E27FC236}">
                    <a16:creationId xmlns:a16="http://schemas.microsoft.com/office/drawing/2014/main" id="{6D205F8A-2080-0C09-D97A-AD4ACFE6F836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5" name="橢圓 19474">
                <a:extLst>
                  <a:ext uri="{FF2B5EF4-FFF2-40B4-BE49-F238E27FC236}">
                    <a16:creationId xmlns:a16="http://schemas.microsoft.com/office/drawing/2014/main" id="{92D8FC3E-AFB9-F2E3-798F-C4AD0A9653F9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76" name="橢圓 19475">
                <a:extLst>
                  <a:ext uri="{FF2B5EF4-FFF2-40B4-BE49-F238E27FC236}">
                    <a16:creationId xmlns:a16="http://schemas.microsoft.com/office/drawing/2014/main" id="{3F75E047-40A3-ED0A-BDFA-2FB0AC543CBE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73" name="橢圓 19472">
              <a:extLst>
                <a:ext uri="{FF2B5EF4-FFF2-40B4-BE49-F238E27FC236}">
                  <a16:creationId xmlns:a16="http://schemas.microsoft.com/office/drawing/2014/main" id="{AB5CD228-4DEF-CAE7-5BA8-D61BDF06ABE8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77" name="群組 19476">
            <a:extLst>
              <a:ext uri="{FF2B5EF4-FFF2-40B4-BE49-F238E27FC236}">
                <a16:creationId xmlns:a16="http://schemas.microsoft.com/office/drawing/2014/main" id="{EE4E88C9-15D5-ABE2-5FA9-168B9FF9854A}"/>
              </a:ext>
            </a:extLst>
          </p:cNvPr>
          <p:cNvGrpSpPr/>
          <p:nvPr/>
        </p:nvGrpSpPr>
        <p:grpSpPr>
          <a:xfrm rot="10800000">
            <a:off x="7878014" y="3404284"/>
            <a:ext cx="811822" cy="1753492"/>
            <a:chOff x="7518554" y="1586530"/>
            <a:chExt cx="981304" cy="2699276"/>
          </a:xfrm>
        </p:grpSpPr>
        <p:grpSp>
          <p:nvGrpSpPr>
            <p:cNvPr id="19478" name="群組 19477">
              <a:extLst>
                <a:ext uri="{FF2B5EF4-FFF2-40B4-BE49-F238E27FC236}">
                  <a16:creationId xmlns:a16="http://schemas.microsoft.com/office/drawing/2014/main" id="{F3503F44-5469-774F-B39E-D646353DEA16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80" name="橢圓 19479">
                <a:extLst>
                  <a:ext uri="{FF2B5EF4-FFF2-40B4-BE49-F238E27FC236}">
                    <a16:creationId xmlns:a16="http://schemas.microsoft.com/office/drawing/2014/main" id="{74D270CC-E35A-3076-A1F9-C55F0D320A04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1" name="橢圓 19480">
                <a:extLst>
                  <a:ext uri="{FF2B5EF4-FFF2-40B4-BE49-F238E27FC236}">
                    <a16:creationId xmlns:a16="http://schemas.microsoft.com/office/drawing/2014/main" id="{A6B47FB2-A92D-840D-29C7-37CE77A9E83D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2" name="橢圓 19481">
                <a:extLst>
                  <a:ext uri="{FF2B5EF4-FFF2-40B4-BE49-F238E27FC236}">
                    <a16:creationId xmlns:a16="http://schemas.microsoft.com/office/drawing/2014/main" id="{4E4129A9-2385-CAD2-6A0D-2E4CAE21558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79" name="橢圓 19478">
              <a:extLst>
                <a:ext uri="{FF2B5EF4-FFF2-40B4-BE49-F238E27FC236}">
                  <a16:creationId xmlns:a16="http://schemas.microsoft.com/office/drawing/2014/main" id="{EA045B70-98E0-46EF-5C3F-304BFA4AC2CF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83" name="群組 19482">
            <a:extLst>
              <a:ext uri="{FF2B5EF4-FFF2-40B4-BE49-F238E27FC236}">
                <a16:creationId xmlns:a16="http://schemas.microsoft.com/office/drawing/2014/main" id="{5ED37014-FBDD-6136-5D83-5180B3AFD4C0}"/>
              </a:ext>
            </a:extLst>
          </p:cNvPr>
          <p:cNvGrpSpPr/>
          <p:nvPr/>
        </p:nvGrpSpPr>
        <p:grpSpPr>
          <a:xfrm>
            <a:off x="8541856" y="1639104"/>
            <a:ext cx="811822" cy="1753492"/>
            <a:chOff x="7518554" y="1586530"/>
            <a:chExt cx="981304" cy="2699276"/>
          </a:xfrm>
        </p:grpSpPr>
        <p:grpSp>
          <p:nvGrpSpPr>
            <p:cNvPr id="19484" name="群組 19483">
              <a:extLst>
                <a:ext uri="{FF2B5EF4-FFF2-40B4-BE49-F238E27FC236}">
                  <a16:creationId xmlns:a16="http://schemas.microsoft.com/office/drawing/2014/main" id="{37F39FE8-960C-E42B-650D-5B3FBE4DB7E6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86" name="橢圓 19485">
                <a:extLst>
                  <a:ext uri="{FF2B5EF4-FFF2-40B4-BE49-F238E27FC236}">
                    <a16:creationId xmlns:a16="http://schemas.microsoft.com/office/drawing/2014/main" id="{60AFA004-3943-12A2-A6B8-6C4D346AF025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7" name="橢圓 19486">
                <a:extLst>
                  <a:ext uri="{FF2B5EF4-FFF2-40B4-BE49-F238E27FC236}">
                    <a16:creationId xmlns:a16="http://schemas.microsoft.com/office/drawing/2014/main" id="{DD862404-F54C-39FE-5E1C-B60D5CD75949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88" name="橢圓 19487">
                <a:extLst>
                  <a:ext uri="{FF2B5EF4-FFF2-40B4-BE49-F238E27FC236}">
                    <a16:creationId xmlns:a16="http://schemas.microsoft.com/office/drawing/2014/main" id="{CC3F2596-7CEF-D263-C9F4-3B2EEF2BB105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85" name="橢圓 19484">
              <a:extLst>
                <a:ext uri="{FF2B5EF4-FFF2-40B4-BE49-F238E27FC236}">
                  <a16:creationId xmlns:a16="http://schemas.microsoft.com/office/drawing/2014/main" id="{0CD57CE3-049A-A57F-59F6-F4730137A6A8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grpSp>
        <p:nvGrpSpPr>
          <p:cNvPr id="19489" name="群組 19488">
            <a:extLst>
              <a:ext uri="{FF2B5EF4-FFF2-40B4-BE49-F238E27FC236}">
                <a16:creationId xmlns:a16="http://schemas.microsoft.com/office/drawing/2014/main" id="{659774C7-278E-71F8-D86E-155F9C4A602E}"/>
              </a:ext>
            </a:extLst>
          </p:cNvPr>
          <p:cNvGrpSpPr/>
          <p:nvPr/>
        </p:nvGrpSpPr>
        <p:grpSpPr>
          <a:xfrm rot="10800000">
            <a:off x="8493300" y="3427213"/>
            <a:ext cx="811822" cy="1753492"/>
            <a:chOff x="7518554" y="1586530"/>
            <a:chExt cx="981304" cy="2699276"/>
          </a:xfrm>
        </p:grpSpPr>
        <p:grpSp>
          <p:nvGrpSpPr>
            <p:cNvPr id="19490" name="群組 19489">
              <a:extLst>
                <a:ext uri="{FF2B5EF4-FFF2-40B4-BE49-F238E27FC236}">
                  <a16:creationId xmlns:a16="http://schemas.microsoft.com/office/drawing/2014/main" id="{85327966-73F2-EDA5-E30B-399AF5672B6D}"/>
                </a:ext>
              </a:extLst>
            </p:cNvPr>
            <p:cNvGrpSpPr/>
            <p:nvPr/>
          </p:nvGrpSpPr>
          <p:grpSpPr>
            <a:xfrm rot="5400000">
              <a:off x="6771993" y="2646771"/>
              <a:ext cx="2385596" cy="892474"/>
              <a:chOff x="1794939" y="2851412"/>
              <a:chExt cx="9176341" cy="2871882"/>
            </a:xfrm>
          </p:grpSpPr>
          <p:sp>
            <p:nvSpPr>
              <p:cNvPr id="19492" name="橢圓 19491">
                <a:extLst>
                  <a:ext uri="{FF2B5EF4-FFF2-40B4-BE49-F238E27FC236}">
                    <a16:creationId xmlns:a16="http://schemas.microsoft.com/office/drawing/2014/main" id="{1FED83A3-53CE-D38C-B2EF-5AACD9DDFDEB}"/>
                  </a:ext>
                </a:extLst>
              </p:cNvPr>
              <p:cNvSpPr/>
              <p:nvPr/>
            </p:nvSpPr>
            <p:spPr>
              <a:xfrm>
                <a:off x="3669054" y="3257696"/>
                <a:ext cx="6820353" cy="898613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93" name="橢圓 19492">
                <a:extLst>
                  <a:ext uri="{FF2B5EF4-FFF2-40B4-BE49-F238E27FC236}">
                    <a16:creationId xmlns:a16="http://schemas.microsoft.com/office/drawing/2014/main" id="{3947A022-40D7-9A20-5F03-CDB75BB465D4}"/>
                  </a:ext>
                </a:extLst>
              </p:cNvPr>
              <p:cNvSpPr/>
              <p:nvPr/>
            </p:nvSpPr>
            <p:spPr>
              <a:xfrm>
                <a:off x="3594845" y="4278911"/>
                <a:ext cx="7376435" cy="1045309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  <p:sp>
            <p:nvSpPr>
              <p:cNvPr id="19494" name="橢圓 19493">
                <a:extLst>
                  <a:ext uri="{FF2B5EF4-FFF2-40B4-BE49-F238E27FC236}">
                    <a16:creationId xmlns:a16="http://schemas.microsoft.com/office/drawing/2014/main" id="{529019E6-61E2-6E1F-5C97-724EE3B1434D}"/>
                  </a:ext>
                </a:extLst>
              </p:cNvPr>
              <p:cNvSpPr/>
              <p:nvPr/>
            </p:nvSpPr>
            <p:spPr>
              <a:xfrm>
                <a:off x="1794939" y="2851412"/>
                <a:ext cx="2667002" cy="2871882"/>
              </a:xfrm>
              <a:prstGeom prst="ellipse">
                <a:avLst/>
              </a:prstGeom>
              <a:solidFill>
                <a:schemeClr val="bg2"/>
              </a:solidFill>
              <a:ln w="28575">
                <a:solidFill>
                  <a:schemeClr val="tx1"/>
                </a:solidFill>
              </a:ln>
              <a:scene3d>
                <a:camera prst="orthographicFront"/>
                <a:lightRig rig="threePt" dir="t"/>
              </a:scene3d>
              <a:sp3d extrusionH="114300">
                <a:bevelT w="254000"/>
                <a:bevelB w="254000"/>
                <a:extrusionClr>
                  <a:schemeClr val="tx1"/>
                </a:extrusionClr>
              </a:sp3d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HK" altLang="en-US" sz="15000" dirty="0">
                  <a:latin typeface="Roboto Black" panose="02000000000000000000" pitchFamily="2" charset="0"/>
                </a:endParaRPr>
              </a:p>
            </p:txBody>
          </p:sp>
        </p:grpSp>
        <p:sp>
          <p:nvSpPr>
            <p:cNvPr id="19491" name="橢圓 19490">
              <a:extLst>
                <a:ext uri="{FF2B5EF4-FFF2-40B4-BE49-F238E27FC236}">
                  <a16:creationId xmlns:a16="http://schemas.microsoft.com/office/drawing/2014/main" id="{4A33F983-CF12-E93E-371C-DC88DB570B31}"/>
                </a:ext>
              </a:extLst>
            </p:cNvPr>
            <p:cNvSpPr/>
            <p:nvPr/>
          </p:nvSpPr>
          <p:spPr>
            <a:xfrm>
              <a:off x="7950513" y="1586530"/>
              <a:ext cx="549345" cy="570318"/>
            </a:xfrm>
            <a:prstGeom prst="ellipse">
              <a:avLst/>
            </a:prstGeom>
            <a:solidFill>
              <a:srgbClr val="FE9E0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24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P</a:t>
              </a:r>
              <a:endParaRPr lang="zh-HK" altLang="en-US" sz="24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19495" name="矩形 19494">
            <a:extLst>
              <a:ext uri="{FF2B5EF4-FFF2-40B4-BE49-F238E27FC236}">
                <a16:creationId xmlns:a16="http://schemas.microsoft.com/office/drawing/2014/main" id="{40ABC9C8-777C-7368-5FA7-D692F6F675E2}"/>
              </a:ext>
            </a:extLst>
          </p:cNvPr>
          <p:cNvSpPr/>
          <p:nvPr/>
        </p:nvSpPr>
        <p:spPr>
          <a:xfrm>
            <a:off x="721035" y="3039532"/>
            <a:ext cx="2374215" cy="7657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Triglycerides  </a:t>
            </a:r>
          </a:p>
          <a:p>
            <a:pPr algn="r"/>
            <a:r>
              <a:rPr lang="en-US" altLang="zh-HK" sz="28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甘油三酯</a:t>
            </a:r>
            <a:r>
              <a:rPr lang="en-US" altLang="zh-HK" sz="2800" b="1" i="0" dirty="0">
                <a:solidFill>
                  <a:srgbClr val="FF0000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</a:t>
            </a:r>
            <a:endParaRPr lang="zh-HK" altLang="en-US" sz="2800" b="1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9496" name="群組 19495">
            <a:extLst>
              <a:ext uri="{FF2B5EF4-FFF2-40B4-BE49-F238E27FC236}">
                <a16:creationId xmlns:a16="http://schemas.microsoft.com/office/drawing/2014/main" id="{90AE0391-9F3C-7642-4DE7-2665E34A5FBD}"/>
              </a:ext>
            </a:extLst>
          </p:cNvPr>
          <p:cNvGrpSpPr/>
          <p:nvPr/>
        </p:nvGrpSpPr>
        <p:grpSpPr>
          <a:xfrm>
            <a:off x="2436654" y="5276916"/>
            <a:ext cx="4652035" cy="1352174"/>
            <a:chOff x="516053" y="7491082"/>
            <a:chExt cx="4652035" cy="333352"/>
          </a:xfrm>
        </p:grpSpPr>
        <p:sp>
          <p:nvSpPr>
            <p:cNvPr id="19497" name="矩形 19496">
              <a:extLst>
                <a:ext uri="{FF2B5EF4-FFF2-40B4-BE49-F238E27FC236}">
                  <a16:creationId xmlns:a16="http://schemas.microsoft.com/office/drawing/2014/main" id="{8A09531F-340D-DCD0-AE16-4E1F9427D0DC}"/>
                </a:ext>
              </a:extLst>
            </p:cNvPr>
            <p:cNvSpPr/>
            <p:nvPr/>
          </p:nvSpPr>
          <p:spPr>
            <a:xfrm>
              <a:off x="589961" y="7491082"/>
              <a:ext cx="3560648" cy="302701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19498" name="文字方塊 19497">
              <a:extLst>
                <a:ext uri="{FF2B5EF4-FFF2-40B4-BE49-F238E27FC236}">
                  <a16:creationId xmlns:a16="http://schemas.microsoft.com/office/drawing/2014/main" id="{7FEFE610-B464-03D9-A315-A329A8CF06AA}"/>
                </a:ext>
              </a:extLst>
            </p:cNvPr>
            <p:cNvSpPr txBox="1"/>
            <p:nvPr/>
          </p:nvSpPr>
          <p:spPr>
            <a:xfrm>
              <a:off x="942625" y="7585525"/>
              <a:ext cx="3313686" cy="11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1 Glycerol (</a:t>
              </a:r>
              <a:r>
                <a:rPr lang="zh-HK" altLang="en-US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</a:rPr>
                <a:t>甘油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  <p:sp>
          <p:nvSpPr>
            <p:cNvPr id="19499" name="文字方塊 19498">
              <a:extLst>
                <a:ext uri="{FF2B5EF4-FFF2-40B4-BE49-F238E27FC236}">
                  <a16:creationId xmlns:a16="http://schemas.microsoft.com/office/drawing/2014/main" id="{F671D23A-CD79-F8BF-BE7D-C9C31BA31FA8}"/>
                </a:ext>
              </a:extLst>
            </p:cNvPr>
            <p:cNvSpPr txBox="1"/>
            <p:nvPr/>
          </p:nvSpPr>
          <p:spPr>
            <a:xfrm>
              <a:off x="516053" y="7710620"/>
              <a:ext cx="4652035" cy="11381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400" b="1" dirty="0">
                  <a:latin typeface="Roboto Black" panose="02000000000000000000" pitchFamily="2" charset="0"/>
                  <a:ea typeface="Roboto Black" panose="02000000000000000000" pitchFamily="2" charset="0"/>
                </a:rPr>
                <a:t> +   3 Fatty acids (</a:t>
              </a:r>
              <a:r>
                <a:rPr lang="zh-HK" altLang="en-US" sz="2400" b="0" i="0" dirty="0">
                  <a:solidFill>
                    <a:srgbClr val="4D5156"/>
                  </a:solidFill>
                  <a:effectLst/>
                  <a:highlight>
                    <a:srgbClr val="FFFFFF"/>
                  </a:highlight>
                  <a:latin typeface="Arial" panose="020B0604020202020204" pitchFamily="34" charset="0"/>
                </a:rPr>
                <a:t>脂肪酸</a:t>
              </a:r>
              <a:r>
                <a:rPr lang="en-US" altLang="zh-HK" sz="2400" b="1" i="0" dirty="0">
                  <a:effectLst/>
                  <a:highlight>
                    <a:srgbClr val="FFFFFF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)</a:t>
              </a:r>
              <a:endParaRPr lang="zh-HK" altLang="en-US" sz="2400" b="1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51937150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906010" y="5053710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>
            <p:custDataLst>
              <p:tags r:id="rId36"/>
            </p:custDataLst>
          </p:nvPr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>
            <p:custDataLst>
              <p:tags r:id="rId37"/>
            </p:custDataLst>
          </p:nvPr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D45435D-620A-8918-9CED-5F060A10A1F4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8970749" y="504516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1957934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1"/>
    </p:ext>
  </p:extLst>
</p:sld>
</file>

<file path=ppt/slides/slide1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135974" y="435879"/>
            <a:ext cx="452543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Organic biomolecules</a:t>
            </a:r>
            <a:endParaRPr lang="zh-HK" altLang="en-US" sz="3200" b="1" dirty="0"/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391327" y="1837376"/>
            <a:ext cx="561029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1. Carbohydrates 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碳水化合物</a:t>
            </a:r>
            <a:endParaRPr lang="zh-HK" altLang="en-US" sz="3200" b="1" dirty="0"/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C72AD705-2006-6D19-0848-D4DDC357BFA6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390503" y="2927159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2. Lipids </a:t>
            </a:r>
            <a:r>
              <a:rPr lang="zh-HK" altLang="en-US" sz="3200" b="1" dirty="0"/>
              <a:t>脂質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C25FBAE0-C381-8893-2910-CD14976DFD68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370485" y="4019251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4176DF7-F8B9-136B-6127-A24A77B1AD41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367170" y="5068405"/>
            <a:ext cx="504303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4. Nucleic acids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核酸</a:t>
            </a:r>
            <a:endParaRPr lang="zh-HK" altLang="en-US" sz="3200" b="1" dirty="0"/>
          </a:p>
        </p:txBody>
      </p:sp>
      <p:sp>
        <p:nvSpPr>
          <p:cNvPr id="10" name="橢圓 9">
            <a:extLst>
              <a:ext uri="{FF2B5EF4-FFF2-40B4-BE49-F238E27FC236}">
                <a16:creationId xmlns:a16="http://schemas.microsoft.com/office/drawing/2014/main" id="{7951FFDD-9F60-C7EC-C73E-8E7B2571369E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6173935" y="172577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1" name="橢圓 10">
            <a:extLst>
              <a:ext uri="{FF2B5EF4-FFF2-40B4-BE49-F238E27FC236}">
                <a16:creationId xmlns:a16="http://schemas.microsoft.com/office/drawing/2014/main" id="{4FC3A1C0-AF45-EDB6-5750-115C97A1C4D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7073565" y="1725771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橢圓 11">
            <a:extLst>
              <a:ext uri="{FF2B5EF4-FFF2-40B4-BE49-F238E27FC236}">
                <a16:creationId xmlns:a16="http://schemas.microsoft.com/office/drawing/2014/main" id="{9B4FF5FD-9AA7-65AA-D538-9A7764A89B2F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7973196" y="1725771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3" name="橢圓 12">
            <a:extLst>
              <a:ext uri="{FF2B5EF4-FFF2-40B4-BE49-F238E27FC236}">
                <a16:creationId xmlns:a16="http://schemas.microsoft.com/office/drawing/2014/main" id="{E348892D-700A-3E76-29D6-6CAAB270BF2A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191472" y="2774926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4" name="橢圓 13">
            <a:extLst>
              <a:ext uri="{FF2B5EF4-FFF2-40B4-BE49-F238E27FC236}">
                <a16:creationId xmlns:a16="http://schemas.microsoft.com/office/drawing/2014/main" id="{59DD532E-4E50-F77C-6D39-51D1569596B6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091102" y="2774925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橢圓 23">
            <a:extLst>
              <a:ext uri="{FF2B5EF4-FFF2-40B4-BE49-F238E27FC236}">
                <a16:creationId xmlns:a16="http://schemas.microsoft.com/office/drawing/2014/main" id="{3B03F8F4-57A3-5259-1A56-5DFE0343C156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7990733" y="2774925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5" name="橢圓 24">
            <a:extLst>
              <a:ext uri="{FF2B5EF4-FFF2-40B4-BE49-F238E27FC236}">
                <a16:creationId xmlns:a16="http://schemas.microsoft.com/office/drawing/2014/main" id="{CF736349-8C53-89E4-9D75-EC41EB15EF22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6191472" y="384411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6" name="橢圓 25">
            <a:extLst>
              <a:ext uri="{FF2B5EF4-FFF2-40B4-BE49-F238E27FC236}">
                <a16:creationId xmlns:a16="http://schemas.microsoft.com/office/drawing/2014/main" id="{0FD6CA4B-4B5C-56E1-B670-3684F9F9596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091102" y="384411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7" name="橢圓 26">
            <a:extLst>
              <a:ext uri="{FF2B5EF4-FFF2-40B4-BE49-F238E27FC236}">
                <a16:creationId xmlns:a16="http://schemas.microsoft.com/office/drawing/2014/main" id="{4D967AB5-EBB7-E5E7-FD05-7DEC674F7F7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90733" y="384411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1" name="橢圓 30">
            <a:extLst>
              <a:ext uri="{FF2B5EF4-FFF2-40B4-BE49-F238E27FC236}">
                <a16:creationId xmlns:a16="http://schemas.microsoft.com/office/drawing/2014/main" id="{5F2EFF63-9716-634F-B42F-EF31BB8A96A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6191472" y="4916973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2" name="橢圓 31">
            <a:extLst>
              <a:ext uri="{FF2B5EF4-FFF2-40B4-BE49-F238E27FC236}">
                <a16:creationId xmlns:a16="http://schemas.microsoft.com/office/drawing/2014/main" id="{E23C8228-6483-7201-6B1B-E900E9A3289E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091102" y="4916972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橢圓 32">
            <a:extLst>
              <a:ext uri="{FF2B5EF4-FFF2-40B4-BE49-F238E27FC236}">
                <a16:creationId xmlns:a16="http://schemas.microsoft.com/office/drawing/2014/main" id="{43AEE82E-5B3F-EB03-2276-421E70C1F21E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7990733" y="4916972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2C1CA40A-508C-86D8-FB44-D4344C2CFA3E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294598" y="1525662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5" name="矩形 34">
            <a:extLst>
              <a:ext uri="{FF2B5EF4-FFF2-40B4-BE49-F238E27FC236}">
                <a16:creationId xmlns:a16="http://schemas.microsoft.com/office/drawing/2014/main" id="{7A11ED6B-CBF4-7E75-94A9-5CC3D38915E4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294597" y="2617754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F8F71342-6DFC-B3E2-C4F7-602DDDC24CE5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294596" y="3703371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1492B84E-9F00-E96B-47D0-DAF07D0D255E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294595" y="4793576"/>
            <a:ext cx="10957601" cy="1092092"/>
          </a:xfrm>
          <a:prstGeom prst="rect">
            <a:avLst/>
          </a:prstGeom>
          <a:noFill/>
          <a:ln w="28575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3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3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44" name="橢圓 43">
            <a:extLst>
              <a:ext uri="{FF2B5EF4-FFF2-40B4-BE49-F238E27FC236}">
                <a16:creationId xmlns:a16="http://schemas.microsoft.com/office/drawing/2014/main" id="{886A002A-6D56-5FF7-7094-42F6253CE2C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8922401" y="3947855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5" name="橢圓 44">
            <a:extLst>
              <a:ext uri="{FF2B5EF4-FFF2-40B4-BE49-F238E27FC236}">
                <a16:creationId xmlns:a16="http://schemas.microsoft.com/office/drawing/2014/main" id="{8A583A79-8A22-6FE4-0CE6-55EE4143C35A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9906010" y="5053710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48" name="群組 47">
            <a:extLst>
              <a:ext uri="{FF2B5EF4-FFF2-40B4-BE49-F238E27FC236}">
                <a16:creationId xmlns:a16="http://schemas.microsoft.com/office/drawing/2014/main" id="{2F0C5561-688D-8D01-2854-480269326463}"/>
              </a:ext>
            </a:extLst>
          </p:cNvPr>
          <p:cNvGrpSpPr/>
          <p:nvPr>
            <p:custDataLst>
              <p:tags r:id="rId35"/>
            </p:custDataLst>
          </p:nvPr>
        </p:nvGrpSpPr>
        <p:grpSpPr>
          <a:xfrm>
            <a:off x="9636658" y="3866047"/>
            <a:ext cx="1728967" cy="769441"/>
            <a:chOff x="9748291" y="3943400"/>
            <a:chExt cx="1728967" cy="769441"/>
          </a:xfrm>
        </p:grpSpPr>
        <p:sp>
          <p:nvSpPr>
            <p:cNvPr id="46" name="文字方塊 45">
              <a:extLst>
                <a:ext uri="{FF2B5EF4-FFF2-40B4-BE49-F238E27FC236}">
                  <a16:creationId xmlns:a16="http://schemas.microsoft.com/office/drawing/2014/main" id="{3ABEF1C8-272F-3057-2034-A322A350179D}"/>
                </a:ext>
              </a:extLst>
            </p:cNvPr>
            <p:cNvSpPr txBox="1"/>
            <p:nvPr/>
          </p:nvSpPr>
          <p:spPr>
            <a:xfrm>
              <a:off x="9748291" y="3943400"/>
              <a:ext cx="1728967" cy="7694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4400" dirty="0"/>
                <a:t>(       )</a:t>
              </a:r>
              <a:endParaRPr lang="zh-HK" altLang="en-US" sz="4400" dirty="0"/>
            </a:p>
          </p:txBody>
        </p:sp>
        <p:sp>
          <p:nvSpPr>
            <p:cNvPr id="47" name="橢圓 46">
              <a:extLst>
                <a:ext uri="{FF2B5EF4-FFF2-40B4-BE49-F238E27FC236}">
                  <a16:creationId xmlns:a16="http://schemas.microsoft.com/office/drawing/2014/main" id="{F7EAD8F6-2ECD-A75E-C60C-0727FE4BE5B8}"/>
                </a:ext>
              </a:extLst>
            </p:cNvPr>
            <p:cNvSpPr/>
            <p:nvPr/>
          </p:nvSpPr>
          <p:spPr>
            <a:xfrm>
              <a:off x="10062912" y="4019251"/>
              <a:ext cx="678120" cy="678120"/>
            </a:xfrm>
            <a:prstGeom prst="ellipse">
              <a:avLst/>
            </a:prstGeom>
            <a:solidFill>
              <a:srgbClr val="FFFF00"/>
            </a:solid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S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36"/>
            </p:custDataLst>
          </p:nvPr>
        </p:nvSpPr>
        <p:spPr>
          <a:xfrm>
            <a:off x="135974" y="3568302"/>
            <a:ext cx="11229651" cy="1331570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E5C8A250-629E-4AA6-B6DA-865AEC8F23CF}"/>
              </a:ext>
            </a:extLst>
          </p:cNvPr>
          <p:cNvSpPr txBox="1"/>
          <p:nvPr>
            <p:custDataLst>
              <p:tags r:id="rId37"/>
            </p:custDataLst>
          </p:nvPr>
        </p:nvSpPr>
        <p:spPr>
          <a:xfrm>
            <a:off x="8890364" y="2755437"/>
            <a:ext cx="1728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4400" dirty="0"/>
              <a:t>(       )</a:t>
            </a:r>
            <a:endParaRPr lang="zh-HK" altLang="en-US" sz="4400" dirty="0"/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0EF07A57-237D-C589-81EB-4C1800E8F70E}"/>
              </a:ext>
            </a:extLst>
          </p:cNvPr>
          <p:cNvSpPr/>
          <p:nvPr>
            <p:custDataLst>
              <p:tags r:id="rId38"/>
            </p:custDataLst>
          </p:nvPr>
        </p:nvSpPr>
        <p:spPr>
          <a:xfrm>
            <a:off x="9227890" y="2843729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5D45435D-620A-8918-9CED-5F060A10A1F4}"/>
              </a:ext>
            </a:extLst>
          </p:cNvPr>
          <p:cNvSpPr/>
          <p:nvPr>
            <p:custDataLst>
              <p:tags r:id="rId39"/>
            </p:custDataLst>
          </p:nvPr>
        </p:nvSpPr>
        <p:spPr>
          <a:xfrm>
            <a:off x="8970749" y="504516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977029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42"/>
    </p:ext>
  </p:extLst>
</p:sld>
</file>

<file path=ppt/slides/slide1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347955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1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119915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1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5041856" y="112047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3114740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943190" y="11204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5715465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955477" y="106988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8808651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5281067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4795983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62574" y="361644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6459431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1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62574" y="361644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CC6DE284-3634-8CCE-76B1-E898B9CBE8FB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5022717" y="1900353"/>
            <a:ext cx="1598167" cy="570296"/>
            <a:chOff x="5094433" y="1791439"/>
            <a:chExt cx="1598167" cy="57029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E0FE6FC-1C00-47B3-D8D0-2A4A331D0830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561DB62D-5441-FC9B-CB84-04A5D826DE8C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9891A06C-14C6-3C5B-CF6F-8BA0B63838B5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758018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5"/>
    </p:ext>
  </p:extLst>
</p:sld>
</file>

<file path=ppt/slides/slide1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404641" y="3476290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862574" y="3616441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9" name="橢圓 18">
            <a:extLst>
              <a:ext uri="{FF2B5EF4-FFF2-40B4-BE49-F238E27FC236}">
                <a16:creationId xmlns:a16="http://schemas.microsoft.com/office/drawing/2014/main" id="{D115CDC3-F637-7274-1F6C-F4B0228AED28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384707" y="3421992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橢圓 19">
            <a:extLst>
              <a:ext uri="{FF2B5EF4-FFF2-40B4-BE49-F238E27FC236}">
                <a16:creationId xmlns:a16="http://schemas.microsoft.com/office/drawing/2014/main" id="{03E64850-A9CA-8961-52DB-57FBA16B8E59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58949" y="3436256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1" name="橢圓 20">
            <a:extLst>
              <a:ext uri="{FF2B5EF4-FFF2-40B4-BE49-F238E27FC236}">
                <a16:creationId xmlns:a16="http://schemas.microsoft.com/office/drawing/2014/main" id="{95AAF1D2-D695-8961-1F55-D9A079476587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536438" y="320584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639336" y="1589316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" name="橢圓 5">
            <a:extLst>
              <a:ext uri="{FF2B5EF4-FFF2-40B4-BE49-F238E27FC236}">
                <a16:creationId xmlns:a16="http://schemas.microsoft.com/office/drawing/2014/main" id="{BEF87257-D6E8-08FC-D2E4-93DD9CF48D5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6836806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7" name="橢圓 6">
            <a:extLst>
              <a:ext uri="{FF2B5EF4-FFF2-40B4-BE49-F238E27FC236}">
                <a16:creationId xmlns:a16="http://schemas.microsoft.com/office/drawing/2014/main" id="{443DECE9-440E-D110-3F76-25C24B8005DA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7908488" y="230742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CC6DE284-3634-8CCE-76B1-E898B9CBE8FB}"/>
              </a:ext>
            </a:extLst>
          </p:cNvPr>
          <p:cNvGrpSpPr/>
          <p:nvPr>
            <p:custDataLst>
              <p:tags r:id="rId23"/>
            </p:custDataLst>
          </p:nvPr>
        </p:nvGrpSpPr>
        <p:grpSpPr>
          <a:xfrm>
            <a:off x="5022717" y="1900353"/>
            <a:ext cx="1598167" cy="570296"/>
            <a:chOff x="5094433" y="1791439"/>
            <a:chExt cx="1598167" cy="570296"/>
          </a:xfrm>
        </p:grpSpPr>
        <p:sp>
          <p:nvSpPr>
            <p:cNvPr id="10" name="橢圓 9">
              <a:extLst>
                <a:ext uri="{FF2B5EF4-FFF2-40B4-BE49-F238E27FC236}">
                  <a16:creationId xmlns:a16="http://schemas.microsoft.com/office/drawing/2014/main" id="{7E0FE6FC-1C00-47B3-D8D0-2A4A331D0830}"/>
                </a:ext>
              </a:extLst>
            </p:cNvPr>
            <p:cNvSpPr/>
            <p:nvPr/>
          </p:nvSpPr>
          <p:spPr>
            <a:xfrm>
              <a:off x="5094433" y="1792589"/>
              <a:ext cx="569146" cy="56914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C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  <p:sp>
          <p:nvSpPr>
            <p:cNvPr id="11" name="橢圓 10">
              <a:extLst>
                <a:ext uri="{FF2B5EF4-FFF2-40B4-BE49-F238E27FC236}">
                  <a16:creationId xmlns:a16="http://schemas.microsoft.com/office/drawing/2014/main" id="{561DB62D-5441-FC9B-CB84-04A5D826DE8C}"/>
                </a:ext>
              </a:extLst>
            </p:cNvPr>
            <p:cNvSpPr/>
            <p:nvPr/>
          </p:nvSpPr>
          <p:spPr>
            <a:xfrm>
              <a:off x="5622624" y="1791439"/>
              <a:ext cx="569147" cy="569147"/>
            </a:xfrm>
            <a:prstGeom prst="ellipse">
              <a:avLst/>
            </a:prstGeom>
            <a:solidFill>
              <a:schemeClr val="bg1"/>
            </a:solidFill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solidFill>
                    <a:schemeClr val="tx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</a:t>
              </a:r>
              <a:endParaRPr lang="zh-HK" altLang="en-US" sz="4000" dirty="0">
                <a:solidFill>
                  <a:schemeClr val="tx1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2" name="橢圓 11">
              <a:extLst>
                <a:ext uri="{FF2B5EF4-FFF2-40B4-BE49-F238E27FC236}">
                  <a16:creationId xmlns:a16="http://schemas.microsoft.com/office/drawing/2014/main" id="{9891A06C-14C6-3C5B-CF6F-8BA0B63838B5}"/>
                </a:ext>
              </a:extLst>
            </p:cNvPr>
            <p:cNvSpPr/>
            <p:nvPr/>
          </p:nvSpPr>
          <p:spPr>
            <a:xfrm>
              <a:off x="6123453" y="1791439"/>
              <a:ext cx="569147" cy="569147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HK" sz="40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O</a:t>
              </a:r>
              <a:endParaRPr lang="zh-HK" altLang="en-US" sz="4000" dirty="0">
                <a:latin typeface="Roboto Black" panose="02000000000000000000" pitchFamily="2" charset="0"/>
              </a:endParaRPr>
            </a:p>
          </p:txBody>
        </p:sp>
      </p:grpSp>
    </p:spTree>
    <p:custDataLst>
      <p:tags r:id="rId1"/>
    </p:custDataLst>
    <p:extLst>
      <p:ext uri="{BB962C8B-B14F-4D97-AF65-F5344CB8AC3E}">
        <p14:creationId xmlns:p14="http://schemas.microsoft.com/office/powerpoint/2010/main" val="420023965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1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橢圓 17">
            <a:extLst>
              <a:ext uri="{FF2B5EF4-FFF2-40B4-BE49-F238E27FC236}">
                <a16:creationId xmlns:a16="http://schemas.microsoft.com/office/drawing/2014/main" id="{A5E1DB0B-93B8-36C4-2F1E-A7946EBFED4E}"/>
              </a:ext>
            </a:extLst>
          </p:cNvPr>
          <p:cNvSpPr/>
          <p:nvPr/>
        </p:nvSpPr>
        <p:spPr>
          <a:xfrm>
            <a:off x="2508872" y="356453"/>
            <a:ext cx="7543799" cy="7092531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AF8380CA-5552-3072-B64C-BF19A366656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pic>
        <p:nvPicPr>
          <p:cNvPr id="3" name="Image 189">
            <a:extLst>
              <a:ext uri="{FF2B5EF4-FFF2-40B4-BE49-F238E27FC236}">
                <a16:creationId xmlns:a16="http://schemas.microsoft.com/office/drawing/2014/main" id="{27C18892-40E0-17C3-2501-FA95F3FCF02A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3994218" y="2192349"/>
            <a:ext cx="5301240" cy="312641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85129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橢圓 21">
            <a:extLst>
              <a:ext uri="{FF2B5EF4-FFF2-40B4-BE49-F238E27FC236}">
                <a16:creationId xmlns:a16="http://schemas.microsoft.com/office/drawing/2014/main" id="{35CDD5E4-9AC7-1181-561B-C02312240FF9}"/>
              </a:ext>
            </a:extLst>
          </p:cNvPr>
          <p:cNvSpPr/>
          <p:nvPr/>
        </p:nvSpPr>
        <p:spPr>
          <a:xfrm>
            <a:off x="3760724" y="1410090"/>
            <a:ext cx="4364931" cy="4427213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/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/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/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/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/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/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/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/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/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24" name="文字方塊 23">
            <a:extLst>
              <a:ext uri="{FF2B5EF4-FFF2-40B4-BE49-F238E27FC236}">
                <a16:creationId xmlns:a16="http://schemas.microsoft.com/office/drawing/2014/main" id="{D3E6C5FB-EC5B-C143-A350-C5F0A434067D}"/>
              </a:ext>
            </a:extLst>
          </p:cNvPr>
          <p:cNvSpPr txBox="1"/>
          <p:nvPr/>
        </p:nvSpPr>
        <p:spPr>
          <a:xfrm>
            <a:off x="4662702" y="6104340"/>
            <a:ext cx="331368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Mono</a:t>
            </a:r>
            <a:r>
              <a:rPr lang="zh-HK" altLang="en-US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單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/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C553FB0-71BD-9621-5D9F-E4C706249B70}"/>
              </a:ext>
            </a:extLst>
          </p:cNvPr>
          <p:cNvSpPr txBox="1"/>
          <p:nvPr/>
        </p:nvSpPr>
        <p:spPr>
          <a:xfrm>
            <a:off x="1245931" y="6104340"/>
            <a:ext cx="9603706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acids</a:t>
            </a:r>
            <a:r>
              <a:rPr lang="zh-TW" altLang="en-US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TW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胺基酸</a:t>
            </a:r>
            <a:r>
              <a:rPr lang="en-US" altLang="zh-HK" sz="3200" b="1" i="0" dirty="0">
                <a:solidFill>
                  <a:srgbClr val="202124"/>
                </a:solidFill>
                <a:effectLst/>
                <a:highlight>
                  <a:srgbClr val="FFFFFF"/>
                </a:highlight>
                <a:latin typeface="Google Sans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/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21" name="群組 20">
            <a:extLst>
              <a:ext uri="{FF2B5EF4-FFF2-40B4-BE49-F238E27FC236}">
                <a16:creationId xmlns:a16="http://schemas.microsoft.com/office/drawing/2014/main" id="{B9B2D75C-157F-E0E3-BE98-C923FAB09447}"/>
              </a:ext>
            </a:extLst>
          </p:cNvPr>
          <p:cNvGrpSpPr/>
          <p:nvPr/>
        </p:nvGrpSpPr>
        <p:grpSpPr>
          <a:xfrm>
            <a:off x="3415557" y="1950688"/>
            <a:ext cx="5055263" cy="3629421"/>
            <a:chOff x="3289601" y="1246542"/>
            <a:chExt cx="6461638" cy="4639126"/>
          </a:xfrm>
        </p:grpSpPr>
        <p:pic>
          <p:nvPicPr>
            <p:cNvPr id="25" name="圖片 2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1BAC722-74E1-7528-E7CC-632F08496B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89601" y="1246542"/>
              <a:ext cx="6461638" cy="4639126"/>
            </a:xfrm>
            <a:prstGeom prst="rect">
              <a:avLst/>
            </a:prstGeom>
          </p:spPr>
        </p:pic>
        <p:pic>
          <p:nvPicPr>
            <p:cNvPr id="18" name="圖片 17">
              <a:extLst>
                <a:ext uri="{FF2B5EF4-FFF2-40B4-BE49-F238E27FC236}">
                  <a16:creationId xmlns:a16="http://schemas.microsoft.com/office/drawing/2014/main" id="{B5C8EA9F-CD83-4C99-72A8-9358D21CC643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4817342" y="2331273"/>
              <a:ext cx="4050958" cy="2595564"/>
            </a:xfrm>
            <a:prstGeom prst="rect">
              <a:avLst/>
            </a:prstGeom>
          </p:spPr>
        </p:pic>
      </p:grpSp>
      <p:sp>
        <p:nvSpPr>
          <p:cNvPr id="29" name="文字方塊 28">
            <a:extLst>
              <a:ext uri="{FF2B5EF4-FFF2-40B4-BE49-F238E27FC236}">
                <a16:creationId xmlns:a16="http://schemas.microsoft.com/office/drawing/2014/main" id="{1957BDED-5FE4-0AEC-8183-277E4FA8703A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800940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1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806027" y="1804950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6449954" y="1798738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205738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1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6449954" y="1798738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76532346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1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933879" y="1849556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1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516523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1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933879" y="1849556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3188648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933879" y="1849556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-250839" y="483744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833564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933879" y="1849556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50659353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933879" y="1849556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D8AE975B-96A0-9E3F-504C-7532EAEDBF7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7355672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grpSp>
        <p:nvGrpSpPr>
          <p:cNvPr id="11" name="群組 10">
            <a:extLst>
              <a:ext uri="{FF2B5EF4-FFF2-40B4-BE49-F238E27FC236}">
                <a16:creationId xmlns:a16="http://schemas.microsoft.com/office/drawing/2014/main" id="{49BD4B7E-8550-1FA9-C80B-159EC297EEEB}"/>
              </a:ext>
            </a:extLst>
          </p:cNvPr>
          <p:cNvGrpSpPr/>
          <p:nvPr>
            <p:custDataLst>
              <p:tags r:id="rId15"/>
            </p:custDataLst>
          </p:nvPr>
        </p:nvGrpSpPr>
        <p:grpSpPr>
          <a:xfrm>
            <a:off x="2196647" y="1798641"/>
            <a:ext cx="4627506" cy="4885584"/>
            <a:chOff x="806027" y="1804950"/>
            <a:chExt cx="4627506" cy="4885584"/>
          </a:xfrm>
        </p:grpSpPr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35CDD5E4-9AC7-1181-561B-C02312240FF9}"/>
                </a:ext>
              </a:extLst>
            </p:cNvPr>
            <p:cNvSpPr/>
            <p:nvPr/>
          </p:nvSpPr>
          <p:spPr>
            <a:xfrm>
              <a:off x="1151193" y="1804950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9" name="文字方塊 8">
              <a:extLst>
                <a:ext uri="{FF2B5EF4-FFF2-40B4-BE49-F238E27FC236}">
                  <a16:creationId xmlns:a16="http://schemas.microsoft.com/office/drawing/2014/main" id="{1C553FB0-71BD-9621-5D9F-E4C706249B70}"/>
                </a:ext>
              </a:extLst>
            </p:cNvPr>
            <p:cNvSpPr txBox="1"/>
            <p:nvPr/>
          </p:nvSpPr>
          <p:spPr>
            <a:xfrm>
              <a:off x="1499481" y="6105759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21" name="群組 20">
              <a:extLst>
                <a:ext uri="{FF2B5EF4-FFF2-40B4-BE49-F238E27FC236}">
                  <a16:creationId xmlns:a16="http://schemas.microsoft.com/office/drawing/2014/main" id="{B9B2D75C-157F-E0E3-BE98-C923FAB09447}"/>
                </a:ext>
              </a:extLst>
            </p:cNvPr>
            <p:cNvGrpSpPr/>
            <p:nvPr/>
          </p:nvGrpSpPr>
          <p:grpSpPr>
            <a:xfrm>
              <a:off x="806027" y="2345548"/>
              <a:ext cx="4627506" cy="3322313"/>
              <a:chOff x="3289601" y="1246542"/>
              <a:chExt cx="6461638" cy="4639126"/>
            </a:xfrm>
          </p:grpSpPr>
          <p:pic>
            <p:nvPicPr>
              <p:cNvPr id="25" name="圖片 24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51BAC722-74E1-7528-E7CC-632F08496B7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8" name="圖片 17">
                <a:extLst>
                  <a:ext uri="{FF2B5EF4-FFF2-40B4-BE49-F238E27FC236}">
                    <a16:creationId xmlns:a16="http://schemas.microsoft.com/office/drawing/2014/main" id="{B5C8EA9F-CD83-4C99-72A8-9358D21CC64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CE39F2BB-52AC-1204-F792-981BA65C9550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933879" y="1849556"/>
            <a:ext cx="4627506" cy="4885584"/>
            <a:chOff x="6449954" y="1798738"/>
            <a:chExt cx="4627506" cy="4885584"/>
          </a:xfrm>
        </p:grpSpPr>
        <p:sp>
          <p:nvSpPr>
            <p:cNvPr id="2" name="橢圓 1">
              <a:extLst>
                <a:ext uri="{FF2B5EF4-FFF2-40B4-BE49-F238E27FC236}">
                  <a16:creationId xmlns:a16="http://schemas.microsoft.com/office/drawing/2014/main" id="{476FC108-ADA2-6DCF-8000-E7866EF089EB}"/>
                </a:ext>
              </a:extLst>
            </p:cNvPr>
            <p:cNvSpPr/>
            <p:nvPr/>
          </p:nvSpPr>
          <p:spPr>
            <a:xfrm>
              <a:off x="6795120" y="1798738"/>
              <a:ext cx="3995587" cy="405259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5CE1908A-ABF3-170E-F1CD-8EACA4D0EB41}"/>
                </a:ext>
              </a:extLst>
            </p:cNvPr>
            <p:cNvSpPr txBox="1"/>
            <p:nvPr/>
          </p:nvSpPr>
          <p:spPr>
            <a:xfrm>
              <a:off x="7143408" y="6099547"/>
              <a:ext cx="3240598" cy="584775"/>
            </a:xfrm>
            <a:prstGeom prst="rect">
              <a:avLst/>
            </a:prstGeom>
            <a:solidFill>
              <a:schemeClr val="bg1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HK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  <a:r>
                <a:rPr lang="zh-TW" altLang="en-US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en-US" altLang="zh-TW" sz="3200" dirty="0">
                  <a:latin typeface="Roboto Black" panose="02000000000000000000" pitchFamily="2" charset="0"/>
                  <a:ea typeface="Roboto Black" panose="02000000000000000000" pitchFamily="2" charset="0"/>
                </a:rPr>
                <a:t>acid</a:t>
              </a:r>
              <a:endParaRPr lang="zh-HK" altLang="en-US" sz="3200" b="1" dirty="0">
                <a:latin typeface="Roboto Black" panose="02000000000000000000" pitchFamily="2" charset="0"/>
              </a:endParaRPr>
            </a:p>
          </p:txBody>
        </p:sp>
        <p:grpSp>
          <p:nvGrpSpPr>
            <p:cNvPr id="6" name="群組 5">
              <a:extLst>
                <a:ext uri="{FF2B5EF4-FFF2-40B4-BE49-F238E27FC236}">
                  <a16:creationId xmlns:a16="http://schemas.microsoft.com/office/drawing/2014/main" id="{14B55EF9-9838-52D6-9C43-A36A5DFD1533}"/>
                </a:ext>
              </a:extLst>
            </p:cNvPr>
            <p:cNvGrpSpPr/>
            <p:nvPr/>
          </p:nvGrpSpPr>
          <p:grpSpPr>
            <a:xfrm>
              <a:off x="6449954" y="2339336"/>
              <a:ext cx="4627506" cy="3322313"/>
              <a:chOff x="3289601" y="1246542"/>
              <a:chExt cx="6461638" cy="4639126"/>
            </a:xfrm>
          </p:grpSpPr>
          <p:pic>
            <p:nvPicPr>
              <p:cNvPr id="7" name="圖片 6" descr="一張含有 蝴蝶, 蛾與蝴蝶, 無脊椎動物, 昆蟲 的圖片&#10;&#10;自動產生的描述">
                <a:extLst>
                  <a:ext uri="{FF2B5EF4-FFF2-40B4-BE49-F238E27FC236}">
                    <a16:creationId xmlns:a16="http://schemas.microsoft.com/office/drawing/2014/main" id="{1E443CC0-B121-FDFC-5156-5F6A759E859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3289601" y="1246542"/>
                <a:ext cx="6461638" cy="4639126"/>
              </a:xfrm>
              <a:prstGeom prst="rect">
                <a:avLst/>
              </a:prstGeom>
            </p:spPr>
          </p:pic>
          <p:pic>
            <p:nvPicPr>
              <p:cNvPr id="10" name="圖片 9">
                <a:extLst>
                  <a:ext uri="{FF2B5EF4-FFF2-40B4-BE49-F238E27FC236}">
                    <a16:creationId xmlns:a16="http://schemas.microsoft.com/office/drawing/2014/main" id="{808138DB-9951-981C-34DC-06F62619523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817342" y="2331273"/>
                <a:ext cx="4050958" cy="2595564"/>
              </a:xfrm>
              <a:prstGeom prst="rect">
                <a:avLst/>
              </a:prstGeom>
            </p:spPr>
          </p:pic>
        </p:grpSp>
      </p:grpSp>
      <p:sp>
        <p:nvSpPr>
          <p:cNvPr id="13" name="橢圓 12">
            <a:extLst>
              <a:ext uri="{FF2B5EF4-FFF2-40B4-BE49-F238E27FC236}">
                <a16:creationId xmlns:a16="http://schemas.microsoft.com/office/drawing/2014/main" id="{41AE3271-994F-BC7E-0960-C02FF54773DC}"/>
              </a:ext>
            </a:extLst>
          </p:cNvPr>
          <p:cNvSpPr>
            <a:spLocks/>
          </p:cNvSpPr>
          <p:nvPr>
            <p:custDataLst>
              <p:tags r:id="rId17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4" name="箭號: 左-右雙向 13">
            <a:extLst>
              <a:ext uri="{FF2B5EF4-FFF2-40B4-BE49-F238E27FC236}">
                <a16:creationId xmlns:a16="http://schemas.microsoft.com/office/drawing/2014/main" id="{D8AE975B-96A0-9E3F-504C-7532EAEDBF71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797381" y="2756914"/>
            <a:ext cx="2450086" cy="1840485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Bond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20" name="文字方塊 19">
            <a:extLst>
              <a:ext uri="{FF2B5EF4-FFF2-40B4-BE49-F238E27FC236}">
                <a16:creationId xmlns:a16="http://schemas.microsoft.com/office/drawing/2014/main" id="{F4D14220-681B-0BED-22E6-537400CE339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2309925" y="6061258"/>
            <a:ext cx="7912110" cy="58477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Dipeptide </a:t>
            </a:r>
            <a:r>
              <a:rPr lang="en-US" altLang="zh-HK" sz="3200" b="1" dirty="0">
                <a:latin typeface="Roboto Black" panose="02000000000000000000" pitchFamily="2" charset="0"/>
                <a:ea typeface="Roboto Black" panose="02000000000000000000" pitchFamily="2" charset="0"/>
              </a:rPr>
              <a:t>(</a:t>
            </a:r>
            <a:r>
              <a:rPr lang="zh-HK" altLang="en-US" sz="3200" b="1" i="0" dirty="0">
                <a:solidFill>
                  <a:srgbClr val="4D5156"/>
                </a:solidFill>
                <a:effectLst/>
                <a:highlight>
                  <a:srgbClr val="FFFFFF"/>
                </a:highlight>
                <a:latin typeface="Arial" panose="020B0604020202020204" pitchFamily="34" charset="0"/>
              </a:rPr>
              <a:t>二肽</a:t>
            </a:r>
            <a:r>
              <a:rPr lang="en-US" altLang="zh-HK" sz="3200" b="1" dirty="0">
                <a:solidFill>
                  <a:srgbClr val="4D5156"/>
                </a:solidFill>
                <a:highlight>
                  <a:srgbClr val="FFFFFF"/>
                </a:highlight>
                <a:latin typeface="Arial" panose="020B0604020202020204" pitchFamily="34" charset="0"/>
              </a:rPr>
              <a:t>)</a:t>
            </a:r>
            <a:endParaRPr lang="zh-HK" altLang="en-US" sz="3200" b="1" dirty="0">
              <a:latin typeface="Roboto Black" panose="02000000000000000000" pitchFamily="2" charset="0"/>
            </a:endParaRPr>
          </a:p>
        </p:txBody>
      </p:sp>
      <p:sp>
        <p:nvSpPr>
          <p:cNvPr id="23" name="文字方塊 22">
            <a:extLst>
              <a:ext uri="{FF2B5EF4-FFF2-40B4-BE49-F238E27FC236}">
                <a16:creationId xmlns:a16="http://schemas.microsoft.com/office/drawing/2014/main" id="{98B09EE9-17DC-7304-4463-E96EDAF59011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1659360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2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4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8479004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2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4" name="圖片 23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8F2625C-87C7-B7B4-E1C5-A0862456526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7" y="4548086"/>
            <a:ext cx="1464614" cy="1051518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172372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2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6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4" name="圖片 23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8F2625C-87C7-B7B4-E1C5-A0862456526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7" y="4548086"/>
            <a:ext cx="1464614" cy="1051518"/>
          </a:xfrm>
          <a:prstGeom prst="rect">
            <a:avLst/>
          </a:prstGeom>
        </p:spPr>
      </p:pic>
      <p:pic>
        <p:nvPicPr>
          <p:cNvPr id="26" name="圖片 25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1B01DCF1-66D4-ED88-C8B1-8466856FCD07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11" y="4567433"/>
            <a:ext cx="1464614" cy="1051518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>
            <p:custDataLst>
              <p:tags r:id="rId22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567070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5"/>
    </p:ext>
  </p:extLst>
</p:sld>
</file>

<file path=ppt/slides/slide2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4" name="圖片 23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8F2625C-87C7-B7B4-E1C5-A0862456526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7" y="4548086"/>
            <a:ext cx="1464614" cy="1051518"/>
          </a:xfrm>
          <a:prstGeom prst="rect">
            <a:avLst/>
          </a:prstGeom>
        </p:spPr>
      </p:pic>
      <p:pic>
        <p:nvPicPr>
          <p:cNvPr id="26" name="圖片 25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1B01DCF1-66D4-ED88-C8B1-8466856FCD07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11" y="4567433"/>
            <a:ext cx="1464614" cy="1051518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1" name="圖片 30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9ECF064-4EFF-A65F-1C4F-24E4542A8F8F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288" y="4531672"/>
            <a:ext cx="1464614" cy="1051518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>
            <p:custDataLst>
              <p:tags r:id="rId23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5945880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2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77586" y="1816599"/>
            <a:ext cx="11797553" cy="1902516"/>
          </a:xfrm>
          <a:prstGeom prst="rect">
            <a:avLst/>
          </a:prstGeom>
        </p:spPr>
      </p:pic>
      <p:sp>
        <p:nvSpPr>
          <p:cNvPr id="20" name="橢圓 19">
            <a:extLst>
              <a:ext uri="{FF2B5EF4-FFF2-40B4-BE49-F238E27FC236}">
                <a16:creationId xmlns:a16="http://schemas.microsoft.com/office/drawing/2014/main" id="{50C3D358-E067-D193-DFC2-9B361BC6AE04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78637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3" name="橢圓 22">
            <a:extLst>
              <a:ext uri="{FF2B5EF4-FFF2-40B4-BE49-F238E27FC236}">
                <a16:creationId xmlns:a16="http://schemas.microsoft.com/office/drawing/2014/main" id="{F7CD8F1C-7439-B5EB-A7D2-B99E641E547E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3310211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24" name="圖片 23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8F2625C-87C7-B7B4-E1C5-A08624565260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8637" y="4548086"/>
            <a:ext cx="1464614" cy="1051518"/>
          </a:xfrm>
          <a:prstGeom prst="rect">
            <a:avLst/>
          </a:prstGeom>
        </p:spPr>
      </p:pic>
      <p:pic>
        <p:nvPicPr>
          <p:cNvPr id="26" name="圖片 25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1B01DCF1-66D4-ED88-C8B1-8466856FCD07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0211" y="4567433"/>
            <a:ext cx="1464614" cy="1051518"/>
          </a:xfrm>
          <a:prstGeom prst="rect">
            <a:avLst/>
          </a:prstGeom>
        </p:spPr>
      </p:pic>
      <p:sp>
        <p:nvSpPr>
          <p:cNvPr id="28" name="橢圓 27">
            <a:extLst>
              <a:ext uri="{FF2B5EF4-FFF2-40B4-BE49-F238E27FC236}">
                <a16:creationId xmlns:a16="http://schemas.microsoft.com/office/drawing/2014/main" id="{5DB660FE-2186-0706-7654-69018C8800E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7834088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0" name="橢圓 29">
            <a:extLst>
              <a:ext uri="{FF2B5EF4-FFF2-40B4-BE49-F238E27FC236}">
                <a16:creationId xmlns:a16="http://schemas.microsoft.com/office/drawing/2014/main" id="{50B454CA-03DA-0E21-63F7-A4E83F2FC3D0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8901092" y="4331089"/>
            <a:ext cx="1464614" cy="1485512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pic>
        <p:nvPicPr>
          <p:cNvPr id="31" name="圖片 30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49ECF064-4EFF-A65F-1C4F-24E4542A8F8F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49288" y="4531672"/>
            <a:ext cx="1464614" cy="1051518"/>
          </a:xfrm>
          <a:prstGeom prst="rect">
            <a:avLst/>
          </a:prstGeom>
        </p:spPr>
      </p:pic>
      <p:pic>
        <p:nvPicPr>
          <p:cNvPr id="32" name="圖片 31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7A3D62FD-E67C-D12C-F7ED-0BA2574D86EE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34643" y="4548086"/>
            <a:ext cx="1464614" cy="1051518"/>
          </a:xfrm>
          <a:prstGeom prst="rect">
            <a:avLst/>
          </a:prstGeom>
        </p:spPr>
      </p:pic>
      <p:sp>
        <p:nvSpPr>
          <p:cNvPr id="33" name="文字方塊 32">
            <a:extLst>
              <a:ext uri="{FF2B5EF4-FFF2-40B4-BE49-F238E27FC236}">
                <a16:creationId xmlns:a16="http://schemas.microsoft.com/office/drawing/2014/main" id="{D6CB1638-6366-640B-8610-FDB0AF90E06E}"/>
              </a:ext>
            </a:extLst>
          </p:cNvPr>
          <p:cNvSpPr txBox="1"/>
          <p:nvPr>
            <p:custDataLst>
              <p:tags r:id="rId2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301076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2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2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6256156" y="1126414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33103" y="1073052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8405628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2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6256156" y="1126414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0874987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2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816281" y="1108926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5764139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3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816281" y="1108926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4797381" y="238790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8044530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3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816281" y="1108926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-250839" y="4837441"/>
            <a:ext cx="2450086" cy="2450086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54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54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54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8883942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3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816281" y="1108926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43160477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4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816281" y="1108926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19720A-6C30-65D9-DB9C-8541AD1F743B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26018" y="2590801"/>
            <a:ext cx="2956915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66717670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2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5043560" y="117105"/>
            <a:ext cx="779946" cy="779946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C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16" name="橢圓 15">
            <a:extLst>
              <a:ext uri="{FF2B5EF4-FFF2-40B4-BE49-F238E27FC236}">
                <a16:creationId xmlns:a16="http://schemas.microsoft.com/office/drawing/2014/main" id="{77BDC876-8114-8A4D-9A79-32FBABA88555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5943190" y="117104"/>
            <a:ext cx="779947" cy="779947"/>
          </a:xfrm>
          <a:prstGeom prst="ellipse">
            <a:avLst/>
          </a:prstGeom>
          <a:solidFill>
            <a:schemeClr val="bg1"/>
          </a:solidFill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橢圓 16">
            <a:extLst>
              <a:ext uri="{FF2B5EF4-FFF2-40B4-BE49-F238E27FC236}">
                <a16:creationId xmlns:a16="http://schemas.microsoft.com/office/drawing/2014/main" id="{BF53D0E2-5E47-DFBD-C595-1C9F436A4827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6842821" y="117104"/>
            <a:ext cx="779947" cy="779947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8" name="橢圓 37">
            <a:extLst>
              <a:ext uri="{FF2B5EF4-FFF2-40B4-BE49-F238E27FC236}">
                <a16:creationId xmlns:a16="http://schemas.microsoft.com/office/drawing/2014/main" id="{11606498-175D-708B-71DF-E6ECE79B4720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7888275" y="233458"/>
            <a:ext cx="678120" cy="678120"/>
          </a:xfrm>
          <a:prstGeom prst="ellipse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N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39" name="橢圓 38">
            <a:extLst>
              <a:ext uri="{FF2B5EF4-FFF2-40B4-BE49-F238E27FC236}">
                <a16:creationId xmlns:a16="http://schemas.microsoft.com/office/drawing/2014/main" id="{3A71D4A0-5E18-7D7C-3A02-5772A43BCD92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9227890" y="238194"/>
            <a:ext cx="678120" cy="678120"/>
          </a:xfrm>
          <a:prstGeom prst="ellipse">
            <a:avLst/>
          </a:prstGeom>
          <a:solidFill>
            <a:srgbClr val="FE9E0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latin typeface="Roboto Black" panose="02000000000000000000" pitchFamily="2" charset="0"/>
                <a:ea typeface="Roboto Black" panose="02000000000000000000" pitchFamily="2" charset="0"/>
              </a:rPr>
              <a:t>P</a:t>
            </a:r>
            <a:endParaRPr lang="zh-HK" altLang="en-US" sz="4000" dirty="0">
              <a:latin typeface="Roboto Black" panose="02000000000000000000" pitchFamily="2" charset="0"/>
            </a:endParaRPr>
          </a:p>
        </p:txBody>
      </p:sp>
      <p:sp>
        <p:nvSpPr>
          <p:cNvPr id="40" name="橢圓 39">
            <a:extLst>
              <a:ext uri="{FF2B5EF4-FFF2-40B4-BE49-F238E27FC236}">
                <a16:creationId xmlns:a16="http://schemas.microsoft.com/office/drawing/2014/main" id="{48EE4920-F861-DAAF-9F45-73D12F11ABB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sp>
        <p:nvSpPr>
          <p:cNvPr id="41" name="文字方塊 40">
            <a:extLst>
              <a:ext uri="{FF2B5EF4-FFF2-40B4-BE49-F238E27FC236}">
                <a16:creationId xmlns:a16="http://schemas.microsoft.com/office/drawing/2014/main" id="{7ACF3CBA-CE64-1B0F-1881-FDE7B9A0290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7622768" y="97233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Nitrogen</a:t>
            </a:r>
            <a:endParaRPr lang="zh-HK" altLang="en-US" sz="2000" b="1" dirty="0"/>
          </a:p>
        </p:txBody>
      </p:sp>
      <p:sp>
        <p:nvSpPr>
          <p:cNvPr id="42" name="文字方塊 41">
            <a:extLst>
              <a:ext uri="{FF2B5EF4-FFF2-40B4-BE49-F238E27FC236}">
                <a16:creationId xmlns:a16="http://schemas.microsoft.com/office/drawing/2014/main" id="{7D505B02-8047-52CF-915C-3606D1B054B5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8792915" y="1006663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Phosphorus</a:t>
            </a:r>
            <a:endParaRPr lang="zh-HK" altLang="en-US" sz="2000" b="1" dirty="0"/>
          </a:p>
        </p:txBody>
      </p:sp>
      <p:sp>
        <p:nvSpPr>
          <p:cNvPr id="43" name="文字方塊 42">
            <a:extLst>
              <a:ext uri="{FF2B5EF4-FFF2-40B4-BE49-F238E27FC236}">
                <a16:creationId xmlns:a16="http://schemas.microsoft.com/office/drawing/2014/main" id="{2CFD78D2-3412-0F83-83AC-F149C85E8191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0489407" y="1004042"/>
            <a:ext cx="259926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000" b="1" dirty="0"/>
              <a:t>Sulfur</a:t>
            </a:r>
            <a:endParaRPr lang="zh-HK" altLang="en-US" sz="2000" b="1" dirty="0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96CAA938-8AFB-3FA9-A9AB-C8E63B64B144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874003" y="-1"/>
            <a:ext cx="3918911" cy="1004043"/>
          </a:xfrm>
          <a:prstGeom prst="rect">
            <a:avLst/>
          </a:prstGeom>
          <a:noFill/>
          <a:ln w="76200">
            <a:solidFill>
              <a:srgbClr val="0070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D93AE474-636B-713A-83E2-B223CA746AF0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10365706" y="59034"/>
            <a:ext cx="1035647" cy="943698"/>
          </a:xfrm>
          <a:prstGeom prst="rect">
            <a:avLst/>
          </a:prstGeom>
          <a:noFill/>
          <a:ln w="57150">
            <a:solidFill>
              <a:srgbClr val="0070C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47" name="橢圓 46">
            <a:extLst>
              <a:ext uri="{FF2B5EF4-FFF2-40B4-BE49-F238E27FC236}">
                <a16:creationId xmlns:a16="http://schemas.microsoft.com/office/drawing/2014/main" id="{0A0A6B68-91C1-4486-F057-B052BCCC83C5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10510577" y="230742"/>
            <a:ext cx="678120" cy="678120"/>
          </a:xfrm>
          <a:prstGeom prst="ellipse">
            <a:avLst/>
          </a:prstGeom>
          <a:solidFill>
            <a:srgbClr val="FFFF00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0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</a:t>
            </a:r>
            <a:endParaRPr lang="zh-HK" altLang="en-US" sz="4000" dirty="0">
              <a:solidFill>
                <a:schemeClr val="tx1"/>
              </a:solidFill>
              <a:latin typeface="Roboto Black" panose="02000000000000000000" pitchFamily="2" charset="0"/>
            </a:endParaRPr>
          </a:p>
        </p:txBody>
      </p:sp>
      <p:pic>
        <p:nvPicPr>
          <p:cNvPr id="19" name="Image 193">
            <a:extLst>
              <a:ext uri="{FF2B5EF4-FFF2-40B4-BE49-F238E27FC236}">
                <a16:creationId xmlns:a16="http://schemas.microsoft.com/office/drawing/2014/main" id="{152D4964-B775-9064-3986-B70E7FCED67D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 rotWithShape="1">
          <a:blip r:embed="rId25" cstate="print"/>
          <a:srcRect l="59798" r="10505"/>
          <a:stretch/>
        </p:blipFill>
        <p:spPr>
          <a:xfrm>
            <a:off x="4273617" y="4838379"/>
            <a:ext cx="3503596" cy="1902516"/>
          </a:xfrm>
          <a:prstGeom prst="rect">
            <a:avLst/>
          </a:prstGeom>
        </p:spPr>
      </p:pic>
      <p:grpSp>
        <p:nvGrpSpPr>
          <p:cNvPr id="6" name="群組 5">
            <a:extLst>
              <a:ext uri="{FF2B5EF4-FFF2-40B4-BE49-F238E27FC236}">
                <a16:creationId xmlns:a16="http://schemas.microsoft.com/office/drawing/2014/main" id="{659D3446-E651-0749-6973-B7BB1EBD2296}"/>
              </a:ext>
            </a:extLst>
          </p:cNvPr>
          <p:cNvGrpSpPr/>
          <p:nvPr>
            <p:custDataLst>
              <p:tags r:id="rId16"/>
            </p:custDataLst>
          </p:nvPr>
        </p:nvGrpSpPr>
        <p:grpSpPr>
          <a:xfrm>
            <a:off x="4816281" y="1108926"/>
            <a:ext cx="5661571" cy="4064718"/>
            <a:chOff x="3131343" y="1113571"/>
            <a:chExt cx="5661571" cy="4064718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49ECF064-4EFF-A65F-1C4F-24E4542A8F8F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2" name="文字方塊 1">
              <a:extLst>
                <a:ext uri="{FF2B5EF4-FFF2-40B4-BE49-F238E27FC236}">
                  <a16:creationId xmlns:a16="http://schemas.microsoft.com/office/drawing/2014/main" id="{F7994FAC-1F0B-D2FD-966A-8581B9134DDB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3" name="文字方塊 2">
              <a:extLst>
                <a:ext uri="{FF2B5EF4-FFF2-40B4-BE49-F238E27FC236}">
                  <a16:creationId xmlns:a16="http://schemas.microsoft.com/office/drawing/2014/main" id="{85A24D01-A515-3D1F-3EF6-BA90CBB171BF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grpSp>
        <p:nvGrpSpPr>
          <p:cNvPr id="12" name="群組 11">
            <a:extLst>
              <a:ext uri="{FF2B5EF4-FFF2-40B4-BE49-F238E27FC236}">
                <a16:creationId xmlns:a16="http://schemas.microsoft.com/office/drawing/2014/main" id="{524B8181-B228-2B49-3B4E-D6F2C5C404C7}"/>
              </a:ext>
            </a:extLst>
          </p:cNvPr>
          <p:cNvGrpSpPr/>
          <p:nvPr>
            <p:custDataLst>
              <p:tags r:id="rId17"/>
            </p:custDataLst>
          </p:nvPr>
        </p:nvGrpSpPr>
        <p:grpSpPr>
          <a:xfrm>
            <a:off x="1442768" y="1100004"/>
            <a:ext cx="5661571" cy="4064718"/>
            <a:chOff x="3131343" y="1113571"/>
            <a:chExt cx="5661571" cy="4064718"/>
          </a:xfrm>
        </p:grpSpPr>
        <p:pic>
          <p:nvPicPr>
            <p:cNvPr id="13" name="圖片 1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E877BB-AF92-6E37-B409-398671DBE12B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131343" y="1113571"/>
              <a:ext cx="5661571" cy="4064718"/>
            </a:xfrm>
            <a:prstGeom prst="rect">
              <a:avLst/>
            </a:prstGeom>
          </p:spPr>
        </p:pic>
        <p:sp>
          <p:nvSpPr>
            <p:cNvPr id="14" name="文字方塊 13">
              <a:extLst>
                <a:ext uri="{FF2B5EF4-FFF2-40B4-BE49-F238E27FC236}">
                  <a16:creationId xmlns:a16="http://schemas.microsoft.com/office/drawing/2014/main" id="{58B0B327-DEDA-DCE2-E137-B2ABDC409876}"/>
                </a:ext>
              </a:extLst>
            </p:cNvPr>
            <p:cNvSpPr txBox="1"/>
            <p:nvPr/>
          </p:nvSpPr>
          <p:spPr>
            <a:xfrm>
              <a:off x="4485294" y="2730432"/>
              <a:ext cx="1116531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Amino</a:t>
              </a:r>
            </a:p>
            <a:p>
              <a:r>
                <a:rPr lang="en-US" altLang="zh-HK" sz="2400" dirty="0">
                  <a:solidFill>
                    <a:srgbClr val="0070C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rgbClr val="0070C0"/>
                </a:solidFill>
                <a:latin typeface="Roboto Black" panose="02000000000000000000" pitchFamily="2" charset="0"/>
              </a:endParaRPr>
            </a:p>
          </p:txBody>
        </p:sp>
        <p:sp>
          <p:nvSpPr>
            <p:cNvPr id="18" name="文字方塊 17">
              <a:extLst>
                <a:ext uri="{FF2B5EF4-FFF2-40B4-BE49-F238E27FC236}">
                  <a16:creationId xmlns:a16="http://schemas.microsoft.com/office/drawing/2014/main" id="{9331CD51-F602-1F64-61F1-D188E46446EE}"/>
                </a:ext>
              </a:extLst>
            </p:cNvPr>
            <p:cNvSpPr txBox="1"/>
            <p:nvPr/>
          </p:nvSpPr>
          <p:spPr>
            <a:xfrm>
              <a:off x="6211374" y="2730432"/>
              <a:ext cx="1439829" cy="830997"/>
            </a:xfrm>
            <a:prstGeom prst="rect">
              <a:avLst/>
            </a:prstGeom>
            <a:solidFill>
              <a:schemeClr val="bg1">
                <a:alpha val="88000"/>
              </a:schemeClr>
            </a:solidFill>
          </p:spPr>
          <p:txBody>
            <a:bodyPr wrap="square" rtlCol="0">
              <a:spAutoFit/>
            </a:bodyPr>
            <a:lstStyle/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Carboxyl </a:t>
              </a:r>
            </a:p>
            <a:p>
              <a:r>
                <a:rPr lang="en-US" altLang="zh-HK" sz="2400" dirty="0">
                  <a:solidFill>
                    <a:schemeClr val="accent2">
                      <a:lumMod val="75000"/>
                    </a:schemeClr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Group</a:t>
              </a:r>
              <a:endParaRPr lang="zh-HK" altLang="en-US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</a:endParaRPr>
            </a:p>
          </p:txBody>
        </p:sp>
      </p:grpSp>
      <p:sp>
        <p:nvSpPr>
          <p:cNvPr id="10" name="橢圓 9">
            <a:extLst>
              <a:ext uri="{FF2B5EF4-FFF2-40B4-BE49-F238E27FC236}">
                <a16:creationId xmlns:a16="http://schemas.microsoft.com/office/drawing/2014/main" id="{05A59BCF-EB97-CEB6-532A-258EDB5AC452}"/>
              </a:ext>
            </a:extLst>
          </p:cNvPr>
          <p:cNvSpPr>
            <a:spLocks/>
          </p:cNvSpPr>
          <p:nvPr>
            <p:custDataLst>
              <p:tags r:id="rId18"/>
            </p:custDataLst>
          </p:nvPr>
        </p:nvSpPr>
        <p:spPr>
          <a:xfrm>
            <a:off x="361683" y="5449963"/>
            <a:ext cx="1225043" cy="1225043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algn="ctr"/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27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27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2700" dirty="0">
              <a:latin typeface="Roboto Black" panose="02000000000000000000" pitchFamily="2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F64741BE-C91E-DD2C-5196-65117104F956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5393267" y="4758267"/>
            <a:ext cx="1532466" cy="460118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119720A-6C30-65D9-DB9C-8541AD1F743B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426018" y="2590801"/>
            <a:ext cx="2956915" cy="1066800"/>
          </a:xfrm>
          <a:prstGeom prst="rect">
            <a:avLst/>
          </a:prstGeom>
          <a:noFill/>
          <a:ln w="762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7F3FF2E6-B1DE-0F03-9223-AEB6B05F01C7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17801575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2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312548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3"/>
    </p:ext>
  </p:extLst>
</p:sld>
</file>

<file path=ppt/slides/slide2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889303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7568798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2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1"/>
            </p:custDataLst>
          </p:nvPr>
        </p:nvPicPr>
        <p:blipFill>
          <a:blip r:embed="rId16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5971505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4"/>
    </p:ext>
  </p:extLst>
</p:sld>
</file>

<file path=ppt/slides/slide2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9178583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2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2"/>
            </p:custDataLst>
          </p:nvPr>
        </p:nvPicPr>
        <p:blipFill>
          <a:blip r:embed="rId17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8011493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5"/>
    </p:ext>
  </p:extLst>
</p:sld>
</file>

<file path=ppt/slides/slide2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9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3"/>
            </p:custDataLst>
          </p:nvPr>
        </p:nvPicPr>
        <p:blipFill>
          <a:blip r:embed="rId18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759990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6"/>
    </p:ext>
  </p:extLst>
</p:sld>
</file>

<file path=ppt/slides/slide2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501900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578736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7"/>
    </p:ext>
  </p:extLst>
</p:sld>
</file>

<file path=ppt/slides/slide2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0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4"/>
            </p:custDataLst>
          </p:nvPr>
        </p:nvPicPr>
        <p:blipFill>
          <a:blip r:embed="rId19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658348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7"/>
    </p:ext>
  </p:extLst>
</p:sld>
</file>

<file path=ppt/slides/slide2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58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0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2142669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8"/>
    </p:ext>
  </p:extLst>
</p:sld>
</file>

<file path=ppt/slides/slide2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1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4"/>
            </p:custDataLst>
          </p:nvPr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5"/>
            </p:custDataLst>
          </p:nvPr>
        </p:nvPicPr>
        <p:blipFill>
          <a:blip r:embed="rId20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163238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8"/>
    </p:ext>
  </p:extLst>
</p:sld>
</file>

<file path=ppt/slides/slide2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2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6"/>
            </p:custDataLst>
          </p:nvPr>
        </p:nvPicPr>
        <p:blipFill>
          <a:blip r:embed="rId21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1328021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19"/>
    </p:ext>
  </p:extLst>
</p:sld>
</file>

<file path=ppt/slides/slide2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114497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2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397365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2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3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7"/>
            </p:custDataLst>
          </p:nvPr>
        </p:nvPicPr>
        <p:blipFill>
          <a:blip r:embed="rId22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503568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0"/>
    </p:ext>
  </p:extLst>
</p:sld>
</file>

<file path=ppt/slides/slide2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55" y="31388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8"/>
            </p:custDataLst>
          </p:nvPr>
        </p:nvPicPr>
        <p:blipFill>
          <a:blip r:embed="rId23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9100920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8"/>
            </p:custDataLst>
          </p:nvPr>
        </p:nvPicPr>
        <p:blipFill>
          <a:blip r:embed="rId23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965880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1"/>
    </p:ext>
  </p:extLst>
</p:sld>
</file>

<file path=ppt/slides/slide2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5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8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19"/>
            </p:custDataLst>
          </p:nvPr>
        </p:nvPicPr>
        <p:blipFill>
          <a:blip r:embed="rId24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5929292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2"/>
    </p:ext>
  </p:extLst>
</p:sld>
</file>

<file path=ppt/slides/slide2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727094" y="309255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0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5807349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2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6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19"/>
            </p:custDataLst>
          </p:nvPr>
        </p:nvPicPr>
        <p:blipFill>
          <a:blip r:embed="rId2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0"/>
            </p:custDataLst>
          </p:nvPr>
        </p:nvPicPr>
        <p:blipFill>
          <a:blip r:embed="rId25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98840835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3"/>
    </p:ext>
  </p:extLst>
</p:sld>
</file>

<file path=ppt/slides/slide2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2" y="31436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1"/>
            </p:custDataLst>
          </p:nvPr>
        </p:nvPicPr>
        <p:blipFill>
          <a:blip r:embed="rId26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18765252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2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7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20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1"/>
            </p:custDataLst>
          </p:nvPr>
        </p:nvPicPr>
        <p:blipFill>
          <a:blip r:embed="rId26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74029306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4"/>
    </p:ext>
  </p:extLst>
</p:sld>
</file>

<file path=ppt/slides/slide2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19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2"/>
            </p:custDataLst>
          </p:nvPr>
        </p:nvPicPr>
        <p:blipFill>
          <a:blip r:embed="rId27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590420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5"/>
    </p:ext>
  </p:extLst>
</p:sld>
</file>

<file path=ppt/slides/slide2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4FFC3C67-FDFE-E8C7-5D2C-A39300E213C0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5959358" y="3080449"/>
            <a:ext cx="6469235" cy="784357"/>
            <a:chOff x="5959358" y="3080449"/>
            <a:chExt cx="6469235" cy="784357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A949B83-2D57-A2DA-6E45-BE8F40D4946A}"/>
                </a:ext>
              </a:extLst>
            </p:cNvPr>
            <p:cNvSpPr/>
            <p:nvPr/>
          </p:nvSpPr>
          <p:spPr>
            <a:xfrm>
              <a:off x="5959358" y="308044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31DCC37-7F52-7513-FECA-7CE6F7F7BDCF}"/>
                </a:ext>
              </a:extLst>
            </p:cNvPr>
            <p:cNvSpPr/>
            <p:nvPr/>
          </p:nvSpPr>
          <p:spPr>
            <a:xfrm>
              <a:off x="6464131" y="309998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F9E07A0A-01D9-6443-1F44-FD464770405E}"/>
                </a:ext>
              </a:extLst>
            </p:cNvPr>
            <p:cNvSpPr/>
            <p:nvPr/>
          </p:nvSpPr>
          <p:spPr>
            <a:xfrm>
              <a:off x="6913955" y="310816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26F147D-E219-4531-8E17-67AD7958ABA9}"/>
                </a:ext>
              </a:extLst>
            </p:cNvPr>
            <p:cNvSpPr/>
            <p:nvPr/>
          </p:nvSpPr>
          <p:spPr>
            <a:xfrm>
              <a:off x="7434332" y="311532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5DB6F80-8DF2-AA0C-1FD5-F679F1DF56F7}"/>
                </a:ext>
              </a:extLst>
            </p:cNvPr>
            <p:cNvSpPr/>
            <p:nvPr/>
          </p:nvSpPr>
          <p:spPr>
            <a:xfrm>
              <a:off x="7884156" y="31234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E80ADD0-2C88-0B17-E468-E9F541EDD1BD}"/>
                </a:ext>
              </a:extLst>
            </p:cNvPr>
            <p:cNvSpPr/>
            <p:nvPr/>
          </p:nvSpPr>
          <p:spPr>
            <a:xfrm>
              <a:off x="8403910" y="315765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A6AB90E-47AC-5BEC-ED6C-DF4ACCDEB6D9}"/>
                </a:ext>
              </a:extLst>
            </p:cNvPr>
            <p:cNvSpPr/>
            <p:nvPr/>
          </p:nvSpPr>
          <p:spPr>
            <a:xfrm>
              <a:off x="8853734" y="316583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B9A1A8B6-927F-5E8F-2B4E-9DC406FF34A5}"/>
                </a:ext>
              </a:extLst>
            </p:cNvPr>
            <p:cNvSpPr/>
            <p:nvPr/>
          </p:nvSpPr>
          <p:spPr>
            <a:xfrm>
              <a:off x="9374111" y="317299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5616CA6-673E-DA67-5493-E58D13DEFC48}"/>
                </a:ext>
              </a:extLst>
            </p:cNvPr>
            <p:cNvSpPr/>
            <p:nvPr/>
          </p:nvSpPr>
          <p:spPr>
            <a:xfrm>
              <a:off x="9823935" y="318116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0934BD5-169A-9600-7431-98608DBC3262}"/>
                </a:ext>
              </a:extLst>
            </p:cNvPr>
            <p:cNvSpPr/>
            <p:nvPr/>
          </p:nvSpPr>
          <p:spPr>
            <a:xfrm>
              <a:off x="10335631" y="315875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ACF87706-9192-B1DB-34AC-5D74EE2BF356}"/>
                </a:ext>
              </a:extLst>
            </p:cNvPr>
            <p:cNvSpPr/>
            <p:nvPr/>
          </p:nvSpPr>
          <p:spPr>
            <a:xfrm>
              <a:off x="10785455" y="316693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D4878057-E33F-40D2-C1EF-7FC13C33393C}"/>
                </a:ext>
              </a:extLst>
            </p:cNvPr>
            <p:cNvSpPr/>
            <p:nvPr/>
          </p:nvSpPr>
          <p:spPr>
            <a:xfrm>
              <a:off x="11305832" y="3174094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8719D9F-6DBB-1F80-C8ED-491EACEE31FB}"/>
                </a:ext>
              </a:extLst>
            </p:cNvPr>
            <p:cNvSpPr/>
            <p:nvPr/>
          </p:nvSpPr>
          <p:spPr>
            <a:xfrm>
              <a:off x="11755656" y="318226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3"/>
            </p:custDataLst>
          </p:nvPr>
        </p:nvPicPr>
        <p:blipFill>
          <a:blip r:embed="rId28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29187527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6"/>
    </p:ext>
  </p:extLst>
</p:sld>
</file>

<file path=ppt/slides/slide2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4FFC3C67-FDFE-E8C7-5D2C-A39300E213C0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5959358" y="3080449"/>
            <a:ext cx="6469235" cy="784357"/>
            <a:chOff x="5959358" y="3080449"/>
            <a:chExt cx="6469235" cy="784357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A949B83-2D57-A2DA-6E45-BE8F40D4946A}"/>
                </a:ext>
              </a:extLst>
            </p:cNvPr>
            <p:cNvSpPr/>
            <p:nvPr/>
          </p:nvSpPr>
          <p:spPr>
            <a:xfrm>
              <a:off x="5959358" y="308044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31DCC37-7F52-7513-FECA-7CE6F7F7BDCF}"/>
                </a:ext>
              </a:extLst>
            </p:cNvPr>
            <p:cNvSpPr/>
            <p:nvPr/>
          </p:nvSpPr>
          <p:spPr>
            <a:xfrm>
              <a:off x="6464131" y="309998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F9E07A0A-01D9-6443-1F44-FD464770405E}"/>
                </a:ext>
              </a:extLst>
            </p:cNvPr>
            <p:cNvSpPr/>
            <p:nvPr/>
          </p:nvSpPr>
          <p:spPr>
            <a:xfrm>
              <a:off x="6913955" y="310816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26F147D-E219-4531-8E17-67AD7958ABA9}"/>
                </a:ext>
              </a:extLst>
            </p:cNvPr>
            <p:cNvSpPr/>
            <p:nvPr/>
          </p:nvSpPr>
          <p:spPr>
            <a:xfrm>
              <a:off x="7434332" y="311532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5DB6F80-8DF2-AA0C-1FD5-F679F1DF56F7}"/>
                </a:ext>
              </a:extLst>
            </p:cNvPr>
            <p:cNvSpPr/>
            <p:nvPr/>
          </p:nvSpPr>
          <p:spPr>
            <a:xfrm>
              <a:off x="7884156" y="31234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E80ADD0-2C88-0B17-E468-E9F541EDD1BD}"/>
                </a:ext>
              </a:extLst>
            </p:cNvPr>
            <p:cNvSpPr/>
            <p:nvPr/>
          </p:nvSpPr>
          <p:spPr>
            <a:xfrm>
              <a:off x="8403910" y="315765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A6AB90E-47AC-5BEC-ED6C-DF4ACCDEB6D9}"/>
                </a:ext>
              </a:extLst>
            </p:cNvPr>
            <p:cNvSpPr/>
            <p:nvPr/>
          </p:nvSpPr>
          <p:spPr>
            <a:xfrm>
              <a:off x="8853734" y="316583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B9A1A8B6-927F-5E8F-2B4E-9DC406FF34A5}"/>
                </a:ext>
              </a:extLst>
            </p:cNvPr>
            <p:cNvSpPr/>
            <p:nvPr/>
          </p:nvSpPr>
          <p:spPr>
            <a:xfrm>
              <a:off x="9374111" y="317299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5616CA6-673E-DA67-5493-E58D13DEFC48}"/>
                </a:ext>
              </a:extLst>
            </p:cNvPr>
            <p:cNvSpPr/>
            <p:nvPr/>
          </p:nvSpPr>
          <p:spPr>
            <a:xfrm>
              <a:off x="9823935" y="318116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0934BD5-169A-9600-7431-98608DBC3262}"/>
                </a:ext>
              </a:extLst>
            </p:cNvPr>
            <p:cNvSpPr/>
            <p:nvPr/>
          </p:nvSpPr>
          <p:spPr>
            <a:xfrm>
              <a:off x="10335631" y="315875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ACF87706-9192-B1DB-34AC-5D74EE2BF356}"/>
                </a:ext>
              </a:extLst>
            </p:cNvPr>
            <p:cNvSpPr/>
            <p:nvPr/>
          </p:nvSpPr>
          <p:spPr>
            <a:xfrm>
              <a:off x="10785455" y="316693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D4878057-E33F-40D2-C1EF-7FC13C33393C}"/>
                </a:ext>
              </a:extLst>
            </p:cNvPr>
            <p:cNvSpPr/>
            <p:nvPr/>
          </p:nvSpPr>
          <p:spPr>
            <a:xfrm>
              <a:off x="11305832" y="3174094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8719D9F-6DBB-1F80-C8ED-491EACEE31FB}"/>
                </a:ext>
              </a:extLst>
            </p:cNvPr>
            <p:cNvSpPr/>
            <p:nvPr/>
          </p:nvSpPr>
          <p:spPr>
            <a:xfrm>
              <a:off x="11755656" y="318226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08FCE6B-02DB-0FE3-30CC-79C6DC4B11B0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2731842" y="1542840"/>
            <a:ext cx="11005369" cy="937062"/>
            <a:chOff x="2731842" y="1542840"/>
            <a:chExt cx="11005369" cy="937062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AE96FEF-F35D-0BDC-AACF-A2BC552E7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1842" y="1585726"/>
              <a:ext cx="1157461" cy="830998"/>
            </a:xfrm>
            <a:prstGeom prst="rect">
              <a:avLst/>
            </a:prstGeom>
          </p:spPr>
        </p:pic>
        <p:pic>
          <p:nvPicPr>
            <p:cNvPr id="34" name="圖片 3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B4C54320-A3CE-A8AC-1CF3-FACD77EF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7170" y="1542840"/>
              <a:ext cx="1157461" cy="830998"/>
            </a:xfrm>
            <a:prstGeom prst="rect">
              <a:avLst/>
            </a:prstGeom>
          </p:spPr>
        </p:pic>
        <p:pic>
          <p:nvPicPr>
            <p:cNvPr id="35" name="圖片 3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71F15EF4-5746-FBBC-8F74-31ECD707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2497" y="1584873"/>
              <a:ext cx="1157461" cy="830998"/>
            </a:xfrm>
            <a:prstGeom prst="rect">
              <a:avLst/>
            </a:prstGeom>
          </p:spPr>
        </p:pic>
        <p:pic>
          <p:nvPicPr>
            <p:cNvPr id="36" name="圖片 3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5B6D68F-825A-3BA6-6372-65DCEFE6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227" y="1593930"/>
              <a:ext cx="1157461" cy="830998"/>
            </a:xfrm>
            <a:prstGeom prst="rect">
              <a:avLst/>
            </a:prstGeom>
          </p:spPr>
        </p:pic>
        <p:pic>
          <p:nvPicPr>
            <p:cNvPr id="37" name="圖片 3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D655A6A-366F-641A-CE32-C6EBF278E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6554" y="1635963"/>
              <a:ext cx="1157461" cy="830998"/>
            </a:xfrm>
            <a:prstGeom prst="rect">
              <a:avLst/>
            </a:prstGeom>
          </p:spPr>
        </p:pic>
        <p:pic>
          <p:nvPicPr>
            <p:cNvPr id="38" name="圖片 37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7E6F281-1F93-63C0-235C-227A91B79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88" y="1619295"/>
              <a:ext cx="1157461" cy="830998"/>
            </a:xfrm>
            <a:prstGeom prst="rect">
              <a:avLst/>
            </a:prstGeom>
          </p:spPr>
        </p:pic>
        <p:pic>
          <p:nvPicPr>
            <p:cNvPr id="39" name="圖片 38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C6537B6-F2A7-4FFB-09A0-A4DC7AC6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2216" y="1576409"/>
              <a:ext cx="1157461" cy="830998"/>
            </a:xfrm>
            <a:prstGeom prst="rect">
              <a:avLst/>
            </a:prstGeom>
          </p:spPr>
        </p:pic>
        <p:pic>
          <p:nvPicPr>
            <p:cNvPr id="40" name="圖片 39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7B6187-167C-17E7-0309-70587B9CE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543" y="1618442"/>
              <a:ext cx="1157461" cy="830998"/>
            </a:xfrm>
            <a:prstGeom prst="rect">
              <a:avLst/>
            </a:prstGeom>
          </p:spPr>
        </p:pic>
        <p:pic>
          <p:nvPicPr>
            <p:cNvPr id="41" name="圖片 4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2863348-5E31-1EE7-0781-CDC394D72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6273" y="1627499"/>
              <a:ext cx="1157461" cy="830998"/>
            </a:xfrm>
            <a:prstGeom prst="rect">
              <a:avLst/>
            </a:prstGeom>
          </p:spPr>
        </p:pic>
        <p:pic>
          <p:nvPicPr>
            <p:cNvPr id="42" name="圖片 4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0A3D8904-1DEE-95C0-CE62-A1182E39F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627" y="1627759"/>
              <a:ext cx="1157461" cy="830998"/>
            </a:xfrm>
            <a:prstGeom prst="rect">
              <a:avLst/>
            </a:prstGeom>
          </p:spPr>
        </p:pic>
        <p:pic>
          <p:nvPicPr>
            <p:cNvPr id="43" name="圖片 4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F7C2632-1C7B-B456-BA3C-546CBFBB9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3955" y="1584873"/>
              <a:ext cx="1157461" cy="830998"/>
            </a:xfrm>
            <a:prstGeom prst="rect">
              <a:avLst/>
            </a:prstGeom>
          </p:spPr>
        </p:pic>
        <p:pic>
          <p:nvPicPr>
            <p:cNvPr id="44" name="圖片 4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A3D1A968-B1F5-7C75-81D9-16C2C6B1D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9282" y="1626906"/>
              <a:ext cx="1157461" cy="830998"/>
            </a:xfrm>
            <a:prstGeom prst="rect">
              <a:avLst/>
            </a:prstGeom>
          </p:spPr>
        </p:pic>
        <p:pic>
          <p:nvPicPr>
            <p:cNvPr id="45" name="圖片 4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D22026A-BFA3-335E-E0D0-F3A1A7611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8012" y="1635963"/>
              <a:ext cx="1157461" cy="830998"/>
            </a:xfrm>
            <a:prstGeom prst="rect">
              <a:avLst/>
            </a:prstGeom>
          </p:spPr>
        </p:pic>
        <p:pic>
          <p:nvPicPr>
            <p:cNvPr id="46" name="圖片 4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9A73F6C-C155-8AD8-8788-5E81E74CD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30365" y="1640700"/>
              <a:ext cx="1157461" cy="830998"/>
            </a:xfrm>
            <a:prstGeom prst="rect">
              <a:avLst/>
            </a:prstGeom>
          </p:spPr>
        </p:pic>
        <p:pic>
          <p:nvPicPr>
            <p:cNvPr id="47" name="圖片 4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6601579-0E13-C850-AB1C-0370186A9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5693" y="1597814"/>
              <a:ext cx="1157461" cy="830998"/>
            </a:xfrm>
            <a:prstGeom prst="rect">
              <a:avLst/>
            </a:prstGeom>
          </p:spPr>
        </p:pic>
        <p:pic>
          <p:nvPicPr>
            <p:cNvPr id="51" name="圖片 5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B831F84-6A89-31A9-CF95-C4EF88624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1020" y="1639847"/>
              <a:ext cx="1157461" cy="830998"/>
            </a:xfrm>
            <a:prstGeom prst="rect">
              <a:avLst/>
            </a:prstGeom>
          </p:spPr>
        </p:pic>
        <p:pic>
          <p:nvPicPr>
            <p:cNvPr id="52" name="圖片 5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38AFB21-39D6-2EFE-7B13-F6194F0CF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9750" y="1648904"/>
              <a:ext cx="1157461" cy="830998"/>
            </a:xfrm>
            <a:prstGeom prst="rect">
              <a:avLst/>
            </a:prstGeom>
          </p:spPr>
        </p:pic>
      </p:grp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23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4"/>
            </p:custDataLst>
          </p:nvPr>
        </p:nvPicPr>
        <p:blipFill>
          <a:blip r:embed="rId29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8147436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7"/>
    </p:ext>
  </p:extLst>
</p:sld>
</file>

<file path=ppt/slides/slide2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橢圓 49">
            <a:extLst>
              <a:ext uri="{FF2B5EF4-FFF2-40B4-BE49-F238E27FC236}">
                <a16:creationId xmlns:a16="http://schemas.microsoft.com/office/drawing/2014/main" id="{23D2DC2D-128A-6FD8-931C-5F1DA16484FC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3552804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3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C0F8B844-80FD-22CB-A910-20F8BC6DF529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2238303" y="383440"/>
            <a:ext cx="10995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HK" sz="4800" b="1" dirty="0">
                <a:solidFill>
                  <a:srgbClr val="FF0000"/>
                </a:solidFill>
              </a:rPr>
              <a:t>Condensation </a:t>
            </a:r>
            <a:r>
              <a:rPr lang="zh-HK" altLang="en-US" sz="4800" b="1" i="0" dirty="0">
                <a:solidFill>
                  <a:srgbClr val="FF0000"/>
                </a:solidFill>
                <a:effectLst/>
                <a:latin typeface="Google Sans"/>
              </a:rPr>
              <a:t>縮合</a:t>
            </a:r>
            <a:endParaRPr lang="zh-HK" altLang="en-US" sz="4800" b="1" dirty="0">
              <a:solidFill>
                <a:schemeClr val="accent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5" name="橢圓 14">
            <a:extLst>
              <a:ext uri="{FF2B5EF4-FFF2-40B4-BE49-F238E27FC236}">
                <a16:creationId xmlns:a16="http://schemas.microsoft.com/office/drawing/2014/main" id="{8087C1E0-BC1D-49D3-AF2B-C0AEAE632F7F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2945811" y="308772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3EAD904-488C-71B8-59A7-1FD01B507D09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3357661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49" name="箭號: 左-右雙向 48">
            <a:extLst>
              <a:ext uri="{FF2B5EF4-FFF2-40B4-BE49-F238E27FC236}">
                <a16:creationId xmlns:a16="http://schemas.microsoft.com/office/drawing/2014/main" id="{7F325266-11AA-980B-5492-390F1483A7C5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89900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08B0EF77-727B-8E09-38B7-A79610B88B22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165401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橢圓 60">
            <a:extLst>
              <a:ext uri="{FF2B5EF4-FFF2-40B4-BE49-F238E27FC236}">
                <a16:creationId xmlns:a16="http://schemas.microsoft.com/office/drawing/2014/main" id="{6F410327-73C7-614A-B97A-DE0992736F2D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3970268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2" name="箭號: 左-右雙向 61">
            <a:extLst>
              <a:ext uri="{FF2B5EF4-FFF2-40B4-BE49-F238E27FC236}">
                <a16:creationId xmlns:a16="http://schemas.microsoft.com/office/drawing/2014/main" id="{20E8FA1A-4C5C-368A-77AB-15EB7F182538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4002497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3" name="橢圓 62">
            <a:extLst>
              <a:ext uri="{FF2B5EF4-FFF2-40B4-BE49-F238E27FC236}">
                <a16:creationId xmlns:a16="http://schemas.microsoft.com/office/drawing/2014/main" id="{A16D37A2-592D-A9F0-5CC8-3C9018DD8A18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4777876" y="308773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4" name="橢圓 63">
            <a:extLst>
              <a:ext uri="{FF2B5EF4-FFF2-40B4-BE49-F238E27FC236}">
                <a16:creationId xmlns:a16="http://schemas.microsoft.com/office/drawing/2014/main" id="{E2A765F8-8CED-7BF0-FB94-F894EE53D061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4582863" y="4853320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5" name="箭號: 左-右雙向 64">
            <a:extLst>
              <a:ext uri="{FF2B5EF4-FFF2-40B4-BE49-F238E27FC236}">
                <a16:creationId xmlns:a16="http://schemas.microsoft.com/office/drawing/2014/main" id="{0709C8E0-BF43-34C4-2AB4-4E3EF60739F9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4615094" y="3266228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66" name="橢圓 65">
            <a:extLst>
              <a:ext uri="{FF2B5EF4-FFF2-40B4-BE49-F238E27FC236}">
                <a16:creationId xmlns:a16="http://schemas.microsoft.com/office/drawing/2014/main" id="{48593084-B004-0750-E977-841D85CC6141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5390473" y="30925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7" name="橢圓 66">
            <a:extLst>
              <a:ext uri="{FF2B5EF4-FFF2-40B4-BE49-F238E27FC236}">
                <a16:creationId xmlns:a16="http://schemas.microsoft.com/office/drawing/2014/main" id="{D3FDB8AD-7A37-9009-49C5-2ECC94D9A10E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5195455" y="4858147"/>
            <a:ext cx="580358" cy="580358"/>
          </a:xfrm>
          <a:prstGeom prst="ellipse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H</a:t>
            </a:r>
            <a:r>
              <a:rPr lang="en-US" altLang="zh-HK" sz="900" baseline="-25000" dirty="0">
                <a:latin typeface="Roboto Black" panose="02000000000000000000" pitchFamily="2" charset="0"/>
                <a:ea typeface="Roboto Black" panose="02000000000000000000" pitchFamily="2" charset="0"/>
              </a:rPr>
              <a:t>2</a:t>
            </a:r>
            <a:r>
              <a:rPr lang="en-US" altLang="zh-HK" sz="900" dirty="0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endParaRPr lang="zh-HK" altLang="en-US" sz="900" dirty="0">
              <a:latin typeface="Roboto Black" panose="02000000000000000000" pitchFamily="2" charset="0"/>
            </a:endParaRPr>
          </a:p>
        </p:txBody>
      </p:sp>
      <p:sp>
        <p:nvSpPr>
          <p:cNvPr id="68" name="箭號: 左-右雙向 67">
            <a:extLst>
              <a:ext uri="{FF2B5EF4-FFF2-40B4-BE49-F238E27FC236}">
                <a16:creationId xmlns:a16="http://schemas.microsoft.com/office/drawing/2014/main" id="{D975C605-C3C3-4CB0-6921-676F424DB21C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227691" y="3271055"/>
            <a:ext cx="515879" cy="325542"/>
          </a:xfrm>
          <a:prstGeom prst="leftRightArrow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2000" dirty="0"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grpSp>
        <p:nvGrpSpPr>
          <p:cNvPr id="54" name="群組 53">
            <a:extLst>
              <a:ext uri="{FF2B5EF4-FFF2-40B4-BE49-F238E27FC236}">
                <a16:creationId xmlns:a16="http://schemas.microsoft.com/office/drawing/2014/main" id="{4FFC3C67-FDFE-E8C7-5D2C-A39300E213C0}"/>
              </a:ext>
            </a:extLst>
          </p:cNvPr>
          <p:cNvGrpSpPr/>
          <p:nvPr>
            <p:custDataLst>
              <p:tags r:id="rId19"/>
            </p:custDataLst>
          </p:nvPr>
        </p:nvGrpSpPr>
        <p:grpSpPr>
          <a:xfrm>
            <a:off x="5959358" y="3080449"/>
            <a:ext cx="6469235" cy="784357"/>
            <a:chOff x="5959358" y="3080449"/>
            <a:chExt cx="6469235" cy="784357"/>
          </a:xfrm>
        </p:grpSpPr>
        <p:sp>
          <p:nvSpPr>
            <p:cNvPr id="14" name="橢圓 13">
              <a:extLst>
                <a:ext uri="{FF2B5EF4-FFF2-40B4-BE49-F238E27FC236}">
                  <a16:creationId xmlns:a16="http://schemas.microsoft.com/office/drawing/2014/main" id="{5A949B83-2D57-A2DA-6E45-BE8F40D4946A}"/>
                </a:ext>
              </a:extLst>
            </p:cNvPr>
            <p:cNvSpPr/>
            <p:nvPr/>
          </p:nvSpPr>
          <p:spPr>
            <a:xfrm>
              <a:off x="5959358" y="3080449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6" name="橢圓 15">
              <a:extLst>
                <a:ext uri="{FF2B5EF4-FFF2-40B4-BE49-F238E27FC236}">
                  <a16:creationId xmlns:a16="http://schemas.microsoft.com/office/drawing/2014/main" id="{831DCC37-7F52-7513-FECA-7CE6F7F7BDCF}"/>
                </a:ext>
              </a:extLst>
            </p:cNvPr>
            <p:cNvSpPr/>
            <p:nvPr/>
          </p:nvSpPr>
          <p:spPr>
            <a:xfrm>
              <a:off x="6464131" y="309998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19" name="橢圓 18">
              <a:extLst>
                <a:ext uri="{FF2B5EF4-FFF2-40B4-BE49-F238E27FC236}">
                  <a16:creationId xmlns:a16="http://schemas.microsoft.com/office/drawing/2014/main" id="{F9E07A0A-01D9-6443-1F44-FD464770405E}"/>
                </a:ext>
              </a:extLst>
            </p:cNvPr>
            <p:cNvSpPr/>
            <p:nvPr/>
          </p:nvSpPr>
          <p:spPr>
            <a:xfrm>
              <a:off x="6913955" y="310816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0" name="橢圓 19">
              <a:extLst>
                <a:ext uri="{FF2B5EF4-FFF2-40B4-BE49-F238E27FC236}">
                  <a16:creationId xmlns:a16="http://schemas.microsoft.com/office/drawing/2014/main" id="{826F147D-E219-4531-8E17-67AD7958ABA9}"/>
                </a:ext>
              </a:extLst>
            </p:cNvPr>
            <p:cNvSpPr/>
            <p:nvPr/>
          </p:nvSpPr>
          <p:spPr>
            <a:xfrm>
              <a:off x="7434332" y="311532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1" name="橢圓 20">
              <a:extLst>
                <a:ext uri="{FF2B5EF4-FFF2-40B4-BE49-F238E27FC236}">
                  <a16:creationId xmlns:a16="http://schemas.microsoft.com/office/drawing/2014/main" id="{05DB6F80-8DF2-AA0C-1FD5-F679F1DF56F7}"/>
                </a:ext>
              </a:extLst>
            </p:cNvPr>
            <p:cNvSpPr/>
            <p:nvPr/>
          </p:nvSpPr>
          <p:spPr>
            <a:xfrm>
              <a:off x="7884156" y="312349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2" name="橢圓 21">
              <a:extLst>
                <a:ext uri="{FF2B5EF4-FFF2-40B4-BE49-F238E27FC236}">
                  <a16:creationId xmlns:a16="http://schemas.microsoft.com/office/drawing/2014/main" id="{8E80ADD0-2C88-0B17-E468-E9F541EDD1BD}"/>
                </a:ext>
              </a:extLst>
            </p:cNvPr>
            <p:cNvSpPr/>
            <p:nvPr/>
          </p:nvSpPr>
          <p:spPr>
            <a:xfrm>
              <a:off x="8403910" y="315765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3" name="橢圓 22">
              <a:extLst>
                <a:ext uri="{FF2B5EF4-FFF2-40B4-BE49-F238E27FC236}">
                  <a16:creationId xmlns:a16="http://schemas.microsoft.com/office/drawing/2014/main" id="{7A6AB90E-47AC-5BEC-ED6C-DF4ACCDEB6D9}"/>
                </a:ext>
              </a:extLst>
            </p:cNvPr>
            <p:cNvSpPr/>
            <p:nvPr/>
          </p:nvSpPr>
          <p:spPr>
            <a:xfrm>
              <a:off x="8853734" y="3165830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4" name="橢圓 23">
              <a:extLst>
                <a:ext uri="{FF2B5EF4-FFF2-40B4-BE49-F238E27FC236}">
                  <a16:creationId xmlns:a16="http://schemas.microsoft.com/office/drawing/2014/main" id="{B9A1A8B6-927F-5E8F-2B4E-9DC406FF34A5}"/>
                </a:ext>
              </a:extLst>
            </p:cNvPr>
            <p:cNvSpPr/>
            <p:nvPr/>
          </p:nvSpPr>
          <p:spPr>
            <a:xfrm>
              <a:off x="9374111" y="3172993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5" name="橢圓 24">
              <a:extLst>
                <a:ext uri="{FF2B5EF4-FFF2-40B4-BE49-F238E27FC236}">
                  <a16:creationId xmlns:a16="http://schemas.microsoft.com/office/drawing/2014/main" id="{25616CA6-673E-DA67-5493-E58D13DEFC48}"/>
                </a:ext>
              </a:extLst>
            </p:cNvPr>
            <p:cNvSpPr/>
            <p:nvPr/>
          </p:nvSpPr>
          <p:spPr>
            <a:xfrm>
              <a:off x="9823935" y="3181166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6" name="橢圓 25">
              <a:extLst>
                <a:ext uri="{FF2B5EF4-FFF2-40B4-BE49-F238E27FC236}">
                  <a16:creationId xmlns:a16="http://schemas.microsoft.com/office/drawing/2014/main" id="{90934BD5-169A-9600-7431-98608DBC3262}"/>
                </a:ext>
              </a:extLst>
            </p:cNvPr>
            <p:cNvSpPr/>
            <p:nvPr/>
          </p:nvSpPr>
          <p:spPr>
            <a:xfrm>
              <a:off x="10335631" y="3158758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7" name="橢圓 26">
              <a:extLst>
                <a:ext uri="{FF2B5EF4-FFF2-40B4-BE49-F238E27FC236}">
                  <a16:creationId xmlns:a16="http://schemas.microsoft.com/office/drawing/2014/main" id="{ACF87706-9192-B1DB-34AC-5D74EE2BF356}"/>
                </a:ext>
              </a:extLst>
            </p:cNvPr>
            <p:cNvSpPr/>
            <p:nvPr/>
          </p:nvSpPr>
          <p:spPr>
            <a:xfrm>
              <a:off x="10785455" y="3166931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8" name="橢圓 27">
              <a:extLst>
                <a:ext uri="{FF2B5EF4-FFF2-40B4-BE49-F238E27FC236}">
                  <a16:creationId xmlns:a16="http://schemas.microsoft.com/office/drawing/2014/main" id="{D4878057-E33F-40D2-C1EF-7FC13C33393C}"/>
                </a:ext>
              </a:extLst>
            </p:cNvPr>
            <p:cNvSpPr/>
            <p:nvPr/>
          </p:nvSpPr>
          <p:spPr>
            <a:xfrm>
              <a:off x="11305832" y="3174094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  <p:sp>
          <p:nvSpPr>
            <p:cNvPr id="29" name="橢圓 28">
              <a:extLst>
                <a:ext uri="{FF2B5EF4-FFF2-40B4-BE49-F238E27FC236}">
                  <a16:creationId xmlns:a16="http://schemas.microsoft.com/office/drawing/2014/main" id="{68719D9F-6DBB-1F80-C8ED-491EACEE31FB}"/>
                </a:ext>
              </a:extLst>
            </p:cNvPr>
            <p:cNvSpPr/>
            <p:nvPr/>
          </p:nvSpPr>
          <p:spPr>
            <a:xfrm>
              <a:off x="11755656" y="3182267"/>
              <a:ext cx="672937" cy="682539"/>
            </a:xfrm>
            <a:prstGeom prst="ellipse">
              <a:avLst/>
            </a:prstGeom>
            <a:solidFill>
              <a:schemeClr val="bg2"/>
            </a:solidFill>
            <a:ln w="2857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 extrusionH="114300">
              <a:bevelT w="254000"/>
              <a:bevelB w="254000"/>
              <a:extrusionClr>
                <a:schemeClr val="tx1"/>
              </a:extrusionClr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 sz="15000" dirty="0">
                <a:latin typeface="Roboto Black" panose="02000000000000000000" pitchFamily="2" charset="0"/>
              </a:endParaRPr>
            </a:p>
          </p:txBody>
        </p:sp>
      </p:grpSp>
      <p:sp>
        <p:nvSpPr>
          <p:cNvPr id="32" name="文字方塊 31">
            <a:extLst>
              <a:ext uri="{FF2B5EF4-FFF2-40B4-BE49-F238E27FC236}">
                <a16:creationId xmlns:a16="http://schemas.microsoft.com/office/drawing/2014/main" id="{44717EC0-4F8C-5CB8-BB41-B7F986A434A4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130081" y="2682502"/>
            <a:ext cx="1096950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Amino</a:t>
            </a:r>
          </a:p>
          <a:p>
            <a:r>
              <a:rPr lang="en-US" altLang="zh-HK" sz="2400" dirty="0">
                <a:solidFill>
                  <a:srgbClr val="0070C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rgbClr val="0070C0"/>
              </a:solidFill>
              <a:latin typeface="Roboto Black" panose="02000000000000000000" pitchFamily="2" charset="0"/>
            </a:endParaRPr>
          </a:p>
        </p:txBody>
      </p:sp>
      <p:sp>
        <p:nvSpPr>
          <p:cNvPr id="33" name="文字方塊 32">
            <a:extLst>
              <a:ext uri="{FF2B5EF4-FFF2-40B4-BE49-F238E27FC236}">
                <a16:creationId xmlns:a16="http://schemas.microsoft.com/office/drawing/2014/main" id="{B5ADFFAC-7C2B-E180-ECA1-B72E81ED882F}"/>
              </a:ext>
            </a:extLst>
          </p:cNvPr>
          <p:cNvSpPr txBox="1"/>
          <p:nvPr>
            <p:custDataLst>
              <p:tags r:id="rId21"/>
            </p:custDataLst>
          </p:nvPr>
        </p:nvSpPr>
        <p:spPr>
          <a:xfrm>
            <a:off x="1256441" y="2728005"/>
            <a:ext cx="1414579" cy="816424"/>
          </a:xfrm>
          <a:prstGeom prst="rect">
            <a:avLst/>
          </a:prstGeom>
          <a:solidFill>
            <a:schemeClr val="bg1">
              <a:alpha val="88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Carboxyl </a:t>
            </a:r>
          </a:p>
          <a:p>
            <a:r>
              <a:rPr lang="en-US" altLang="zh-HK" sz="2400" dirty="0">
                <a:solidFill>
                  <a:schemeClr val="accent2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Group</a:t>
            </a:r>
            <a:endParaRPr lang="zh-HK" altLang="en-US" sz="2400" dirty="0">
              <a:solidFill>
                <a:schemeClr val="accent2">
                  <a:lumMod val="75000"/>
                </a:schemeClr>
              </a:solidFill>
              <a:latin typeface="Roboto Black" panose="02000000000000000000" pitchFamily="2" charset="0"/>
            </a:endParaRPr>
          </a:p>
        </p:txBody>
      </p:sp>
      <p:grpSp>
        <p:nvGrpSpPr>
          <p:cNvPr id="53" name="群組 52">
            <a:extLst>
              <a:ext uri="{FF2B5EF4-FFF2-40B4-BE49-F238E27FC236}">
                <a16:creationId xmlns:a16="http://schemas.microsoft.com/office/drawing/2014/main" id="{208FCE6B-02DB-0FE3-30CC-79C6DC4B11B0}"/>
              </a:ext>
            </a:extLst>
          </p:cNvPr>
          <p:cNvGrpSpPr/>
          <p:nvPr>
            <p:custDataLst>
              <p:tags r:id="rId22"/>
            </p:custDataLst>
          </p:nvPr>
        </p:nvGrpSpPr>
        <p:grpSpPr>
          <a:xfrm>
            <a:off x="2731842" y="1542840"/>
            <a:ext cx="11005369" cy="937062"/>
            <a:chOff x="2731842" y="1542840"/>
            <a:chExt cx="11005369" cy="937062"/>
          </a:xfrm>
        </p:grpSpPr>
        <p:pic>
          <p:nvPicPr>
            <p:cNvPr id="31" name="圖片 3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AE96FEF-F35D-0BDC-AACF-A2BC552E73AD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31842" y="1585726"/>
              <a:ext cx="1157461" cy="830998"/>
            </a:xfrm>
            <a:prstGeom prst="rect">
              <a:avLst/>
            </a:prstGeom>
          </p:spPr>
        </p:pic>
        <p:pic>
          <p:nvPicPr>
            <p:cNvPr id="34" name="圖片 3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B4C54320-A3CE-A8AC-1CF3-FACD77EF9E9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367170" y="1542840"/>
              <a:ext cx="1157461" cy="830998"/>
            </a:xfrm>
            <a:prstGeom prst="rect">
              <a:avLst/>
            </a:prstGeom>
          </p:spPr>
        </p:pic>
        <p:pic>
          <p:nvPicPr>
            <p:cNvPr id="35" name="圖片 3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71F15EF4-5746-FBBC-8F74-31ECD707DE5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2497" y="1584873"/>
              <a:ext cx="1157461" cy="830998"/>
            </a:xfrm>
            <a:prstGeom prst="rect">
              <a:avLst/>
            </a:prstGeom>
          </p:spPr>
        </p:pic>
        <p:pic>
          <p:nvPicPr>
            <p:cNvPr id="36" name="圖片 3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5B6D68F-825A-3BA6-6372-65DCEFE6AD2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227" y="1593930"/>
              <a:ext cx="1157461" cy="830998"/>
            </a:xfrm>
            <a:prstGeom prst="rect">
              <a:avLst/>
            </a:prstGeom>
          </p:spPr>
        </p:pic>
        <p:pic>
          <p:nvPicPr>
            <p:cNvPr id="37" name="圖片 3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D655A6A-366F-641A-CE32-C6EBF278E7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16554" y="1635963"/>
              <a:ext cx="1157461" cy="830998"/>
            </a:xfrm>
            <a:prstGeom prst="rect">
              <a:avLst/>
            </a:prstGeom>
          </p:spPr>
        </p:pic>
        <p:pic>
          <p:nvPicPr>
            <p:cNvPr id="38" name="圖片 37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7E6F281-1F93-63C0-235C-227A91B7911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846888" y="1619295"/>
              <a:ext cx="1157461" cy="830998"/>
            </a:xfrm>
            <a:prstGeom prst="rect">
              <a:avLst/>
            </a:prstGeom>
          </p:spPr>
        </p:pic>
        <p:pic>
          <p:nvPicPr>
            <p:cNvPr id="39" name="圖片 38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C6537B6-F2A7-4FFB-09A0-A4DC7AC6E560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482216" y="1576409"/>
              <a:ext cx="1157461" cy="830998"/>
            </a:xfrm>
            <a:prstGeom prst="rect">
              <a:avLst/>
            </a:prstGeom>
          </p:spPr>
        </p:pic>
        <p:pic>
          <p:nvPicPr>
            <p:cNvPr id="40" name="圖片 39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37B6187-167C-17E7-0309-70587B9CE1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17543" y="1618442"/>
              <a:ext cx="1157461" cy="830998"/>
            </a:xfrm>
            <a:prstGeom prst="rect">
              <a:avLst/>
            </a:prstGeom>
          </p:spPr>
        </p:pic>
        <p:pic>
          <p:nvPicPr>
            <p:cNvPr id="41" name="圖片 4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2863348-5E31-1EE7-0781-CDC394D7202F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96273" y="1627499"/>
              <a:ext cx="1157461" cy="830998"/>
            </a:xfrm>
            <a:prstGeom prst="rect">
              <a:avLst/>
            </a:prstGeom>
          </p:spPr>
        </p:pic>
        <p:pic>
          <p:nvPicPr>
            <p:cNvPr id="42" name="圖片 4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0A3D8904-1DEE-95C0-CE62-A1182E39FBC8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288627" y="1627759"/>
              <a:ext cx="1157461" cy="830998"/>
            </a:xfrm>
            <a:prstGeom prst="rect">
              <a:avLst/>
            </a:prstGeom>
          </p:spPr>
        </p:pic>
        <p:pic>
          <p:nvPicPr>
            <p:cNvPr id="43" name="圖片 42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5F7C2632-1C7B-B456-BA3C-546CBFBB9D34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923955" y="1584873"/>
              <a:ext cx="1157461" cy="830998"/>
            </a:xfrm>
            <a:prstGeom prst="rect">
              <a:avLst/>
            </a:prstGeom>
          </p:spPr>
        </p:pic>
        <p:pic>
          <p:nvPicPr>
            <p:cNvPr id="44" name="圖片 43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A3D1A968-B1F5-7C75-81D9-16C2C6B1D6D6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559282" y="1626906"/>
              <a:ext cx="1157461" cy="830998"/>
            </a:xfrm>
            <a:prstGeom prst="rect">
              <a:avLst/>
            </a:prstGeom>
          </p:spPr>
        </p:pic>
        <p:pic>
          <p:nvPicPr>
            <p:cNvPr id="45" name="圖片 44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9D22026A-BFA3-335E-E0D0-F3A1A76118E7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138012" y="1635963"/>
              <a:ext cx="1157461" cy="830998"/>
            </a:xfrm>
            <a:prstGeom prst="rect">
              <a:avLst/>
            </a:prstGeom>
          </p:spPr>
        </p:pic>
        <p:pic>
          <p:nvPicPr>
            <p:cNvPr id="46" name="圖片 45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69A73F6C-C155-8AD8-8788-5E81E74CD523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30365" y="1640700"/>
              <a:ext cx="1157461" cy="830998"/>
            </a:xfrm>
            <a:prstGeom prst="rect">
              <a:avLst/>
            </a:prstGeom>
          </p:spPr>
        </p:pic>
        <p:pic>
          <p:nvPicPr>
            <p:cNvPr id="47" name="圖片 46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16601579-0E13-C850-AB1C-0370186A9062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365693" y="1597814"/>
              <a:ext cx="1157461" cy="830998"/>
            </a:xfrm>
            <a:prstGeom prst="rect">
              <a:avLst/>
            </a:prstGeom>
          </p:spPr>
        </p:pic>
        <p:pic>
          <p:nvPicPr>
            <p:cNvPr id="51" name="圖片 50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B831F84-6A89-31A9-CF95-C4EF88624DE9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001020" y="1639847"/>
              <a:ext cx="1157461" cy="830998"/>
            </a:xfrm>
            <a:prstGeom prst="rect">
              <a:avLst/>
            </a:prstGeom>
          </p:spPr>
        </p:pic>
        <p:pic>
          <p:nvPicPr>
            <p:cNvPr id="52" name="圖片 51" descr="一張含有 蝴蝶, 蛾與蝴蝶, 無脊椎動物, 昆蟲 的圖片&#10;&#10;自動產生的描述">
              <a:extLst>
                <a:ext uri="{FF2B5EF4-FFF2-40B4-BE49-F238E27FC236}">
                  <a16:creationId xmlns:a16="http://schemas.microsoft.com/office/drawing/2014/main" id="{238AFB21-39D6-2EFE-7B13-F6194F0CF1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2579750" y="1648904"/>
              <a:ext cx="1157461" cy="830998"/>
            </a:xfrm>
            <a:prstGeom prst="rect">
              <a:avLst/>
            </a:prstGeom>
          </p:spPr>
        </p:pic>
      </p:grp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pic>
        <p:nvPicPr>
          <p:cNvPr id="57" name="圖片 56" descr="一張含有 蝴蝶, 蛾與蝴蝶, 無脊椎動物, 昆蟲 的圖片&#10;&#10;自動產生的描述">
            <a:extLst>
              <a:ext uri="{FF2B5EF4-FFF2-40B4-BE49-F238E27FC236}">
                <a16:creationId xmlns:a16="http://schemas.microsoft.com/office/drawing/2014/main" id="{C58A82D7-5DB4-4DD7-C678-9285DE13520A}"/>
              </a:ext>
            </a:extLst>
          </p:cNvPr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209" y="1345421"/>
            <a:ext cx="1774411" cy="1273936"/>
          </a:xfrm>
          <a:prstGeom prst="rect">
            <a:avLst/>
          </a:prstGeom>
        </p:spPr>
      </p:pic>
      <p:pic>
        <p:nvPicPr>
          <p:cNvPr id="58" name="Image 189">
            <a:extLst>
              <a:ext uri="{FF2B5EF4-FFF2-40B4-BE49-F238E27FC236}">
                <a16:creationId xmlns:a16="http://schemas.microsoft.com/office/drawing/2014/main" id="{87C8C9B6-4E87-174B-674C-A7763AB596F8}"/>
              </a:ext>
            </a:extLst>
          </p:cNvPr>
          <p:cNvPicPr>
            <a:picLocks/>
          </p:cNvPicPr>
          <p:nvPr>
            <p:custDataLst>
              <p:tags r:id="rId25"/>
            </p:custDataLst>
          </p:nvPr>
        </p:nvPicPr>
        <p:blipFill>
          <a:blip r:embed="rId30" cstate="print"/>
          <a:stretch>
            <a:fillRect/>
          </a:stretch>
        </p:blipFill>
        <p:spPr>
          <a:xfrm>
            <a:off x="193815" y="3677926"/>
            <a:ext cx="2485516" cy="146583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3010353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8"/>
    </p:ext>
  </p:extLst>
</p:sld>
</file>

<file path=ppt/slides/slide2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/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/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pic>
        <p:nvPicPr>
          <p:cNvPr id="3" name="Image 197">
            <a:extLst>
              <a:ext uri="{FF2B5EF4-FFF2-40B4-BE49-F238E27FC236}">
                <a16:creationId xmlns:a16="http://schemas.microsoft.com/office/drawing/2014/main" id="{EF655378-B52F-DB19-C68D-952650069AB6}"/>
              </a:ext>
            </a:extLst>
          </p:cNvPr>
          <p:cNvPicPr>
            <a:picLocks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2116486" y="1242476"/>
            <a:ext cx="7470275" cy="4560438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2331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slides/slide2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87805" y="177869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82967" y="177869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78129" y="17881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041090" y="18043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46228" y="182513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263732" y="184594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914327" y="186674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554173" y="19068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204768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822272" y="186674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417434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037679" y="197197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22B1B89-38C1-2B8F-EED7-9E6B9E9483A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890641" y="115422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1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F73CEFA-A573-B32C-36EC-957A66DB73D9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890641" y="495459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2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705192" y="378330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349396" y="378330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4602564" y="378139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759531" y="380219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325058" y="381940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954331" y="385419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756352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12954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601495" y="197197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0156228" y="20227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85123481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5"/>
    </p:ext>
  </p:extLst>
</p:sld>
</file>

<file path=ppt/slides/slide2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87805" y="177869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82967" y="177869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78129" y="17881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041090" y="18043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46228" y="182513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263732" y="184594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914327" y="186674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554173" y="19068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204768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822272" y="186674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417434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037679" y="197197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22B1B89-38C1-2B8F-EED7-9E6B9E9483A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890641" y="115422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1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F73CEFA-A573-B32C-36EC-957A66DB73D9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890641" y="495459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2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705192" y="378330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349396" y="378330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4602564" y="378139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759531" y="380219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325058" y="381940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954331" y="385419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756352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12954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601495" y="197197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0156228" y="20227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grpSp>
        <p:nvGrpSpPr>
          <p:cNvPr id="97" name="群組 96">
            <a:extLst>
              <a:ext uri="{FF2B5EF4-FFF2-40B4-BE49-F238E27FC236}">
                <a16:creationId xmlns:a16="http://schemas.microsoft.com/office/drawing/2014/main" id="{D060ADE6-471B-51E6-96C8-15BA63825345}"/>
              </a:ext>
            </a:extLst>
          </p:cNvPr>
          <p:cNvGrpSpPr/>
          <p:nvPr>
            <p:custDataLst>
              <p:tags r:id="rId33"/>
            </p:custDataLst>
          </p:nvPr>
        </p:nvGrpSpPr>
        <p:grpSpPr>
          <a:xfrm>
            <a:off x="3517629" y="2747671"/>
            <a:ext cx="8491529" cy="1953907"/>
            <a:chOff x="3517629" y="2747671"/>
            <a:chExt cx="8491529" cy="1953907"/>
          </a:xfrm>
        </p:grpSpPr>
        <p:sp>
          <p:nvSpPr>
            <p:cNvPr id="91" name="箭號: 上-下雙向 90">
              <a:extLst>
                <a:ext uri="{FF2B5EF4-FFF2-40B4-BE49-F238E27FC236}">
                  <a16:creationId xmlns:a16="http://schemas.microsoft.com/office/drawing/2014/main" id="{A453539D-544D-2753-B977-475C3A7EE9D2}"/>
                </a:ext>
              </a:extLst>
            </p:cNvPr>
            <p:cNvSpPr/>
            <p:nvPr/>
          </p:nvSpPr>
          <p:spPr>
            <a:xfrm>
              <a:off x="3517629" y="2748489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2" name="箭號: 上-下雙向 91">
              <a:extLst>
                <a:ext uri="{FF2B5EF4-FFF2-40B4-BE49-F238E27FC236}">
                  <a16:creationId xmlns:a16="http://schemas.microsoft.com/office/drawing/2014/main" id="{491F24FC-88F1-2D09-312F-82A5A380B291}"/>
                </a:ext>
              </a:extLst>
            </p:cNvPr>
            <p:cNvSpPr/>
            <p:nvPr/>
          </p:nvSpPr>
          <p:spPr>
            <a:xfrm>
              <a:off x="4714027" y="2747672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3" name="箭號: 上-下雙向 92">
              <a:extLst>
                <a:ext uri="{FF2B5EF4-FFF2-40B4-BE49-F238E27FC236}">
                  <a16:creationId xmlns:a16="http://schemas.microsoft.com/office/drawing/2014/main" id="{4213FFAF-1FFD-A569-7AEB-538F75463D5F}"/>
                </a:ext>
              </a:extLst>
            </p:cNvPr>
            <p:cNvSpPr/>
            <p:nvPr/>
          </p:nvSpPr>
          <p:spPr>
            <a:xfrm>
              <a:off x="5910425" y="2747671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4" name="箭號: 上-下雙向 93">
              <a:extLst>
                <a:ext uri="{FF2B5EF4-FFF2-40B4-BE49-F238E27FC236}">
                  <a16:creationId xmlns:a16="http://schemas.microsoft.com/office/drawing/2014/main" id="{CCEC94FC-F6D5-15B7-F288-422D918ACDE0}"/>
                </a:ext>
              </a:extLst>
            </p:cNvPr>
            <p:cNvSpPr/>
            <p:nvPr/>
          </p:nvSpPr>
          <p:spPr>
            <a:xfrm>
              <a:off x="6894634" y="2765919"/>
              <a:ext cx="336469" cy="836855"/>
            </a:xfrm>
            <a:prstGeom prst="up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  <p:sp>
          <p:nvSpPr>
            <p:cNvPr id="95" name="文字方塊 94">
              <a:extLst>
                <a:ext uri="{FF2B5EF4-FFF2-40B4-BE49-F238E27FC236}">
                  <a16:creationId xmlns:a16="http://schemas.microsoft.com/office/drawing/2014/main" id="{F225EF9E-FB9D-AA21-A13F-E1E90FA50DA8}"/>
                </a:ext>
              </a:extLst>
            </p:cNvPr>
            <p:cNvSpPr txBox="1"/>
            <p:nvPr/>
          </p:nvSpPr>
          <p:spPr>
            <a:xfrm>
              <a:off x="7408935" y="2998036"/>
              <a:ext cx="278708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2000" dirty="0">
                  <a:solidFill>
                    <a:srgbClr val="FF0000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Hydrogen bonds</a:t>
              </a:r>
              <a:endParaRPr lang="zh-HK" altLang="en-US" sz="2000" dirty="0">
                <a:solidFill>
                  <a:srgbClr val="FF0000"/>
                </a:solidFill>
                <a:latin typeface="Roboto Black" panose="02000000000000000000" pitchFamily="2" charset="0"/>
              </a:endParaRPr>
            </a:p>
          </p:txBody>
        </p:sp>
        <p:pic>
          <p:nvPicPr>
            <p:cNvPr id="96" name="Image 216">
              <a:extLst>
                <a:ext uri="{FF2B5EF4-FFF2-40B4-BE49-F238E27FC236}">
                  <a16:creationId xmlns:a16="http://schemas.microsoft.com/office/drawing/2014/main" id="{93FB61D6-5A57-4B85-2211-7F00BDDDCA2E}"/>
                </a:ext>
              </a:extLst>
            </p:cNvPr>
            <p:cNvPicPr>
              <a:picLocks/>
            </p:cNvPicPr>
            <p:nvPr/>
          </p:nvPicPr>
          <p:blipFill>
            <a:blip r:embed="rId37" cstate="print"/>
            <a:stretch>
              <a:fillRect/>
            </a:stretch>
          </p:blipFill>
          <p:spPr>
            <a:xfrm>
              <a:off x="8907480" y="3467085"/>
              <a:ext cx="3101678" cy="1234493"/>
            </a:xfrm>
            <a:prstGeom prst="rect">
              <a:avLst/>
            </a:prstGeom>
          </p:spPr>
        </p:pic>
      </p:grpSp>
    </p:spTree>
    <p:custDataLst>
      <p:tags r:id="rId1"/>
    </p:custDataLst>
    <p:extLst>
      <p:ext uri="{BB962C8B-B14F-4D97-AF65-F5344CB8AC3E}">
        <p14:creationId xmlns:p14="http://schemas.microsoft.com/office/powerpoint/2010/main" val="415626711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6"/>
    </p:ext>
  </p:extLst>
</p:sld>
</file>

<file path=ppt/slides/slide2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2187805" y="177869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2782967" y="177869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3378129" y="17881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041090" y="180432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46228" y="182513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263732" y="184594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914327" y="186674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6554173" y="19068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7204768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7822272" y="186674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8417434" y="1941596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9037679" y="197197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1" name="文字方塊 60">
            <a:extLst>
              <a:ext uri="{FF2B5EF4-FFF2-40B4-BE49-F238E27FC236}">
                <a16:creationId xmlns:a16="http://schemas.microsoft.com/office/drawing/2014/main" id="{A22B1B89-38C1-2B8F-EED7-9E6B9E9483AC}"/>
              </a:ext>
            </a:extLst>
          </p:cNvPr>
          <p:cNvSpPr txBox="1"/>
          <p:nvPr>
            <p:custDataLst>
              <p:tags r:id="rId18"/>
            </p:custDataLst>
          </p:nvPr>
        </p:nvSpPr>
        <p:spPr>
          <a:xfrm>
            <a:off x="6890641" y="115422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1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4" name="文字方塊 73">
            <a:extLst>
              <a:ext uri="{FF2B5EF4-FFF2-40B4-BE49-F238E27FC236}">
                <a16:creationId xmlns:a16="http://schemas.microsoft.com/office/drawing/2014/main" id="{DF73CEFA-A573-B32C-36EC-957A66DB73D9}"/>
              </a:ext>
            </a:extLst>
          </p:cNvPr>
          <p:cNvSpPr txBox="1"/>
          <p:nvPr>
            <p:custDataLst>
              <p:tags r:id="rId20"/>
            </p:custDataLst>
          </p:nvPr>
        </p:nvSpPr>
        <p:spPr>
          <a:xfrm>
            <a:off x="6890641" y="4954590"/>
            <a:ext cx="404940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2400" dirty="0">
                <a:latin typeface="Roboto Black" panose="02000000000000000000" pitchFamily="2" charset="0"/>
                <a:ea typeface="Roboto Black" panose="02000000000000000000" pitchFamily="2" charset="0"/>
              </a:rPr>
              <a:t>Polypeptide chain 2</a:t>
            </a:r>
            <a:endParaRPr lang="zh-HK" altLang="en-US" sz="24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2705192" y="378330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3349396" y="378330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4602564" y="378139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759531" y="380219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325058" y="381940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954331" y="385419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756352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8129542" y="38925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9601495" y="197197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10156228" y="20227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90646743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5"/>
    </p:ext>
  </p:extLst>
</p:sld>
</file>

<file path=ppt/slides/slide2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57711737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3"/>
    </p:ext>
  </p:extLst>
</p:sld>
</file>

<file path=ppt/slides/slide2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920521522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4"/>
    </p:ext>
  </p:extLst>
</p:sld>
</file>

<file path=ppt/slides/slide2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E5E1675E-90E5-3768-5A35-CFFF72BA0E4F}"/>
              </a:ext>
            </a:extLst>
          </p:cNvPr>
          <p:cNvSpPr/>
          <p:nvPr>
            <p:custDataLst>
              <p:tags r:id="rId32"/>
            </p:custDataLst>
          </p:nvPr>
        </p:nvSpPr>
        <p:spPr>
          <a:xfrm>
            <a:off x="3998779" y="2349500"/>
            <a:ext cx="3344996" cy="3048008"/>
          </a:xfrm>
          <a:custGeom>
            <a:avLst/>
            <a:gdLst>
              <a:gd name="connsiteX0" fmla="*/ 1259021 w 3344996"/>
              <a:gd name="connsiteY0" fmla="*/ 1047750 h 3048008"/>
              <a:gd name="connsiteX1" fmla="*/ 1259021 w 3344996"/>
              <a:gd name="connsiteY1" fmla="*/ 1047750 h 3048008"/>
              <a:gd name="connsiteX2" fmla="*/ 1351096 w 3344996"/>
              <a:gd name="connsiteY2" fmla="*/ 1057275 h 3048008"/>
              <a:gd name="connsiteX3" fmla="*/ 1401896 w 3344996"/>
              <a:gd name="connsiteY3" fmla="*/ 1050925 h 3048008"/>
              <a:gd name="connsiteX4" fmla="*/ 1424121 w 3344996"/>
              <a:gd name="connsiteY4" fmla="*/ 1041400 h 3048008"/>
              <a:gd name="connsiteX5" fmla="*/ 1452696 w 3344996"/>
              <a:gd name="connsiteY5" fmla="*/ 1038225 h 3048008"/>
              <a:gd name="connsiteX6" fmla="*/ 1535246 w 3344996"/>
              <a:gd name="connsiteY6" fmla="*/ 987425 h 3048008"/>
              <a:gd name="connsiteX7" fmla="*/ 1595571 w 3344996"/>
              <a:gd name="connsiteY7" fmla="*/ 955675 h 3048008"/>
              <a:gd name="connsiteX8" fmla="*/ 1636846 w 3344996"/>
              <a:gd name="connsiteY8" fmla="*/ 914400 h 3048008"/>
              <a:gd name="connsiteX9" fmla="*/ 1655896 w 3344996"/>
              <a:gd name="connsiteY9" fmla="*/ 895350 h 3048008"/>
              <a:gd name="connsiteX10" fmla="*/ 1674946 w 3344996"/>
              <a:gd name="connsiteY10" fmla="*/ 873125 h 3048008"/>
              <a:gd name="connsiteX11" fmla="*/ 1693996 w 3344996"/>
              <a:gd name="connsiteY11" fmla="*/ 857250 h 3048008"/>
              <a:gd name="connsiteX12" fmla="*/ 1713046 w 3344996"/>
              <a:gd name="connsiteY12" fmla="*/ 828675 h 3048008"/>
              <a:gd name="connsiteX13" fmla="*/ 1722571 w 3344996"/>
              <a:gd name="connsiteY13" fmla="*/ 812800 h 3048008"/>
              <a:gd name="connsiteX14" fmla="*/ 1728921 w 3344996"/>
              <a:gd name="connsiteY14" fmla="*/ 803275 h 3048008"/>
              <a:gd name="connsiteX15" fmla="*/ 1722571 w 3344996"/>
              <a:gd name="connsiteY15" fmla="*/ 793750 h 3048008"/>
              <a:gd name="connsiteX16" fmla="*/ 1716221 w 3344996"/>
              <a:gd name="connsiteY16" fmla="*/ 774700 h 3048008"/>
              <a:gd name="connsiteX17" fmla="*/ 1722571 w 3344996"/>
              <a:gd name="connsiteY17" fmla="*/ 752475 h 3048008"/>
              <a:gd name="connsiteX18" fmla="*/ 1725746 w 3344996"/>
              <a:gd name="connsiteY18" fmla="*/ 730250 h 3048008"/>
              <a:gd name="connsiteX19" fmla="*/ 1732096 w 3344996"/>
              <a:gd name="connsiteY19" fmla="*/ 714375 h 3048008"/>
              <a:gd name="connsiteX20" fmla="*/ 1735271 w 3344996"/>
              <a:gd name="connsiteY20" fmla="*/ 695325 h 3048008"/>
              <a:gd name="connsiteX21" fmla="*/ 1757496 w 3344996"/>
              <a:gd name="connsiteY21" fmla="*/ 650875 h 3048008"/>
              <a:gd name="connsiteX22" fmla="*/ 1789246 w 3344996"/>
              <a:gd name="connsiteY22" fmla="*/ 606425 h 3048008"/>
              <a:gd name="connsiteX23" fmla="*/ 1830521 w 3344996"/>
              <a:gd name="connsiteY23" fmla="*/ 565150 h 3048008"/>
              <a:gd name="connsiteX24" fmla="*/ 1897196 w 3344996"/>
              <a:gd name="connsiteY24" fmla="*/ 527050 h 3048008"/>
              <a:gd name="connsiteX25" fmla="*/ 1935296 w 3344996"/>
              <a:gd name="connsiteY25" fmla="*/ 501650 h 3048008"/>
              <a:gd name="connsiteX26" fmla="*/ 1963871 w 3344996"/>
              <a:gd name="connsiteY26" fmla="*/ 488950 h 3048008"/>
              <a:gd name="connsiteX27" fmla="*/ 2036896 w 3344996"/>
              <a:gd name="connsiteY27" fmla="*/ 441325 h 3048008"/>
              <a:gd name="connsiteX28" fmla="*/ 2078171 w 3344996"/>
              <a:gd name="connsiteY28" fmla="*/ 428625 h 3048008"/>
              <a:gd name="connsiteX29" fmla="*/ 2135321 w 3344996"/>
              <a:gd name="connsiteY29" fmla="*/ 415925 h 3048008"/>
              <a:gd name="connsiteX30" fmla="*/ 2179771 w 3344996"/>
              <a:gd name="connsiteY30" fmla="*/ 409575 h 3048008"/>
              <a:gd name="connsiteX31" fmla="*/ 2211521 w 3344996"/>
              <a:gd name="connsiteY31" fmla="*/ 403225 h 3048008"/>
              <a:gd name="connsiteX32" fmla="*/ 2294071 w 3344996"/>
              <a:gd name="connsiteY32" fmla="*/ 406400 h 3048008"/>
              <a:gd name="connsiteX33" fmla="*/ 2360746 w 3344996"/>
              <a:gd name="connsiteY33" fmla="*/ 406400 h 3048008"/>
              <a:gd name="connsiteX34" fmla="*/ 2386146 w 3344996"/>
              <a:gd name="connsiteY34" fmla="*/ 403225 h 3048008"/>
              <a:gd name="connsiteX35" fmla="*/ 2443296 w 3344996"/>
              <a:gd name="connsiteY35" fmla="*/ 396875 h 3048008"/>
              <a:gd name="connsiteX36" fmla="*/ 2490921 w 3344996"/>
              <a:gd name="connsiteY36" fmla="*/ 387350 h 3048008"/>
              <a:gd name="connsiteX37" fmla="*/ 2513146 w 3344996"/>
              <a:gd name="connsiteY37" fmla="*/ 377825 h 3048008"/>
              <a:gd name="connsiteX38" fmla="*/ 2544896 w 3344996"/>
              <a:gd name="connsiteY38" fmla="*/ 371475 h 3048008"/>
              <a:gd name="connsiteX39" fmla="*/ 2582996 w 3344996"/>
              <a:gd name="connsiteY39" fmla="*/ 352425 h 3048008"/>
              <a:gd name="connsiteX40" fmla="*/ 2598871 w 3344996"/>
              <a:gd name="connsiteY40" fmla="*/ 346075 h 3048008"/>
              <a:gd name="connsiteX41" fmla="*/ 2630621 w 3344996"/>
              <a:gd name="connsiteY41" fmla="*/ 333375 h 3048008"/>
              <a:gd name="connsiteX42" fmla="*/ 2640146 w 3344996"/>
              <a:gd name="connsiteY42" fmla="*/ 327025 h 3048008"/>
              <a:gd name="connsiteX43" fmla="*/ 2652846 w 3344996"/>
              <a:gd name="connsiteY43" fmla="*/ 323850 h 3048008"/>
              <a:gd name="connsiteX44" fmla="*/ 2662371 w 3344996"/>
              <a:gd name="connsiteY44" fmla="*/ 320675 h 3048008"/>
              <a:gd name="connsiteX45" fmla="*/ 2675071 w 3344996"/>
              <a:gd name="connsiteY45" fmla="*/ 311150 h 3048008"/>
              <a:gd name="connsiteX46" fmla="*/ 2684596 w 3344996"/>
              <a:gd name="connsiteY46" fmla="*/ 301625 h 3048008"/>
              <a:gd name="connsiteX47" fmla="*/ 2694121 w 3344996"/>
              <a:gd name="connsiteY47" fmla="*/ 295275 h 3048008"/>
              <a:gd name="connsiteX48" fmla="*/ 2719521 w 3344996"/>
              <a:gd name="connsiteY48" fmla="*/ 276225 h 3048008"/>
              <a:gd name="connsiteX49" fmla="*/ 2729046 w 3344996"/>
              <a:gd name="connsiteY49" fmla="*/ 279400 h 3048008"/>
              <a:gd name="connsiteX50" fmla="*/ 2792546 w 3344996"/>
              <a:gd name="connsiteY50" fmla="*/ 260350 h 3048008"/>
              <a:gd name="connsiteX51" fmla="*/ 2830646 w 3344996"/>
              <a:gd name="connsiteY51" fmla="*/ 247650 h 3048008"/>
              <a:gd name="connsiteX52" fmla="*/ 2849696 w 3344996"/>
              <a:gd name="connsiteY52" fmla="*/ 241300 h 3048008"/>
              <a:gd name="connsiteX53" fmla="*/ 2865571 w 3344996"/>
              <a:gd name="connsiteY53" fmla="*/ 234950 h 3048008"/>
              <a:gd name="connsiteX54" fmla="*/ 2875096 w 3344996"/>
              <a:gd name="connsiteY54" fmla="*/ 231775 h 3048008"/>
              <a:gd name="connsiteX55" fmla="*/ 2887796 w 3344996"/>
              <a:gd name="connsiteY55" fmla="*/ 225425 h 3048008"/>
              <a:gd name="connsiteX56" fmla="*/ 2913196 w 3344996"/>
              <a:gd name="connsiteY56" fmla="*/ 215900 h 3048008"/>
              <a:gd name="connsiteX57" fmla="*/ 2932246 w 3344996"/>
              <a:gd name="connsiteY57" fmla="*/ 200025 h 3048008"/>
              <a:gd name="connsiteX58" fmla="*/ 2957646 w 3344996"/>
              <a:gd name="connsiteY58" fmla="*/ 180975 h 3048008"/>
              <a:gd name="connsiteX59" fmla="*/ 2967171 w 3344996"/>
              <a:gd name="connsiteY59" fmla="*/ 174625 h 3048008"/>
              <a:gd name="connsiteX60" fmla="*/ 2992571 w 3344996"/>
              <a:gd name="connsiteY60" fmla="*/ 146050 h 3048008"/>
              <a:gd name="connsiteX61" fmla="*/ 3002096 w 3344996"/>
              <a:gd name="connsiteY61" fmla="*/ 139700 h 3048008"/>
              <a:gd name="connsiteX62" fmla="*/ 3011621 w 3344996"/>
              <a:gd name="connsiteY62" fmla="*/ 120650 h 3048008"/>
              <a:gd name="connsiteX63" fmla="*/ 3021146 w 3344996"/>
              <a:gd name="connsiteY63" fmla="*/ 114300 h 3048008"/>
              <a:gd name="connsiteX64" fmla="*/ 3027496 w 3344996"/>
              <a:gd name="connsiteY64" fmla="*/ 98425 h 3048008"/>
              <a:gd name="connsiteX65" fmla="*/ 3033846 w 3344996"/>
              <a:gd name="connsiteY65" fmla="*/ 85725 h 3048008"/>
              <a:gd name="connsiteX66" fmla="*/ 3040196 w 3344996"/>
              <a:gd name="connsiteY66" fmla="*/ 66675 h 3048008"/>
              <a:gd name="connsiteX67" fmla="*/ 3065596 w 3344996"/>
              <a:gd name="connsiteY67" fmla="*/ 31750 h 3048008"/>
              <a:gd name="connsiteX68" fmla="*/ 3071946 w 3344996"/>
              <a:gd name="connsiteY68" fmla="*/ 15875 h 3048008"/>
              <a:gd name="connsiteX69" fmla="*/ 3113221 w 3344996"/>
              <a:gd name="connsiteY69" fmla="*/ 0 h 3048008"/>
              <a:gd name="connsiteX70" fmla="*/ 3122746 w 3344996"/>
              <a:gd name="connsiteY70" fmla="*/ 3175 h 3048008"/>
              <a:gd name="connsiteX71" fmla="*/ 3135446 w 3344996"/>
              <a:gd name="connsiteY71" fmla="*/ 6350 h 3048008"/>
              <a:gd name="connsiteX72" fmla="*/ 3170371 w 3344996"/>
              <a:gd name="connsiteY72" fmla="*/ 25400 h 3048008"/>
              <a:gd name="connsiteX73" fmla="*/ 3183071 w 3344996"/>
              <a:gd name="connsiteY73" fmla="*/ 31750 h 3048008"/>
              <a:gd name="connsiteX74" fmla="*/ 3192596 w 3344996"/>
              <a:gd name="connsiteY74" fmla="*/ 34925 h 3048008"/>
              <a:gd name="connsiteX75" fmla="*/ 3202121 w 3344996"/>
              <a:gd name="connsiteY75" fmla="*/ 41275 h 3048008"/>
              <a:gd name="connsiteX76" fmla="*/ 3208471 w 3344996"/>
              <a:gd name="connsiteY76" fmla="*/ 50800 h 3048008"/>
              <a:gd name="connsiteX77" fmla="*/ 3211646 w 3344996"/>
              <a:gd name="connsiteY77" fmla="*/ 60325 h 3048008"/>
              <a:gd name="connsiteX78" fmla="*/ 3221171 w 3344996"/>
              <a:gd name="connsiteY78" fmla="*/ 66675 h 3048008"/>
              <a:gd name="connsiteX79" fmla="*/ 3233871 w 3344996"/>
              <a:gd name="connsiteY79" fmla="*/ 82550 h 3048008"/>
              <a:gd name="connsiteX80" fmla="*/ 3252921 w 3344996"/>
              <a:gd name="connsiteY80" fmla="*/ 101600 h 3048008"/>
              <a:gd name="connsiteX81" fmla="*/ 3265621 w 3344996"/>
              <a:gd name="connsiteY81" fmla="*/ 123825 h 3048008"/>
              <a:gd name="connsiteX82" fmla="*/ 3284671 w 3344996"/>
              <a:gd name="connsiteY82" fmla="*/ 146050 h 3048008"/>
              <a:gd name="connsiteX83" fmla="*/ 3297371 w 3344996"/>
              <a:gd name="connsiteY83" fmla="*/ 168275 h 3048008"/>
              <a:gd name="connsiteX84" fmla="*/ 3300546 w 3344996"/>
              <a:gd name="connsiteY84" fmla="*/ 177800 h 3048008"/>
              <a:gd name="connsiteX85" fmla="*/ 3313246 w 3344996"/>
              <a:gd name="connsiteY85" fmla="*/ 206375 h 3048008"/>
              <a:gd name="connsiteX86" fmla="*/ 3319596 w 3344996"/>
              <a:gd name="connsiteY86" fmla="*/ 225425 h 3048008"/>
              <a:gd name="connsiteX87" fmla="*/ 3329121 w 3344996"/>
              <a:gd name="connsiteY87" fmla="*/ 244475 h 3048008"/>
              <a:gd name="connsiteX88" fmla="*/ 3332296 w 3344996"/>
              <a:gd name="connsiteY88" fmla="*/ 257175 h 3048008"/>
              <a:gd name="connsiteX89" fmla="*/ 3338646 w 3344996"/>
              <a:gd name="connsiteY89" fmla="*/ 279400 h 3048008"/>
              <a:gd name="connsiteX90" fmla="*/ 3344996 w 3344996"/>
              <a:gd name="connsiteY90" fmla="*/ 311150 h 3048008"/>
              <a:gd name="connsiteX91" fmla="*/ 3335471 w 3344996"/>
              <a:gd name="connsiteY91" fmla="*/ 387350 h 3048008"/>
              <a:gd name="connsiteX92" fmla="*/ 3319596 w 3344996"/>
              <a:gd name="connsiteY92" fmla="*/ 425450 h 3048008"/>
              <a:gd name="connsiteX93" fmla="*/ 3303721 w 3344996"/>
              <a:gd name="connsiteY93" fmla="*/ 479425 h 3048008"/>
              <a:gd name="connsiteX94" fmla="*/ 3271971 w 3344996"/>
              <a:gd name="connsiteY94" fmla="*/ 523875 h 3048008"/>
              <a:gd name="connsiteX95" fmla="*/ 3262446 w 3344996"/>
              <a:gd name="connsiteY95" fmla="*/ 536575 h 3048008"/>
              <a:gd name="connsiteX96" fmla="*/ 3243396 w 3344996"/>
              <a:gd name="connsiteY96" fmla="*/ 549275 h 3048008"/>
              <a:gd name="connsiteX97" fmla="*/ 3230696 w 3344996"/>
              <a:gd name="connsiteY97" fmla="*/ 561975 h 3048008"/>
              <a:gd name="connsiteX98" fmla="*/ 3214821 w 3344996"/>
              <a:gd name="connsiteY98" fmla="*/ 574675 h 3048008"/>
              <a:gd name="connsiteX99" fmla="*/ 3205296 w 3344996"/>
              <a:gd name="connsiteY99" fmla="*/ 584200 h 3048008"/>
              <a:gd name="connsiteX100" fmla="*/ 3189421 w 3344996"/>
              <a:gd name="connsiteY100" fmla="*/ 593725 h 3048008"/>
              <a:gd name="connsiteX101" fmla="*/ 3176721 w 3344996"/>
              <a:gd name="connsiteY101" fmla="*/ 603250 h 3048008"/>
              <a:gd name="connsiteX102" fmla="*/ 3167196 w 3344996"/>
              <a:gd name="connsiteY102" fmla="*/ 609600 h 3048008"/>
              <a:gd name="connsiteX103" fmla="*/ 3160846 w 3344996"/>
              <a:gd name="connsiteY103" fmla="*/ 619125 h 3048008"/>
              <a:gd name="connsiteX104" fmla="*/ 3135446 w 3344996"/>
              <a:gd name="connsiteY104" fmla="*/ 631825 h 3048008"/>
              <a:gd name="connsiteX105" fmla="*/ 3122746 w 3344996"/>
              <a:gd name="connsiteY105" fmla="*/ 638175 h 3048008"/>
              <a:gd name="connsiteX106" fmla="*/ 3116396 w 3344996"/>
              <a:gd name="connsiteY106" fmla="*/ 657225 h 3048008"/>
              <a:gd name="connsiteX107" fmla="*/ 3122746 w 3344996"/>
              <a:gd name="connsiteY107" fmla="*/ 673100 h 3048008"/>
              <a:gd name="connsiteX108" fmla="*/ 3132271 w 3344996"/>
              <a:gd name="connsiteY108" fmla="*/ 698500 h 3048008"/>
              <a:gd name="connsiteX109" fmla="*/ 3141796 w 3344996"/>
              <a:gd name="connsiteY109" fmla="*/ 708025 h 3048008"/>
              <a:gd name="connsiteX110" fmla="*/ 3148146 w 3344996"/>
              <a:gd name="connsiteY110" fmla="*/ 720725 h 3048008"/>
              <a:gd name="connsiteX111" fmla="*/ 3164021 w 3344996"/>
              <a:gd name="connsiteY111" fmla="*/ 746125 h 3048008"/>
              <a:gd name="connsiteX112" fmla="*/ 3167196 w 3344996"/>
              <a:gd name="connsiteY112" fmla="*/ 762000 h 3048008"/>
              <a:gd name="connsiteX113" fmla="*/ 3186246 w 3344996"/>
              <a:gd name="connsiteY113" fmla="*/ 777875 h 3048008"/>
              <a:gd name="connsiteX114" fmla="*/ 3192596 w 3344996"/>
              <a:gd name="connsiteY114" fmla="*/ 790575 h 3048008"/>
              <a:gd name="connsiteX115" fmla="*/ 3195771 w 3344996"/>
              <a:gd name="connsiteY115" fmla="*/ 803275 h 3048008"/>
              <a:gd name="connsiteX116" fmla="*/ 3202121 w 3344996"/>
              <a:gd name="connsiteY116" fmla="*/ 841375 h 3048008"/>
              <a:gd name="connsiteX117" fmla="*/ 3211646 w 3344996"/>
              <a:gd name="connsiteY117" fmla="*/ 873125 h 3048008"/>
              <a:gd name="connsiteX118" fmla="*/ 3208471 w 3344996"/>
              <a:gd name="connsiteY118" fmla="*/ 892175 h 3048008"/>
              <a:gd name="connsiteX119" fmla="*/ 3205296 w 3344996"/>
              <a:gd name="connsiteY119" fmla="*/ 936625 h 3048008"/>
              <a:gd name="connsiteX120" fmla="*/ 3198946 w 3344996"/>
              <a:gd name="connsiteY120" fmla="*/ 955675 h 3048008"/>
              <a:gd name="connsiteX121" fmla="*/ 3189421 w 3344996"/>
              <a:gd name="connsiteY121" fmla="*/ 990600 h 3048008"/>
              <a:gd name="connsiteX122" fmla="*/ 3183071 w 3344996"/>
              <a:gd name="connsiteY122" fmla="*/ 1035050 h 3048008"/>
              <a:gd name="connsiteX123" fmla="*/ 3179896 w 3344996"/>
              <a:gd name="connsiteY123" fmla="*/ 1044575 h 3048008"/>
              <a:gd name="connsiteX124" fmla="*/ 3160846 w 3344996"/>
              <a:gd name="connsiteY124" fmla="*/ 1073150 h 3048008"/>
              <a:gd name="connsiteX125" fmla="*/ 3144971 w 3344996"/>
              <a:gd name="connsiteY125" fmla="*/ 1098550 h 3048008"/>
              <a:gd name="connsiteX126" fmla="*/ 3141796 w 3344996"/>
              <a:gd name="connsiteY126" fmla="*/ 1108075 h 3048008"/>
              <a:gd name="connsiteX127" fmla="*/ 3103696 w 3344996"/>
              <a:gd name="connsiteY127" fmla="*/ 1146175 h 3048008"/>
              <a:gd name="connsiteX128" fmla="*/ 3062421 w 3344996"/>
              <a:gd name="connsiteY128" fmla="*/ 1181100 h 3048008"/>
              <a:gd name="connsiteX129" fmla="*/ 3043371 w 3344996"/>
              <a:gd name="connsiteY129" fmla="*/ 1193800 h 3048008"/>
              <a:gd name="connsiteX130" fmla="*/ 3027496 w 3344996"/>
              <a:gd name="connsiteY130" fmla="*/ 1206500 h 3048008"/>
              <a:gd name="connsiteX131" fmla="*/ 3008446 w 3344996"/>
              <a:gd name="connsiteY131" fmla="*/ 1212850 h 3048008"/>
              <a:gd name="connsiteX132" fmla="*/ 2992571 w 3344996"/>
              <a:gd name="connsiteY132" fmla="*/ 1222375 h 3048008"/>
              <a:gd name="connsiteX133" fmla="*/ 2976696 w 3344996"/>
              <a:gd name="connsiteY133" fmla="*/ 1225550 h 3048008"/>
              <a:gd name="connsiteX134" fmla="*/ 2963996 w 3344996"/>
              <a:gd name="connsiteY134" fmla="*/ 1228725 h 3048008"/>
              <a:gd name="connsiteX135" fmla="*/ 2913196 w 3344996"/>
              <a:gd name="connsiteY135" fmla="*/ 1228725 h 3048008"/>
              <a:gd name="connsiteX136" fmla="*/ 2910021 w 3344996"/>
              <a:gd name="connsiteY136" fmla="*/ 1238250 h 3048008"/>
              <a:gd name="connsiteX137" fmla="*/ 2900496 w 3344996"/>
              <a:gd name="connsiteY137" fmla="*/ 1250950 h 3048008"/>
              <a:gd name="connsiteX138" fmla="*/ 2890971 w 3344996"/>
              <a:gd name="connsiteY138" fmla="*/ 1273175 h 3048008"/>
              <a:gd name="connsiteX139" fmla="*/ 2881446 w 3344996"/>
              <a:gd name="connsiteY139" fmla="*/ 1304925 h 3048008"/>
              <a:gd name="connsiteX140" fmla="*/ 2875096 w 3344996"/>
              <a:gd name="connsiteY140" fmla="*/ 1317625 h 3048008"/>
              <a:gd name="connsiteX141" fmla="*/ 2868746 w 3344996"/>
              <a:gd name="connsiteY141" fmla="*/ 1327150 h 3048008"/>
              <a:gd name="connsiteX142" fmla="*/ 2849696 w 3344996"/>
              <a:gd name="connsiteY142" fmla="*/ 1355725 h 3048008"/>
              <a:gd name="connsiteX143" fmla="*/ 2846521 w 3344996"/>
              <a:gd name="connsiteY143" fmla="*/ 1365250 h 3048008"/>
              <a:gd name="connsiteX144" fmla="*/ 2808421 w 3344996"/>
              <a:gd name="connsiteY144" fmla="*/ 1406525 h 3048008"/>
              <a:gd name="connsiteX145" fmla="*/ 2798896 w 3344996"/>
              <a:gd name="connsiteY145" fmla="*/ 1419225 h 3048008"/>
              <a:gd name="connsiteX146" fmla="*/ 2789371 w 3344996"/>
              <a:gd name="connsiteY146" fmla="*/ 1422400 h 3048008"/>
              <a:gd name="connsiteX147" fmla="*/ 2779846 w 3344996"/>
              <a:gd name="connsiteY147" fmla="*/ 1428750 h 3048008"/>
              <a:gd name="connsiteX148" fmla="*/ 2767146 w 3344996"/>
              <a:gd name="connsiteY148" fmla="*/ 1438275 h 3048008"/>
              <a:gd name="connsiteX149" fmla="*/ 2757621 w 3344996"/>
              <a:gd name="connsiteY149" fmla="*/ 1447800 h 3048008"/>
              <a:gd name="connsiteX150" fmla="*/ 2735396 w 3344996"/>
              <a:gd name="connsiteY150" fmla="*/ 1457325 h 3048008"/>
              <a:gd name="connsiteX151" fmla="*/ 2713171 w 3344996"/>
              <a:gd name="connsiteY151" fmla="*/ 1470025 h 3048008"/>
              <a:gd name="connsiteX152" fmla="*/ 2703646 w 3344996"/>
              <a:gd name="connsiteY152" fmla="*/ 1476375 h 3048008"/>
              <a:gd name="connsiteX153" fmla="*/ 2694121 w 3344996"/>
              <a:gd name="connsiteY153" fmla="*/ 1479550 h 3048008"/>
              <a:gd name="connsiteX154" fmla="*/ 2668721 w 3344996"/>
              <a:gd name="connsiteY154" fmla="*/ 1492250 h 3048008"/>
              <a:gd name="connsiteX155" fmla="*/ 2602046 w 3344996"/>
              <a:gd name="connsiteY155" fmla="*/ 1498600 h 3048008"/>
              <a:gd name="connsiteX156" fmla="*/ 2576646 w 3344996"/>
              <a:gd name="connsiteY156" fmla="*/ 1504950 h 3048008"/>
              <a:gd name="connsiteX157" fmla="*/ 2567121 w 3344996"/>
              <a:gd name="connsiteY157" fmla="*/ 1501775 h 3048008"/>
              <a:gd name="connsiteX158" fmla="*/ 2554421 w 3344996"/>
              <a:gd name="connsiteY158" fmla="*/ 1504950 h 3048008"/>
              <a:gd name="connsiteX159" fmla="*/ 2522671 w 3344996"/>
              <a:gd name="connsiteY159" fmla="*/ 1495425 h 3048008"/>
              <a:gd name="connsiteX160" fmla="*/ 2487746 w 3344996"/>
              <a:gd name="connsiteY160" fmla="*/ 1485900 h 3048008"/>
              <a:gd name="connsiteX161" fmla="*/ 2452821 w 3344996"/>
              <a:gd name="connsiteY161" fmla="*/ 1482725 h 3048008"/>
              <a:gd name="connsiteX162" fmla="*/ 2443296 w 3344996"/>
              <a:gd name="connsiteY162" fmla="*/ 1473200 h 3048008"/>
              <a:gd name="connsiteX163" fmla="*/ 2433771 w 3344996"/>
              <a:gd name="connsiteY163" fmla="*/ 1470025 h 3048008"/>
              <a:gd name="connsiteX164" fmla="*/ 2424246 w 3344996"/>
              <a:gd name="connsiteY164" fmla="*/ 1463675 h 3048008"/>
              <a:gd name="connsiteX165" fmla="*/ 2414721 w 3344996"/>
              <a:gd name="connsiteY165" fmla="*/ 1460500 h 3048008"/>
              <a:gd name="connsiteX166" fmla="*/ 2395671 w 3344996"/>
              <a:gd name="connsiteY166" fmla="*/ 1444625 h 3048008"/>
              <a:gd name="connsiteX167" fmla="*/ 2370271 w 3344996"/>
              <a:gd name="connsiteY167" fmla="*/ 1428750 h 3048008"/>
              <a:gd name="connsiteX168" fmla="*/ 2360746 w 3344996"/>
              <a:gd name="connsiteY168" fmla="*/ 1419225 h 3048008"/>
              <a:gd name="connsiteX169" fmla="*/ 2351221 w 3344996"/>
              <a:gd name="connsiteY169" fmla="*/ 1400175 h 3048008"/>
              <a:gd name="connsiteX170" fmla="*/ 2338521 w 3344996"/>
              <a:gd name="connsiteY170" fmla="*/ 1393825 h 3048008"/>
              <a:gd name="connsiteX171" fmla="*/ 2319471 w 3344996"/>
              <a:gd name="connsiteY171" fmla="*/ 1381125 h 3048008"/>
              <a:gd name="connsiteX172" fmla="*/ 2309946 w 3344996"/>
              <a:gd name="connsiteY172" fmla="*/ 1365250 h 3048008"/>
              <a:gd name="connsiteX173" fmla="*/ 2284546 w 3344996"/>
              <a:gd name="connsiteY173" fmla="*/ 1355725 h 3048008"/>
              <a:gd name="connsiteX174" fmla="*/ 2268671 w 3344996"/>
              <a:gd name="connsiteY174" fmla="*/ 1358900 h 3048008"/>
              <a:gd name="connsiteX175" fmla="*/ 2233746 w 3344996"/>
              <a:gd name="connsiteY175" fmla="*/ 1346200 h 3048008"/>
              <a:gd name="connsiteX176" fmla="*/ 2195646 w 3344996"/>
              <a:gd name="connsiteY176" fmla="*/ 1343025 h 3048008"/>
              <a:gd name="connsiteX177" fmla="*/ 2182946 w 3344996"/>
              <a:gd name="connsiteY177" fmla="*/ 1333500 h 3048008"/>
              <a:gd name="connsiteX178" fmla="*/ 2173421 w 3344996"/>
              <a:gd name="connsiteY178" fmla="*/ 1327150 h 3048008"/>
              <a:gd name="connsiteX179" fmla="*/ 2157546 w 3344996"/>
              <a:gd name="connsiteY179" fmla="*/ 1336675 h 3048008"/>
              <a:gd name="connsiteX180" fmla="*/ 2167071 w 3344996"/>
              <a:gd name="connsiteY180" fmla="*/ 1358900 h 3048008"/>
              <a:gd name="connsiteX181" fmla="*/ 2170246 w 3344996"/>
              <a:gd name="connsiteY181" fmla="*/ 1377950 h 3048008"/>
              <a:gd name="connsiteX182" fmla="*/ 2163896 w 3344996"/>
              <a:gd name="connsiteY182" fmla="*/ 1482725 h 3048008"/>
              <a:gd name="connsiteX183" fmla="*/ 2160721 w 3344996"/>
              <a:gd name="connsiteY183" fmla="*/ 1508125 h 3048008"/>
              <a:gd name="connsiteX184" fmla="*/ 2154371 w 3344996"/>
              <a:gd name="connsiteY184" fmla="*/ 1520825 h 3048008"/>
              <a:gd name="connsiteX185" fmla="*/ 2141671 w 3344996"/>
              <a:gd name="connsiteY185" fmla="*/ 1555750 h 3048008"/>
              <a:gd name="connsiteX186" fmla="*/ 2135321 w 3344996"/>
              <a:gd name="connsiteY186" fmla="*/ 1577975 h 3048008"/>
              <a:gd name="connsiteX187" fmla="*/ 2116271 w 3344996"/>
              <a:gd name="connsiteY187" fmla="*/ 1606550 h 3048008"/>
              <a:gd name="connsiteX188" fmla="*/ 2106746 w 3344996"/>
              <a:gd name="connsiteY188" fmla="*/ 1622425 h 3048008"/>
              <a:gd name="connsiteX189" fmla="*/ 2090871 w 3344996"/>
              <a:gd name="connsiteY189" fmla="*/ 1638300 h 3048008"/>
              <a:gd name="connsiteX190" fmla="*/ 2084521 w 3344996"/>
              <a:gd name="connsiteY190" fmla="*/ 1647825 h 3048008"/>
              <a:gd name="connsiteX191" fmla="*/ 2074996 w 3344996"/>
              <a:gd name="connsiteY191" fmla="*/ 1654175 h 3048008"/>
              <a:gd name="connsiteX192" fmla="*/ 2046421 w 3344996"/>
              <a:gd name="connsiteY192" fmla="*/ 1673225 h 3048008"/>
              <a:gd name="connsiteX193" fmla="*/ 2027371 w 3344996"/>
              <a:gd name="connsiteY193" fmla="*/ 1689100 h 3048008"/>
              <a:gd name="connsiteX194" fmla="*/ 2014671 w 3344996"/>
              <a:gd name="connsiteY194" fmla="*/ 1701800 h 3048008"/>
              <a:gd name="connsiteX195" fmla="*/ 1989271 w 3344996"/>
              <a:gd name="connsiteY195" fmla="*/ 1714500 h 3048008"/>
              <a:gd name="connsiteX196" fmla="*/ 1976571 w 3344996"/>
              <a:gd name="connsiteY196" fmla="*/ 1720850 h 3048008"/>
              <a:gd name="connsiteX197" fmla="*/ 1967046 w 3344996"/>
              <a:gd name="connsiteY197" fmla="*/ 1730375 h 3048008"/>
              <a:gd name="connsiteX198" fmla="*/ 1928946 w 3344996"/>
              <a:gd name="connsiteY198" fmla="*/ 1739900 h 3048008"/>
              <a:gd name="connsiteX199" fmla="*/ 1916246 w 3344996"/>
              <a:gd name="connsiteY199" fmla="*/ 1746250 h 3048008"/>
              <a:gd name="connsiteX200" fmla="*/ 1894021 w 3344996"/>
              <a:gd name="connsiteY200" fmla="*/ 1752600 h 3048008"/>
              <a:gd name="connsiteX201" fmla="*/ 1874971 w 3344996"/>
              <a:gd name="connsiteY201" fmla="*/ 1758950 h 3048008"/>
              <a:gd name="connsiteX202" fmla="*/ 1868621 w 3344996"/>
              <a:gd name="connsiteY202" fmla="*/ 1778000 h 3048008"/>
              <a:gd name="connsiteX203" fmla="*/ 1862271 w 3344996"/>
              <a:gd name="connsiteY203" fmla="*/ 1793875 h 3048008"/>
              <a:gd name="connsiteX204" fmla="*/ 1855921 w 3344996"/>
              <a:gd name="connsiteY204" fmla="*/ 1819275 h 3048008"/>
              <a:gd name="connsiteX205" fmla="*/ 1843221 w 3344996"/>
              <a:gd name="connsiteY205" fmla="*/ 1847850 h 3048008"/>
              <a:gd name="connsiteX206" fmla="*/ 1836871 w 3344996"/>
              <a:gd name="connsiteY206" fmla="*/ 1898650 h 3048008"/>
              <a:gd name="connsiteX207" fmla="*/ 1833696 w 3344996"/>
              <a:gd name="connsiteY207" fmla="*/ 1911350 h 3048008"/>
              <a:gd name="connsiteX208" fmla="*/ 1827346 w 3344996"/>
              <a:gd name="connsiteY208" fmla="*/ 1924050 h 3048008"/>
              <a:gd name="connsiteX209" fmla="*/ 1824171 w 3344996"/>
              <a:gd name="connsiteY209" fmla="*/ 1949450 h 3048008"/>
              <a:gd name="connsiteX210" fmla="*/ 1811471 w 3344996"/>
              <a:gd name="connsiteY210" fmla="*/ 1968500 h 3048008"/>
              <a:gd name="connsiteX211" fmla="*/ 1798771 w 3344996"/>
              <a:gd name="connsiteY211" fmla="*/ 1990725 h 3048008"/>
              <a:gd name="connsiteX212" fmla="*/ 1789246 w 3344996"/>
              <a:gd name="connsiteY212" fmla="*/ 2003425 h 3048008"/>
              <a:gd name="connsiteX213" fmla="*/ 1782896 w 3344996"/>
              <a:gd name="connsiteY213" fmla="*/ 2016125 h 3048008"/>
              <a:gd name="connsiteX214" fmla="*/ 1770196 w 3344996"/>
              <a:gd name="connsiteY214" fmla="*/ 2028825 h 3048008"/>
              <a:gd name="connsiteX215" fmla="*/ 1757496 w 3344996"/>
              <a:gd name="connsiteY215" fmla="*/ 2044700 h 3048008"/>
              <a:gd name="connsiteX216" fmla="*/ 1732096 w 3344996"/>
              <a:gd name="connsiteY216" fmla="*/ 2063750 h 3048008"/>
              <a:gd name="connsiteX217" fmla="*/ 1709871 w 3344996"/>
              <a:gd name="connsiteY217" fmla="*/ 2079625 h 3048008"/>
              <a:gd name="connsiteX218" fmla="*/ 1697171 w 3344996"/>
              <a:gd name="connsiteY218" fmla="*/ 2092325 h 3048008"/>
              <a:gd name="connsiteX219" fmla="*/ 1684471 w 3344996"/>
              <a:gd name="connsiteY219" fmla="*/ 2098675 h 3048008"/>
              <a:gd name="connsiteX220" fmla="*/ 1665421 w 3344996"/>
              <a:gd name="connsiteY220" fmla="*/ 2120900 h 3048008"/>
              <a:gd name="connsiteX221" fmla="*/ 1671771 w 3344996"/>
              <a:gd name="connsiteY221" fmla="*/ 2143125 h 3048008"/>
              <a:gd name="connsiteX222" fmla="*/ 1674946 w 3344996"/>
              <a:gd name="connsiteY222" fmla="*/ 2155825 h 3048008"/>
              <a:gd name="connsiteX223" fmla="*/ 1687646 w 3344996"/>
              <a:gd name="connsiteY223" fmla="*/ 2178050 h 3048008"/>
              <a:gd name="connsiteX224" fmla="*/ 1690821 w 3344996"/>
              <a:gd name="connsiteY224" fmla="*/ 2190750 h 3048008"/>
              <a:gd name="connsiteX225" fmla="*/ 1697171 w 3344996"/>
              <a:gd name="connsiteY225" fmla="*/ 2209800 h 3048008"/>
              <a:gd name="connsiteX226" fmla="*/ 1700346 w 3344996"/>
              <a:gd name="connsiteY226" fmla="*/ 2238375 h 3048008"/>
              <a:gd name="connsiteX227" fmla="*/ 1709871 w 3344996"/>
              <a:gd name="connsiteY227" fmla="*/ 2282825 h 3048008"/>
              <a:gd name="connsiteX228" fmla="*/ 1716221 w 3344996"/>
              <a:gd name="connsiteY228" fmla="*/ 2327275 h 3048008"/>
              <a:gd name="connsiteX229" fmla="*/ 1719396 w 3344996"/>
              <a:gd name="connsiteY229" fmla="*/ 2339975 h 3048008"/>
              <a:gd name="connsiteX230" fmla="*/ 1713046 w 3344996"/>
              <a:gd name="connsiteY230" fmla="*/ 2374900 h 3048008"/>
              <a:gd name="connsiteX231" fmla="*/ 1709871 w 3344996"/>
              <a:gd name="connsiteY231" fmla="*/ 2416175 h 3048008"/>
              <a:gd name="connsiteX232" fmla="*/ 1703521 w 3344996"/>
              <a:gd name="connsiteY232" fmla="*/ 2438400 h 3048008"/>
              <a:gd name="connsiteX233" fmla="*/ 1690821 w 3344996"/>
              <a:gd name="connsiteY233" fmla="*/ 2489200 h 3048008"/>
              <a:gd name="connsiteX234" fmla="*/ 1674946 w 3344996"/>
              <a:gd name="connsiteY234" fmla="*/ 2511425 h 3048008"/>
              <a:gd name="connsiteX235" fmla="*/ 1665421 w 3344996"/>
              <a:gd name="connsiteY235" fmla="*/ 2524125 h 3048008"/>
              <a:gd name="connsiteX236" fmla="*/ 1659071 w 3344996"/>
              <a:gd name="connsiteY236" fmla="*/ 2533650 h 3048008"/>
              <a:gd name="connsiteX237" fmla="*/ 1649546 w 3344996"/>
              <a:gd name="connsiteY237" fmla="*/ 2543175 h 3048008"/>
              <a:gd name="connsiteX238" fmla="*/ 1640021 w 3344996"/>
              <a:gd name="connsiteY238" fmla="*/ 2555875 h 3048008"/>
              <a:gd name="connsiteX239" fmla="*/ 1617796 w 3344996"/>
              <a:gd name="connsiteY239" fmla="*/ 2574925 h 3048008"/>
              <a:gd name="connsiteX240" fmla="*/ 1601921 w 3344996"/>
              <a:gd name="connsiteY240" fmla="*/ 2584450 h 3048008"/>
              <a:gd name="connsiteX241" fmla="*/ 1589221 w 3344996"/>
              <a:gd name="connsiteY241" fmla="*/ 2587625 h 3048008"/>
              <a:gd name="connsiteX242" fmla="*/ 1563821 w 3344996"/>
              <a:gd name="connsiteY242" fmla="*/ 2606675 h 3048008"/>
              <a:gd name="connsiteX243" fmla="*/ 1554296 w 3344996"/>
              <a:gd name="connsiteY243" fmla="*/ 2616200 h 3048008"/>
              <a:gd name="connsiteX244" fmla="*/ 1544771 w 3344996"/>
              <a:gd name="connsiteY244" fmla="*/ 2619375 h 3048008"/>
              <a:gd name="connsiteX245" fmla="*/ 1532071 w 3344996"/>
              <a:gd name="connsiteY245" fmla="*/ 2625725 h 3048008"/>
              <a:gd name="connsiteX246" fmla="*/ 1522546 w 3344996"/>
              <a:gd name="connsiteY246" fmla="*/ 2632075 h 3048008"/>
              <a:gd name="connsiteX247" fmla="*/ 1513021 w 3344996"/>
              <a:gd name="connsiteY247" fmla="*/ 2635250 h 3048008"/>
              <a:gd name="connsiteX248" fmla="*/ 1503496 w 3344996"/>
              <a:gd name="connsiteY248" fmla="*/ 2641600 h 3048008"/>
              <a:gd name="connsiteX249" fmla="*/ 1493971 w 3344996"/>
              <a:gd name="connsiteY249" fmla="*/ 2644775 h 3048008"/>
              <a:gd name="connsiteX250" fmla="*/ 1481271 w 3344996"/>
              <a:gd name="connsiteY250" fmla="*/ 2651125 h 3048008"/>
              <a:gd name="connsiteX251" fmla="*/ 1468571 w 3344996"/>
              <a:gd name="connsiteY251" fmla="*/ 2654300 h 3048008"/>
              <a:gd name="connsiteX252" fmla="*/ 1436821 w 3344996"/>
              <a:gd name="connsiteY252" fmla="*/ 2660650 h 3048008"/>
              <a:gd name="connsiteX253" fmla="*/ 1427296 w 3344996"/>
              <a:gd name="connsiteY253" fmla="*/ 2663825 h 3048008"/>
              <a:gd name="connsiteX254" fmla="*/ 1408246 w 3344996"/>
              <a:gd name="connsiteY254" fmla="*/ 2676525 h 3048008"/>
              <a:gd name="connsiteX255" fmla="*/ 1389196 w 3344996"/>
              <a:gd name="connsiteY255" fmla="*/ 2686050 h 3048008"/>
              <a:gd name="connsiteX256" fmla="*/ 1376496 w 3344996"/>
              <a:gd name="connsiteY256" fmla="*/ 2682875 h 3048008"/>
              <a:gd name="connsiteX257" fmla="*/ 1360621 w 3344996"/>
              <a:gd name="connsiteY257" fmla="*/ 2679700 h 3048008"/>
              <a:gd name="connsiteX258" fmla="*/ 1325696 w 3344996"/>
              <a:gd name="connsiteY258" fmla="*/ 2670175 h 3048008"/>
              <a:gd name="connsiteX259" fmla="*/ 1312996 w 3344996"/>
              <a:gd name="connsiteY259" fmla="*/ 2663825 h 3048008"/>
              <a:gd name="connsiteX260" fmla="*/ 1278071 w 3344996"/>
              <a:gd name="connsiteY260" fmla="*/ 2654300 h 3048008"/>
              <a:gd name="connsiteX261" fmla="*/ 1265371 w 3344996"/>
              <a:gd name="connsiteY261" fmla="*/ 2647950 h 3048008"/>
              <a:gd name="connsiteX262" fmla="*/ 1252671 w 3344996"/>
              <a:gd name="connsiteY262" fmla="*/ 2638425 h 3048008"/>
              <a:gd name="connsiteX263" fmla="*/ 1239971 w 3344996"/>
              <a:gd name="connsiteY263" fmla="*/ 2635250 h 3048008"/>
              <a:gd name="connsiteX264" fmla="*/ 1217746 w 3344996"/>
              <a:gd name="connsiteY264" fmla="*/ 2616200 h 3048008"/>
              <a:gd name="connsiteX265" fmla="*/ 1208221 w 3344996"/>
              <a:gd name="connsiteY265" fmla="*/ 2613025 h 3048008"/>
              <a:gd name="connsiteX266" fmla="*/ 1192346 w 3344996"/>
              <a:gd name="connsiteY266" fmla="*/ 2600325 h 3048008"/>
              <a:gd name="connsiteX267" fmla="*/ 1185996 w 3344996"/>
              <a:gd name="connsiteY267" fmla="*/ 2590800 h 3048008"/>
              <a:gd name="connsiteX268" fmla="*/ 1176471 w 3344996"/>
              <a:gd name="connsiteY268" fmla="*/ 2581275 h 3048008"/>
              <a:gd name="connsiteX269" fmla="*/ 1170121 w 3344996"/>
              <a:gd name="connsiteY269" fmla="*/ 2571750 h 3048008"/>
              <a:gd name="connsiteX270" fmla="*/ 1154246 w 3344996"/>
              <a:gd name="connsiteY270" fmla="*/ 2559050 h 3048008"/>
              <a:gd name="connsiteX271" fmla="*/ 1144721 w 3344996"/>
              <a:gd name="connsiteY271" fmla="*/ 2546350 h 3048008"/>
              <a:gd name="connsiteX272" fmla="*/ 1132021 w 3344996"/>
              <a:gd name="connsiteY272" fmla="*/ 2524125 h 3048008"/>
              <a:gd name="connsiteX273" fmla="*/ 1116146 w 3344996"/>
              <a:gd name="connsiteY273" fmla="*/ 2511425 h 3048008"/>
              <a:gd name="connsiteX274" fmla="*/ 1106621 w 3344996"/>
              <a:gd name="connsiteY274" fmla="*/ 2489200 h 3048008"/>
              <a:gd name="connsiteX275" fmla="*/ 1100271 w 3344996"/>
              <a:gd name="connsiteY275" fmla="*/ 2473325 h 3048008"/>
              <a:gd name="connsiteX276" fmla="*/ 1087571 w 3344996"/>
              <a:gd name="connsiteY276" fmla="*/ 2444750 h 3048008"/>
              <a:gd name="connsiteX277" fmla="*/ 1084396 w 3344996"/>
              <a:gd name="connsiteY277" fmla="*/ 2381250 h 3048008"/>
              <a:gd name="connsiteX278" fmla="*/ 1078046 w 3344996"/>
              <a:gd name="connsiteY278" fmla="*/ 2349500 h 3048008"/>
              <a:gd name="connsiteX279" fmla="*/ 1071696 w 3344996"/>
              <a:gd name="connsiteY279" fmla="*/ 2320925 h 3048008"/>
              <a:gd name="connsiteX280" fmla="*/ 1068521 w 3344996"/>
              <a:gd name="connsiteY280" fmla="*/ 2241550 h 3048008"/>
              <a:gd name="connsiteX281" fmla="*/ 1065346 w 3344996"/>
              <a:gd name="connsiteY281" fmla="*/ 2228850 h 3048008"/>
              <a:gd name="connsiteX282" fmla="*/ 1062171 w 3344996"/>
              <a:gd name="connsiteY282" fmla="*/ 2209800 h 3048008"/>
              <a:gd name="connsiteX283" fmla="*/ 1017721 w 3344996"/>
              <a:gd name="connsiteY283" fmla="*/ 2197100 h 3048008"/>
              <a:gd name="connsiteX284" fmla="*/ 973271 w 3344996"/>
              <a:gd name="connsiteY284" fmla="*/ 2184400 h 3048008"/>
              <a:gd name="connsiteX285" fmla="*/ 938346 w 3344996"/>
              <a:gd name="connsiteY285" fmla="*/ 2174875 h 3048008"/>
              <a:gd name="connsiteX286" fmla="*/ 909771 w 3344996"/>
              <a:gd name="connsiteY286" fmla="*/ 2165350 h 3048008"/>
              <a:gd name="connsiteX287" fmla="*/ 893896 w 3344996"/>
              <a:gd name="connsiteY287" fmla="*/ 2155825 h 3048008"/>
              <a:gd name="connsiteX288" fmla="*/ 884371 w 3344996"/>
              <a:gd name="connsiteY288" fmla="*/ 2152650 h 3048008"/>
              <a:gd name="connsiteX289" fmla="*/ 871671 w 3344996"/>
              <a:gd name="connsiteY289" fmla="*/ 2159000 h 3048008"/>
              <a:gd name="connsiteX290" fmla="*/ 862146 w 3344996"/>
              <a:gd name="connsiteY290" fmla="*/ 2181225 h 3048008"/>
              <a:gd name="connsiteX291" fmla="*/ 843096 w 3344996"/>
              <a:gd name="connsiteY291" fmla="*/ 2197100 h 3048008"/>
              <a:gd name="connsiteX292" fmla="*/ 833571 w 3344996"/>
              <a:gd name="connsiteY292" fmla="*/ 2206625 h 3048008"/>
              <a:gd name="connsiteX293" fmla="*/ 820871 w 3344996"/>
              <a:gd name="connsiteY293" fmla="*/ 2209800 h 3048008"/>
              <a:gd name="connsiteX294" fmla="*/ 808171 w 3344996"/>
              <a:gd name="connsiteY294" fmla="*/ 2216150 h 3048008"/>
              <a:gd name="connsiteX295" fmla="*/ 785946 w 3344996"/>
              <a:gd name="connsiteY295" fmla="*/ 2232025 h 3048008"/>
              <a:gd name="connsiteX296" fmla="*/ 754196 w 3344996"/>
              <a:gd name="connsiteY296" fmla="*/ 2247900 h 3048008"/>
              <a:gd name="connsiteX297" fmla="*/ 738321 w 3344996"/>
              <a:gd name="connsiteY297" fmla="*/ 2260600 h 3048008"/>
              <a:gd name="connsiteX298" fmla="*/ 725621 w 3344996"/>
              <a:gd name="connsiteY298" fmla="*/ 2266950 h 3048008"/>
              <a:gd name="connsiteX299" fmla="*/ 716096 w 3344996"/>
              <a:gd name="connsiteY299" fmla="*/ 2276475 h 3048008"/>
              <a:gd name="connsiteX300" fmla="*/ 703396 w 3344996"/>
              <a:gd name="connsiteY300" fmla="*/ 2282825 h 3048008"/>
              <a:gd name="connsiteX301" fmla="*/ 677996 w 3344996"/>
              <a:gd name="connsiteY301" fmla="*/ 2305050 h 3048008"/>
              <a:gd name="connsiteX302" fmla="*/ 665296 w 3344996"/>
              <a:gd name="connsiteY302" fmla="*/ 2308225 h 3048008"/>
              <a:gd name="connsiteX303" fmla="*/ 652596 w 3344996"/>
              <a:gd name="connsiteY303" fmla="*/ 2333625 h 3048008"/>
              <a:gd name="connsiteX304" fmla="*/ 639896 w 3344996"/>
              <a:gd name="connsiteY304" fmla="*/ 2365375 h 3048008"/>
              <a:gd name="connsiteX305" fmla="*/ 703396 w 3344996"/>
              <a:gd name="connsiteY305" fmla="*/ 2368550 h 3048008"/>
              <a:gd name="connsiteX306" fmla="*/ 741496 w 3344996"/>
              <a:gd name="connsiteY306" fmla="*/ 2374900 h 3048008"/>
              <a:gd name="connsiteX307" fmla="*/ 763721 w 3344996"/>
              <a:gd name="connsiteY307" fmla="*/ 2381250 h 3048008"/>
              <a:gd name="connsiteX308" fmla="*/ 782771 w 3344996"/>
              <a:gd name="connsiteY308" fmla="*/ 2387600 h 3048008"/>
              <a:gd name="connsiteX309" fmla="*/ 798646 w 3344996"/>
              <a:gd name="connsiteY309" fmla="*/ 2390775 h 3048008"/>
              <a:gd name="connsiteX310" fmla="*/ 808171 w 3344996"/>
              <a:gd name="connsiteY310" fmla="*/ 2387600 h 3048008"/>
              <a:gd name="connsiteX311" fmla="*/ 824046 w 3344996"/>
              <a:gd name="connsiteY311" fmla="*/ 2390775 h 3048008"/>
              <a:gd name="connsiteX312" fmla="*/ 836746 w 3344996"/>
              <a:gd name="connsiteY312" fmla="*/ 2393950 h 3048008"/>
              <a:gd name="connsiteX313" fmla="*/ 855796 w 3344996"/>
              <a:gd name="connsiteY313" fmla="*/ 2400300 h 3048008"/>
              <a:gd name="connsiteX314" fmla="*/ 871671 w 3344996"/>
              <a:gd name="connsiteY314" fmla="*/ 2403475 h 3048008"/>
              <a:gd name="connsiteX315" fmla="*/ 881196 w 3344996"/>
              <a:gd name="connsiteY315" fmla="*/ 2406650 h 3048008"/>
              <a:gd name="connsiteX316" fmla="*/ 897071 w 3344996"/>
              <a:gd name="connsiteY316" fmla="*/ 2409825 h 3048008"/>
              <a:gd name="connsiteX317" fmla="*/ 906596 w 3344996"/>
              <a:gd name="connsiteY317" fmla="*/ 2413000 h 3048008"/>
              <a:gd name="connsiteX318" fmla="*/ 919296 w 3344996"/>
              <a:gd name="connsiteY318" fmla="*/ 2416175 h 3048008"/>
              <a:gd name="connsiteX319" fmla="*/ 928821 w 3344996"/>
              <a:gd name="connsiteY319" fmla="*/ 2425700 h 3048008"/>
              <a:gd name="connsiteX320" fmla="*/ 970096 w 3344996"/>
              <a:gd name="connsiteY320" fmla="*/ 2457450 h 3048008"/>
              <a:gd name="connsiteX321" fmla="*/ 985971 w 3344996"/>
              <a:gd name="connsiteY321" fmla="*/ 2482850 h 3048008"/>
              <a:gd name="connsiteX322" fmla="*/ 998671 w 3344996"/>
              <a:gd name="connsiteY322" fmla="*/ 2492375 h 3048008"/>
              <a:gd name="connsiteX323" fmla="*/ 1011371 w 3344996"/>
              <a:gd name="connsiteY323" fmla="*/ 2514600 h 3048008"/>
              <a:gd name="connsiteX324" fmla="*/ 1027246 w 3344996"/>
              <a:gd name="connsiteY324" fmla="*/ 2533650 h 3048008"/>
              <a:gd name="connsiteX325" fmla="*/ 1036771 w 3344996"/>
              <a:gd name="connsiteY325" fmla="*/ 2546350 h 3048008"/>
              <a:gd name="connsiteX326" fmla="*/ 1039946 w 3344996"/>
              <a:gd name="connsiteY326" fmla="*/ 2555875 h 3048008"/>
              <a:gd name="connsiteX327" fmla="*/ 1049471 w 3344996"/>
              <a:gd name="connsiteY327" fmla="*/ 2565400 h 3048008"/>
              <a:gd name="connsiteX328" fmla="*/ 1068521 w 3344996"/>
              <a:gd name="connsiteY328" fmla="*/ 2587625 h 3048008"/>
              <a:gd name="connsiteX329" fmla="*/ 1071696 w 3344996"/>
              <a:gd name="connsiteY329" fmla="*/ 2600325 h 3048008"/>
              <a:gd name="connsiteX330" fmla="*/ 1078046 w 3344996"/>
              <a:gd name="connsiteY330" fmla="*/ 2613025 h 3048008"/>
              <a:gd name="connsiteX331" fmla="*/ 1081221 w 3344996"/>
              <a:gd name="connsiteY331" fmla="*/ 2632075 h 3048008"/>
              <a:gd name="connsiteX332" fmla="*/ 1087571 w 3344996"/>
              <a:gd name="connsiteY332" fmla="*/ 2667000 h 3048008"/>
              <a:gd name="connsiteX333" fmla="*/ 1081221 w 3344996"/>
              <a:gd name="connsiteY333" fmla="*/ 2749550 h 3048008"/>
              <a:gd name="connsiteX334" fmla="*/ 1078046 w 3344996"/>
              <a:gd name="connsiteY334" fmla="*/ 2765425 h 3048008"/>
              <a:gd name="connsiteX335" fmla="*/ 1071696 w 3344996"/>
              <a:gd name="connsiteY335" fmla="*/ 2781300 h 3048008"/>
              <a:gd name="connsiteX336" fmla="*/ 1062171 w 3344996"/>
              <a:gd name="connsiteY336" fmla="*/ 2825750 h 3048008"/>
              <a:gd name="connsiteX337" fmla="*/ 1058996 w 3344996"/>
              <a:gd name="connsiteY337" fmla="*/ 2844800 h 3048008"/>
              <a:gd name="connsiteX338" fmla="*/ 1052646 w 3344996"/>
              <a:gd name="connsiteY338" fmla="*/ 2854325 h 3048008"/>
              <a:gd name="connsiteX339" fmla="*/ 1043121 w 3344996"/>
              <a:gd name="connsiteY339" fmla="*/ 2873375 h 3048008"/>
              <a:gd name="connsiteX340" fmla="*/ 1033596 w 3344996"/>
              <a:gd name="connsiteY340" fmla="*/ 2879725 h 3048008"/>
              <a:gd name="connsiteX341" fmla="*/ 1024071 w 3344996"/>
              <a:gd name="connsiteY341" fmla="*/ 2889250 h 3048008"/>
              <a:gd name="connsiteX342" fmla="*/ 1005021 w 3344996"/>
              <a:gd name="connsiteY342" fmla="*/ 2914650 h 3048008"/>
              <a:gd name="connsiteX343" fmla="*/ 992321 w 3344996"/>
              <a:gd name="connsiteY343" fmla="*/ 2930525 h 3048008"/>
              <a:gd name="connsiteX344" fmla="*/ 979621 w 3344996"/>
              <a:gd name="connsiteY344" fmla="*/ 2949575 h 3048008"/>
              <a:gd name="connsiteX345" fmla="*/ 970096 w 3344996"/>
              <a:gd name="connsiteY345" fmla="*/ 2955925 h 3048008"/>
              <a:gd name="connsiteX346" fmla="*/ 954221 w 3344996"/>
              <a:gd name="connsiteY346" fmla="*/ 2974975 h 3048008"/>
              <a:gd name="connsiteX347" fmla="*/ 941521 w 3344996"/>
              <a:gd name="connsiteY347" fmla="*/ 2981325 h 3048008"/>
              <a:gd name="connsiteX348" fmla="*/ 922471 w 3344996"/>
              <a:gd name="connsiteY348" fmla="*/ 2994025 h 3048008"/>
              <a:gd name="connsiteX349" fmla="*/ 909771 w 3344996"/>
              <a:gd name="connsiteY349" fmla="*/ 3003550 h 3048008"/>
              <a:gd name="connsiteX350" fmla="*/ 897071 w 3344996"/>
              <a:gd name="connsiteY350" fmla="*/ 3006725 h 3048008"/>
              <a:gd name="connsiteX351" fmla="*/ 890721 w 3344996"/>
              <a:gd name="connsiteY351" fmla="*/ 3016250 h 3048008"/>
              <a:gd name="connsiteX352" fmla="*/ 878021 w 3344996"/>
              <a:gd name="connsiteY352" fmla="*/ 3019425 h 3048008"/>
              <a:gd name="connsiteX353" fmla="*/ 852621 w 3344996"/>
              <a:gd name="connsiteY353" fmla="*/ 3032125 h 3048008"/>
              <a:gd name="connsiteX354" fmla="*/ 843096 w 3344996"/>
              <a:gd name="connsiteY354" fmla="*/ 3038475 h 3048008"/>
              <a:gd name="connsiteX355" fmla="*/ 824046 w 3344996"/>
              <a:gd name="connsiteY355" fmla="*/ 3044825 h 3048008"/>
              <a:gd name="connsiteX356" fmla="*/ 785946 w 3344996"/>
              <a:gd name="connsiteY356" fmla="*/ 3041650 h 3048008"/>
              <a:gd name="connsiteX357" fmla="*/ 709746 w 3344996"/>
              <a:gd name="connsiteY357" fmla="*/ 3044825 h 3048008"/>
              <a:gd name="connsiteX358" fmla="*/ 700221 w 3344996"/>
              <a:gd name="connsiteY358" fmla="*/ 3041650 h 3048008"/>
              <a:gd name="connsiteX359" fmla="*/ 681171 w 3344996"/>
              <a:gd name="connsiteY359" fmla="*/ 3032125 h 3048008"/>
              <a:gd name="connsiteX360" fmla="*/ 658946 w 3344996"/>
              <a:gd name="connsiteY360" fmla="*/ 3019425 h 3048008"/>
              <a:gd name="connsiteX361" fmla="*/ 643071 w 3344996"/>
              <a:gd name="connsiteY361" fmla="*/ 3009900 h 3048008"/>
              <a:gd name="connsiteX362" fmla="*/ 620846 w 3344996"/>
              <a:gd name="connsiteY362" fmla="*/ 3003550 h 3048008"/>
              <a:gd name="connsiteX363" fmla="*/ 604971 w 3344996"/>
              <a:gd name="connsiteY363" fmla="*/ 2994025 h 3048008"/>
              <a:gd name="connsiteX364" fmla="*/ 595446 w 3344996"/>
              <a:gd name="connsiteY364" fmla="*/ 2990850 h 3048008"/>
              <a:gd name="connsiteX365" fmla="*/ 566871 w 3344996"/>
              <a:gd name="connsiteY365" fmla="*/ 2974975 h 3048008"/>
              <a:gd name="connsiteX366" fmla="*/ 554171 w 3344996"/>
              <a:gd name="connsiteY366" fmla="*/ 2968625 h 3048008"/>
              <a:gd name="connsiteX367" fmla="*/ 544646 w 3344996"/>
              <a:gd name="connsiteY367" fmla="*/ 2959100 h 3048008"/>
              <a:gd name="connsiteX368" fmla="*/ 519246 w 3344996"/>
              <a:gd name="connsiteY368" fmla="*/ 2940050 h 3048008"/>
              <a:gd name="connsiteX369" fmla="*/ 493846 w 3344996"/>
              <a:gd name="connsiteY369" fmla="*/ 2905125 h 3048008"/>
              <a:gd name="connsiteX370" fmla="*/ 484321 w 3344996"/>
              <a:gd name="connsiteY370" fmla="*/ 2898775 h 3048008"/>
              <a:gd name="connsiteX371" fmla="*/ 455746 w 3344996"/>
              <a:gd name="connsiteY371" fmla="*/ 2851150 h 3048008"/>
              <a:gd name="connsiteX372" fmla="*/ 446221 w 3344996"/>
              <a:gd name="connsiteY372" fmla="*/ 2841625 h 3048008"/>
              <a:gd name="connsiteX373" fmla="*/ 439871 w 3344996"/>
              <a:gd name="connsiteY373" fmla="*/ 2825750 h 3048008"/>
              <a:gd name="connsiteX374" fmla="*/ 436696 w 3344996"/>
              <a:gd name="connsiteY374" fmla="*/ 2816225 h 3048008"/>
              <a:gd name="connsiteX375" fmla="*/ 427171 w 3344996"/>
              <a:gd name="connsiteY375" fmla="*/ 2809875 h 3048008"/>
              <a:gd name="connsiteX376" fmla="*/ 417646 w 3344996"/>
              <a:gd name="connsiteY376" fmla="*/ 2746375 h 3048008"/>
              <a:gd name="connsiteX377" fmla="*/ 420821 w 3344996"/>
              <a:gd name="connsiteY377" fmla="*/ 2724150 h 3048008"/>
              <a:gd name="connsiteX378" fmla="*/ 427171 w 3344996"/>
              <a:gd name="connsiteY378" fmla="*/ 2657475 h 3048008"/>
              <a:gd name="connsiteX379" fmla="*/ 430346 w 3344996"/>
              <a:gd name="connsiteY379" fmla="*/ 2619375 h 3048008"/>
              <a:gd name="connsiteX380" fmla="*/ 427171 w 3344996"/>
              <a:gd name="connsiteY380" fmla="*/ 2606675 h 3048008"/>
              <a:gd name="connsiteX381" fmla="*/ 417646 w 3344996"/>
              <a:gd name="connsiteY381" fmla="*/ 2603500 h 3048008"/>
              <a:gd name="connsiteX382" fmla="*/ 404946 w 3344996"/>
              <a:gd name="connsiteY382" fmla="*/ 2613025 h 3048008"/>
              <a:gd name="connsiteX383" fmla="*/ 389071 w 3344996"/>
              <a:gd name="connsiteY383" fmla="*/ 2609850 h 3048008"/>
              <a:gd name="connsiteX384" fmla="*/ 316046 w 3344996"/>
              <a:gd name="connsiteY384" fmla="*/ 2613025 h 3048008"/>
              <a:gd name="connsiteX385" fmla="*/ 306521 w 3344996"/>
              <a:gd name="connsiteY385" fmla="*/ 2609850 h 3048008"/>
              <a:gd name="connsiteX386" fmla="*/ 274771 w 3344996"/>
              <a:gd name="connsiteY386" fmla="*/ 2600325 h 3048008"/>
              <a:gd name="connsiteX387" fmla="*/ 262071 w 3344996"/>
              <a:gd name="connsiteY387" fmla="*/ 2593975 h 3048008"/>
              <a:gd name="connsiteX388" fmla="*/ 252546 w 3344996"/>
              <a:gd name="connsiteY388" fmla="*/ 2587625 h 3048008"/>
              <a:gd name="connsiteX389" fmla="*/ 217621 w 3344996"/>
              <a:gd name="connsiteY389" fmla="*/ 2581275 h 3048008"/>
              <a:gd name="connsiteX390" fmla="*/ 201746 w 3344996"/>
              <a:gd name="connsiteY390" fmla="*/ 2574925 h 3048008"/>
              <a:gd name="connsiteX391" fmla="*/ 182696 w 3344996"/>
              <a:gd name="connsiteY391" fmla="*/ 2568575 h 3048008"/>
              <a:gd name="connsiteX392" fmla="*/ 166821 w 3344996"/>
              <a:gd name="connsiteY392" fmla="*/ 2562225 h 3048008"/>
              <a:gd name="connsiteX393" fmla="*/ 157296 w 3344996"/>
              <a:gd name="connsiteY393" fmla="*/ 2552700 h 3048008"/>
              <a:gd name="connsiteX394" fmla="*/ 138246 w 3344996"/>
              <a:gd name="connsiteY394" fmla="*/ 2540000 h 3048008"/>
              <a:gd name="connsiteX395" fmla="*/ 119196 w 3344996"/>
              <a:gd name="connsiteY395" fmla="*/ 2520950 h 3048008"/>
              <a:gd name="connsiteX396" fmla="*/ 109671 w 3344996"/>
              <a:gd name="connsiteY396" fmla="*/ 2508250 h 3048008"/>
              <a:gd name="connsiteX397" fmla="*/ 87446 w 3344996"/>
              <a:gd name="connsiteY397" fmla="*/ 2489200 h 3048008"/>
              <a:gd name="connsiteX398" fmla="*/ 74746 w 3344996"/>
              <a:gd name="connsiteY398" fmla="*/ 2466975 h 3048008"/>
              <a:gd name="connsiteX399" fmla="*/ 65221 w 3344996"/>
              <a:gd name="connsiteY399" fmla="*/ 2457450 h 3048008"/>
              <a:gd name="connsiteX400" fmla="*/ 46171 w 3344996"/>
              <a:gd name="connsiteY400" fmla="*/ 2422525 h 3048008"/>
              <a:gd name="connsiteX401" fmla="*/ 42996 w 3344996"/>
              <a:gd name="connsiteY401" fmla="*/ 2413000 h 3048008"/>
              <a:gd name="connsiteX402" fmla="*/ 39821 w 3344996"/>
              <a:gd name="connsiteY402" fmla="*/ 2400300 h 3048008"/>
              <a:gd name="connsiteX403" fmla="*/ 33471 w 3344996"/>
              <a:gd name="connsiteY403" fmla="*/ 2387600 h 3048008"/>
              <a:gd name="connsiteX404" fmla="*/ 27121 w 3344996"/>
              <a:gd name="connsiteY404" fmla="*/ 2359025 h 3048008"/>
              <a:gd name="connsiteX405" fmla="*/ 17596 w 3344996"/>
              <a:gd name="connsiteY405" fmla="*/ 2336800 h 3048008"/>
              <a:gd name="connsiteX406" fmla="*/ 11246 w 3344996"/>
              <a:gd name="connsiteY406" fmla="*/ 2311400 h 3048008"/>
              <a:gd name="connsiteX407" fmla="*/ 8071 w 3344996"/>
              <a:gd name="connsiteY407" fmla="*/ 2282825 h 3048008"/>
              <a:gd name="connsiteX408" fmla="*/ 4896 w 3344996"/>
              <a:gd name="connsiteY408" fmla="*/ 2266950 h 3048008"/>
              <a:gd name="connsiteX409" fmla="*/ 1721 w 3344996"/>
              <a:gd name="connsiteY409" fmla="*/ 2241550 h 3048008"/>
              <a:gd name="connsiteX410" fmla="*/ 4896 w 3344996"/>
              <a:gd name="connsiteY410" fmla="*/ 2212975 h 3048008"/>
              <a:gd name="connsiteX411" fmla="*/ 39821 w 3344996"/>
              <a:gd name="connsiteY411" fmla="*/ 2235200 h 3048008"/>
              <a:gd name="connsiteX412" fmla="*/ 71571 w 3344996"/>
              <a:gd name="connsiteY412" fmla="*/ 2244725 h 3048008"/>
              <a:gd name="connsiteX413" fmla="*/ 116021 w 3344996"/>
              <a:gd name="connsiteY413" fmla="*/ 2241550 h 3048008"/>
              <a:gd name="connsiteX414" fmla="*/ 138246 w 3344996"/>
              <a:gd name="connsiteY414" fmla="*/ 2244725 h 3048008"/>
              <a:gd name="connsiteX415" fmla="*/ 157296 w 3344996"/>
              <a:gd name="connsiteY415" fmla="*/ 2241550 h 3048008"/>
              <a:gd name="connsiteX416" fmla="*/ 223971 w 3344996"/>
              <a:gd name="connsiteY416" fmla="*/ 2228850 h 3048008"/>
              <a:gd name="connsiteX417" fmla="*/ 239846 w 3344996"/>
              <a:gd name="connsiteY417" fmla="*/ 2219325 h 3048008"/>
              <a:gd name="connsiteX418" fmla="*/ 258896 w 3344996"/>
              <a:gd name="connsiteY418" fmla="*/ 2209800 h 3048008"/>
              <a:gd name="connsiteX419" fmla="*/ 274771 w 3344996"/>
              <a:gd name="connsiteY419" fmla="*/ 2187575 h 3048008"/>
              <a:gd name="connsiteX420" fmla="*/ 284296 w 3344996"/>
              <a:gd name="connsiteY420" fmla="*/ 2178050 h 3048008"/>
              <a:gd name="connsiteX421" fmla="*/ 290646 w 3344996"/>
              <a:gd name="connsiteY421" fmla="*/ 2152650 h 3048008"/>
              <a:gd name="connsiteX422" fmla="*/ 287471 w 3344996"/>
              <a:gd name="connsiteY422" fmla="*/ 2143125 h 3048008"/>
              <a:gd name="connsiteX423" fmla="*/ 300171 w 3344996"/>
              <a:gd name="connsiteY423" fmla="*/ 2155825 h 3048008"/>
              <a:gd name="connsiteX424" fmla="*/ 312871 w 3344996"/>
              <a:gd name="connsiteY424" fmla="*/ 2159000 h 3048008"/>
              <a:gd name="connsiteX425" fmla="*/ 379546 w 3344996"/>
              <a:gd name="connsiteY425" fmla="*/ 2168525 h 3048008"/>
              <a:gd name="connsiteX426" fmla="*/ 404946 w 3344996"/>
              <a:gd name="connsiteY426" fmla="*/ 2162175 h 3048008"/>
              <a:gd name="connsiteX427" fmla="*/ 458921 w 3344996"/>
              <a:gd name="connsiteY427" fmla="*/ 2149475 h 3048008"/>
              <a:gd name="connsiteX428" fmla="*/ 547821 w 3344996"/>
              <a:gd name="connsiteY428" fmla="*/ 2101850 h 3048008"/>
              <a:gd name="connsiteX429" fmla="*/ 585921 w 3344996"/>
              <a:gd name="connsiteY429" fmla="*/ 2085975 h 3048008"/>
              <a:gd name="connsiteX430" fmla="*/ 620846 w 3344996"/>
              <a:gd name="connsiteY430" fmla="*/ 2063750 h 3048008"/>
              <a:gd name="connsiteX431" fmla="*/ 655771 w 3344996"/>
              <a:gd name="connsiteY431" fmla="*/ 2025650 h 3048008"/>
              <a:gd name="connsiteX432" fmla="*/ 665296 w 3344996"/>
              <a:gd name="connsiteY432" fmla="*/ 2009775 h 3048008"/>
              <a:gd name="connsiteX433" fmla="*/ 677996 w 3344996"/>
              <a:gd name="connsiteY433" fmla="*/ 1997075 h 3048008"/>
              <a:gd name="connsiteX434" fmla="*/ 684346 w 3344996"/>
              <a:gd name="connsiteY434" fmla="*/ 1984375 h 3048008"/>
              <a:gd name="connsiteX435" fmla="*/ 693871 w 3344996"/>
              <a:gd name="connsiteY435" fmla="*/ 1968500 h 3048008"/>
              <a:gd name="connsiteX436" fmla="*/ 700221 w 3344996"/>
              <a:gd name="connsiteY436" fmla="*/ 1958975 h 3048008"/>
              <a:gd name="connsiteX437" fmla="*/ 712921 w 3344996"/>
              <a:gd name="connsiteY437" fmla="*/ 1933575 h 3048008"/>
              <a:gd name="connsiteX438" fmla="*/ 716096 w 3344996"/>
              <a:gd name="connsiteY438" fmla="*/ 1924050 h 3048008"/>
              <a:gd name="connsiteX439" fmla="*/ 725621 w 3344996"/>
              <a:gd name="connsiteY439" fmla="*/ 1908175 h 3048008"/>
              <a:gd name="connsiteX440" fmla="*/ 728796 w 3344996"/>
              <a:gd name="connsiteY440" fmla="*/ 1898650 h 3048008"/>
              <a:gd name="connsiteX441" fmla="*/ 722446 w 3344996"/>
              <a:gd name="connsiteY441" fmla="*/ 1908175 h 3048008"/>
              <a:gd name="connsiteX442" fmla="*/ 731971 w 3344996"/>
              <a:gd name="connsiteY442" fmla="*/ 1905000 h 3048008"/>
              <a:gd name="connsiteX443" fmla="*/ 741496 w 3344996"/>
              <a:gd name="connsiteY443" fmla="*/ 1911350 h 3048008"/>
              <a:gd name="connsiteX444" fmla="*/ 747846 w 3344996"/>
              <a:gd name="connsiteY444" fmla="*/ 1920875 h 3048008"/>
              <a:gd name="connsiteX445" fmla="*/ 760546 w 3344996"/>
              <a:gd name="connsiteY445" fmla="*/ 1924050 h 3048008"/>
              <a:gd name="connsiteX446" fmla="*/ 779596 w 3344996"/>
              <a:gd name="connsiteY446" fmla="*/ 1930400 h 3048008"/>
              <a:gd name="connsiteX447" fmla="*/ 808171 w 3344996"/>
              <a:gd name="connsiteY447" fmla="*/ 1943100 h 3048008"/>
              <a:gd name="connsiteX448" fmla="*/ 820871 w 3344996"/>
              <a:gd name="connsiteY448" fmla="*/ 1949450 h 3048008"/>
              <a:gd name="connsiteX449" fmla="*/ 833571 w 3344996"/>
              <a:gd name="connsiteY449" fmla="*/ 1958975 h 3048008"/>
              <a:gd name="connsiteX450" fmla="*/ 871671 w 3344996"/>
              <a:gd name="connsiteY450" fmla="*/ 1962150 h 3048008"/>
              <a:gd name="connsiteX451" fmla="*/ 900246 w 3344996"/>
              <a:gd name="connsiteY451" fmla="*/ 1965325 h 3048008"/>
              <a:gd name="connsiteX452" fmla="*/ 916121 w 3344996"/>
              <a:gd name="connsiteY452" fmla="*/ 1958975 h 3048008"/>
              <a:gd name="connsiteX453" fmla="*/ 928821 w 3344996"/>
              <a:gd name="connsiteY453" fmla="*/ 1952625 h 3048008"/>
              <a:gd name="connsiteX454" fmla="*/ 954221 w 3344996"/>
              <a:gd name="connsiteY454" fmla="*/ 1949450 h 3048008"/>
              <a:gd name="connsiteX455" fmla="*/ 976446 w 3344996"/>
              <a:gd name="connsiteY455" fmla="*/ 1943100 h 3048008"/>
              <a:gd name="connsiteX456" fmla="*/ 989146 w 3344996"/>
              <a:gd name="connsiteY456" fmla="*/ 1936750 h 3048008"/>
              <a:gd name="connsiteX457" fmla="*/ 1005021 w 3344996"/>
              <a:gd name="connsiteY457" fmla="*/ 1933575 h 3048008"/>
              <a:gd name="connsiteX458" fmla="*/ 1033596 w 3344996"/>
              <a:gd name="connsiteY458" fmla="*/ 1924050 h 3048008"/>
              <a:gd name="connsiteX459" fmla="*/ 1074871 w 3344996"/>
              <a:gd name="connsiteY459" fmla="*/ 1898650 h 3048008"/>
              <a:gd name="connsiteX460" fmla="*/ 1087571 w 3344996"/>
              <a:gd name="connsiteY460" fmla="*/ 1889125 h 3048008"/>
              <a:gd name="connsiteX461" fmla="*/ 1119321 w 3344996"/>
              <a:gd name="connsiteY461" fmla="*/ 1863725 h 3048008"/>
              <a:gd name="connsiteX462" fmla="*/ 1157421 w 3344996"/>
              <a:gd name="connsiteY462" fmla="*/ 1822450 h 3048008"/>
              <a:gd name="connsiteX463" fmla="*/ 1179646 w 3344996"/>
              <a:gd name="connsiteY463" fmla="*/ 1803400 h 3048008"/>
              <a:gd name="connsiteX464" fmla="*/ 1198696 w 3344996"/>
              <a:gd name="connsiteY464" fmla="*/ 1774825 h 3048008"/>
              <a:gd name="connsiteX465" fmla="*/ 1205046 w 3344996"/>
              <a:gd name="connsiteY465" fmla="*/ 1765300 h 3048008"/>
              <a:gd name="connsiteX466" fmla="*/ 1217746 w 3344996"/>
              <a:gd name="connsiteY466" fmla="*/ 1758950 h 3048008"/>
              <a:gd name="connsiteX467" fmla="*/ 1293946 w 3344996"/>
              <a:gd name="connsiteY467" fmla="*/ 1758950 h 3048008"/>
              <a:gd name="connsiteX468" fmla="*/ 1332046 w 3344996"/>
              <a:gd name="connsiteY468" fmla="*/ 1743075 h 3048008"/>
              <a:gd name="connsiteX469" fmla="*/ 1401896 w 3344996"/>
              <a:gd name="connsiteY469" fmla="*/ 1698625 h 3048008"/>
              <a:gd name="connsiteX470" fmla="*/ 1420946 w 3344996"/>
              <a:gd name="connsiteY470" fmla="*/ 1685925 h 3048008"/>
              <a:gd name="connsiteX471" fmla="*/ 1459046 w 3344996"/>
              <a:gd name="connsiteY471" fmla="*/ 1647825 h 3048008"/>
              <a:gd name="connsiteX472" fmla="*/ 1478096 w 3344996"/>
              <a:gd name="connsiteY472" fmla="*/ 1616075 h 3048008"/>
              <a:gd name="connsiteX473" fmla="*/ 1497146 w 3344996"/>
              <a:gd name="connsiteY473" fmla="*/ 1577975 h 3048008"/>
              <a:gd name="connsiteX474" fmla="*/ 1500321 w 3344996"/>
              <a:gd name="connsiteY474" fmla="*/ 1562100 h 3048008"/>
              <a:gd name="connsiteX475" fmla="*/ 1509846 w 3344996"/>
              <a:gd name="connsiteY475" fmla="*/ 1543050 h 3048008"/>
              <a:gd name="connsiteX476" fmla="*/ 1519371 w 3344996"/>
              <a:gd name="connsiteY476" fmla="*/ 1517650 h 3048008"/>
              <a:gd name="connsiteX477" fmla="*/ 1509846 w 3344996"/>
              <a:gd name="connsiteY477" fmla="*/ 1447800 h 3048008"/>
              <a:gd name="connsiteX478" fmla="*/ 1503496 w 3344996"/>
              <a:gd name="connsiteY478" fmla="*/ 1438275 h 3048008"/>
              <a:gd name="connsiteX479" fmla="*/ 1500321 w 3344996"/>
              <a:gd name="connsiteY479" fmla="*/ 1422400 h 3048008"/>
              <a:gd name="connsiteX480" fmla="*/ 1506671 w 3344996"/>
              <a:gd name="connsiteY480" fmla="*/ 1368425 h 3048008"/>
              <a:gd name="connsiteX481" fmla="*/ 1513021 w 3344996"/>
              <a:gd name="connsiteY481" fmla="*/ 1349375 h 3048008"/>
              <a:gd name="connsiteX482" fmla="*/ 1519371 w 3344996"/>
              <a:gd name="connsiteY482" fmla="*/ 1314450 h 3048008"/>
              <a:gd name="connsiteX483" fmla="*/ 1516196 w 3344996"/>
              <a:gd name="connsiteY483" fmla="*/ 1298575 h 3048008"/>
              <a:gd name="connsiteX484" fmla="*/ 1503496 w 3344996"/>
              <a:gd name="connsiteY484" fmla="*/ 1289050 h 3048008"/>
              <a:gd name="connsiteX485" fmla="*/ 1459046 w 3344996"/>
              <a:gd name="connsiteY485" fmla="*/ 1276350 h 3048008"/>
              <a:gd name="connsiteX486" fmla="*/ 1309821 w 3344996"/>
              <a:gd name="connsiteY486" fmla="*/ 1168400 h 3048008"/>
              <a:gd name="connsiteX487" fmla="*/ 1278071 w 3344996"/>
              <a:gd name="connsiteY487" fmla="*/ 1108075 h 3048008"/>
              <a:gd name="connsiteX488" fmla="*/ 1265371 w 3344996"/>
              <a:gd name="connsiteY488" fmla="*/ 1054100 h 3048008"/>
              <a:gd name="connsiteX489" fmla="*/ 1262196 w 3344996"/>
              <a:gd name="connsiteY489" fmla="*/ 1041400 h 3048008"/>
              <a:gd name="connsiteX490" fmla="*/ 1259021 w 3344996"/>
              <a:gd name="connsiteY490" fmla="*/ 1047750 h 30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</a:cxnLst>
            <a:rect l="l" t="t" r="r" b="b"/>
            <a:pathLst>
              <a:path w="3344996" h="3048008">
                <a:moveTo>
                  <a:pt x="1259021" y="1047750"/>
                </a:moveTo>
                <a:lnTo>
                  <a:pt x="1259021" y="1047750"/>
                </a:lnTo>
                <a:cubicBezTo>
                  <a:pt x="1341977" y="1062833"/>
                  <a:pt x="1303628" y="1063467"/>
                  <a:pt x="1351096" y="1057275"/>
                </a:cubicBezTo>
                <a:lnTo>
                  <a:pt x="1401896" y="1050925"/>
                </a:lnTo>
                <a:cubicBezTo>
                  <a:pt x="1409304" y="1047750"/>
                  <a:pt x="1416302" y="1043355"/>
                  <a:pt x="1424121" y="1041400"/>
                </a:cubicBezTo>
                <a:cubicBezTo>
                  <a:pt x="1433418" y="1039076"/>
                  <a:pt x="1443821" y="1041841"/>
                  <a:pt x="1452696" y="1038225"/>
                </a:cubicBezTo>
                <a:cubicBezTo>
                  <a:pt x="1568459" y="991062"/>
                  <a:pt x="1468440" y="1024539"/>
                  <a:pt x="1535246" y="987425"/>
                </a:cubicBezTo>
                <a:cubicBezTo>
                  <a:pt x="1574794" y="965454"/>
                  <a:pt x="1560355" y="986089"/>
                  <a:pt x="1595571" y="955675"/>
                </a:cubicBezTo>
                <a:cubicBezTo>
                  <a:pt x="1610297" y="942957"/>
                  <a:pt x="1623088" y="928158"/>
                  <a:pt x="1636846" y="914400"/>
                </a:cubicBezTo>
                <a:cubicBezTo>
                  <a:pt x="1643196" y="908050"/>
                  <a:pt x="1650052" y="902168"/>
                  <a:pt x="1655896" y="895350"/>
                </a:cubicBezTo>
                <a:cubicBezTo>
                  <a:pt x="1662246" y="887942"/>
                  <a:pt x="1668047" y="880024"/>
                  <a:pt x="1674946" y="873125"/>
                </a:cubicBezTo>
                <a:cubicBezTo>
                  <a:pt x="1680791" y="867280"/>
                  <a:pt x="1687646" y="862542"/>
                  <a:pt x="1693996" y="857250"/>
                </a:cubicBezTo>
                <a:cubicBezTo>
                  <a:pt x="1717028" y="811186"/>
                  <a:pt x="1691228" y="857765"/>
                  <a:pt x="1713046" y="828675"/>
                </a:cubicBezTo>
                <a:cubicBezTo>
                  <a:pt x="1716749" y="823738"/>
                  <a:pt x="1719300" y="818033"/>
                  <a:pt x="1722571" y="812800"/>
                </a:cubicBezTo>
                <a:cubicBezTo>
                  <a:pt x="1724593" y="809564"/>
                  <a:pt x="1726804" y="806450"/>
                  <a:pt x="1728921" y="803275"/>
                </a:cubicBezTo>
                <a:cubicBezTo>
                  <a:pt x="1726804" y="800100"/>
                  <a:pt x="1724121" y="797237"/>
                  <a:pt x="1722571" y="793750"/>
                </a:cubicBezTo>
                <a:cubicBezTo>
                  <a:pt x="1719853" y="787633"/>
                  <a:pt x="1716221" y="774700"/>
                  <a:pt x="1716221" y="774700"/>
                </a:cubicBezTo>
                <a:cubicBezTo>
                  <a:pt x="1718941" y="766539"/>
                  <a:pt x="1720976" y="761246"/>
                  <a:pt x="1722571" y="752475"/>
                </a:cubicBezTo>
                <a:cubicBezTo>
                  <a:pt x="1723910" y="745112"/>
                  <a:pt x="1723931" y="737510"/>
                  <a:pt x="1725746" y="730250"/>
                </a:cubicBezTo>
                <a:cubicBezTo>
                  <a:pt x="1727128" y="724721"/>
                  <a:pt x="1729979" y="719667"/>
                  <a:pt x="1732096" y="714375"/>
                </a:cubicBezTo>
                <a:cubicBezTo>
                  <a:pt x="1733154" y="708025"/>
                  <a:pt x="1733378" y="701478"/>
                  <a:pt x="1735271" y="695325"/>
                </a:cubicBezTo>
                <a:cubicBezTo>
                  <a:pt x="1739154" y="682706"/>
                  <a:pt x="1750328" y="661627"/>
                  <a:pt x="1757496" y="650875"/>
                </a:cubicBezTo>
                <a:cubicBezTo>
                  <a:pt x="1767596" y="635725"/>
                  <a:pt x="1777396" y="620250"/>
                  <a:pt x="1789246" y="606425"/>
                </a:cubicBezTo>
                <a:cubicBezTo>
                  <a:pt x="1805650" y="587287"/>
                  <a:pt x="1809884" y="580055"/>
                  <a:pt x="1830521" y="565150"/>
                </a:cubicBezTo>
                <a:cubicBezTo>
                  <a:pt x="1881664" y="528213"/>
                  <a:pt x="1847757" y="556264"/>
                  <a:pt x="1897196" y="527050"/>
                </a:cubicBezTo>
                <a:cubicBezTo>
                  <a:pt x="1910337" y="519285"/>
                  <a:pt x="1922044" y="509223"/>
                  <a:pt x="1935296" y="501650"/>
                </a:cubicBezTo>
                <a:cubicBezTo>
                  <a:pt x="1944346" y="496479"/>
                  <a:pt x="1954933" y="494313"/>
                  <a:pt x="1963871" y="488950"/>
                </a:cubicBezTo>
                <a:cubicBezTo>
                  <a:pt x="1983838" y="476970"/>
                  <a:pt x="2012552" y="452686"/>
                  <a:pt x="2036896" y="441325"/>
                </a:cubicBezTo>
                <a:cubicBezTo>
                  <a:pt x="2068502" y="426576"/>
                  <a:pt x="2052741" y="435560"/>
                  <a:pt x="2078171" y="428625"/>
                </a:cubicBezTo>
                <a:cubicBezTo>
                  <a:pt x="2122868" y="416435"/>
                  <a:pt x="2064781" y="426777"/>
                  <a:pt x="2135321" y="415925"/>
                </a:cubicBezTo>
                <a:cubicBezTo>
                  <a:pt x="2150114" y="413649"/>
                  <a:pt x="2165095" y="412510"/>
                  <a:pt x="2179771" y="409575"/>
                </a:cubicBezTo>
                <a:lnTo>
                  <a:pt x="2211521" y="403225"/>
                </a:lnTo>
                <a:cubicBezTo>
                  <a:pt x="2239038" y="404283"/>
                  <a:pt x="2266534" y="406400"/>
                  <a:pt x="2294071" y="406400"/>
                </a:cubicBezTo>
                <a:cubicBezTo>
                  <a:pt x="2390300" y="406400"/>
                  <a:pt x="2239974" y="396336"/>
                  <a:pt x="2360746" y="406400"/>
                </a:cubicBezTo>
                <a:lnTo>
                  <a:pt x="2386146" y="403225"/>
                </a:lnTo>
                <a:cubicBezTo>
                  <a:pt x="2405187" y="401028"/>
                  <a:pt x="2424585" y="401033"/>
                  <a:pt x="2443296" y="396875"/>
                </a:cubicBezTo>
                <a:cubicBezTo>
                  <a:pt x="2478155" y="389128"/>
                  <a:pt x="2462246" y="392129"/>
                  <a:pt x="2490921" y="387350"/>
                </a:cubicBezTo>
                <a:cubicBezTo>
                  <a:pt x="2498329" y="384175"/>
                  <a:pt x="2505413" y="380099"/>
                  <a:pt x="2513146" y="377825"/>
                </a:cubicBezTo>
                <a:cubicBezTo>
                  <a:pt x="2523500" y="374780"/>
                  <a:pt x="2544896" y="371475"/>
                  <a:pt x="2544896" y="371475"/>
                </a:cubicBezTo>
                <a:cubicBezTo>
                  <a:pt x="2557596" y="365125"/>
                  <a:pt x="2569813" y="357698"/>
                  <a:pt x="2582996" y="352425"/>
                </a:cubicBezTo>
                <a:cubicBezTo>
                  <a:pt x="2588288" y="350308"/>
                  <a:pt x="2593773" y="348624"/>
                  <a:pt x="2598871" y="346075"/>
                </a:cubicBezTo>
                <a:cubicBezTo>
                  <a:pt x="2626208" y="332407"/>
                  <a:pt x="2602718" y="338956"/>
                  <a:pt x="2630621" y="333375"/>
                </a:cubicBezTo>
                <a:cubicBezTo>
                  <a:pt x="2633796" y="331258"/>
                  <a:pt x="2636639" y="328528"/>
                  <a:pt x="2640146" y="327025"/>
                </a:cubicBezTo>
                <a:cubicBezTo>
                  <a:pt x="2644157" y="325306"/>
                  <a:pt x="2648650" y="325049"/>
                  <a:pt x="2652846" y="323850"/>
                </a:cubicBezTo>
                <a:cubicBezTo>
                  <a:pt x="2656064" y="322931"/>
                  <a:pt x="2659196" y="321733"/>
                  <a:pt x="2662371" y="320675"/>
                </a:cubicBezTo>
                <a:cubicBezTo>
                  <a:pt x="2666604" y="317500"/>
                  <a:pt x="2671053" y="314594"/>
                  <a:pt x="2675071" y="311150"/>
                </a:cubicBezTo>
                <a:cubicBezTo>
                  <a:pt x="2678480" y="308228"/>
                  <a:pt x="2681147" y="304500"/>
                  <a:pt x="2684596" y="301625"/>
                </a:cubicBezTo>
                <a:cubicBezTo>
                  <a:pt x="2687527" y="299182"/>
                  <a:pt x="2691035" y="297519"/>
                  <a:pt x="2694121" y="295275"/>
                </a:cubicBezTo>
                <a:cubicBezTo>
                  <a:pt x="2702680" y="289050"/>
                  <a:pt x="2719521" y="276225"/>
                  <a:pt x="2719521" y="276225"/>
                </a:cubicBezTo>
                <a:cubicBezTo>
                  <a:pt x="2722696" y="277283"/>
                  <a:pt x="2725745" y="279950"/>
                  <a:pt x="2729046" y="279400"/>
                </a:cubicBezTo>
                <a:cubicBezTo>
                  <a:pt x="2776325" y="271520"/>
                  <a:pt x="2763446" y="270620"/>
                  <a:pt x="2792546" y="260350"/>
                </a:cubicBezTo>
                <a:cubicBezTo>
                  <a:pt x="2805170" y="255895"/>
                  <a:pt x="2817946" y="251883"/>
                  <a:pt x="2830646" y="247650"/>
                </a:cubicBezTo>
                <a:cubicBezTo>
                  <a:pt x="2836996" y="245533"/>
                  <a:pt x="2843481" y="243786"/>
                  <a:pt x="2849696" y="241300"/>
                </a:cubicBezTo>
                <a:cubicBezTo>
                  <a:pt x="2854988" y="239183"/>
                  <a:pt x="2860235" y="236951"/>
                  <a:pt x="2865571" y="234950"/>
                </a:cubicBezTo>
                <a:cubicBezTo>
                  <a:pt x="2868705" y="233775"/>
                  <a:pt x="2872020" y="233093"/>
                  <a:pt x="2875096" y="231775"/>
                </a:cubicBezTo>
                <a:cubicBezTo>
                  <a:pt x="2879446" y="229911"/>
                  <a:pt x="2883364" y="227087"/>
                  <a:pt x="2887796" y="225425"/>
                </a:cubicBezTo>
                <a:cubicBezTo>
                  <a:pt x="2910525" y="216902"/>
                  <a:pt x="2890695" y="228758"/>
                  <a:pt x="2913196" y="215900"/>
                </a:cubicBezTo>
                <a:cubicBezTo>
                  <a:pt x="2928993" y="206873"/>
                  <a:pt x="2917039" y="212467"/>
                  <a:pt x="2932246" y="200025"/>
                </a:cubicBezTo>
                <a:cubicBezTo>
                  <a:pt x="2940437" y="193323"/>
                  <a:pt x="2948840" y="186846"/>
                  <a:pt x="2957646" y="180975"/>
                </a:cubicBezTo>
                <a:cubicBezTo>
                  <a:pt x="2960821" y="178858"/>
                  <a:pt x="2964274" y="177108"/>
                  <a:pt x="2967171" y="174625"/>
                </a:cubicBezTo>
                <a:cubicBezTo>
                  <a:pt x="2992588" y="152839"/>
                  <a:pt x="2967161" y="171460"/>
                  <a:pt x="2992571" y="146050"/>
                </a:cubicBezTo>
                <a:cubicBezTo>
                  <a:pt x="2995269" y="143352"/>
                  <a:pt x="2998921" y="141817"/>
                  <a:pt x="3002096" y="139700"/>
                </a:cubicBezTo>
                <a:cubicBezTo>
                  <a:pt x="3004678" y="131953"/>
                  <a:pt x="3005466" y="126805"/>
                  <a:pt x="3011621" y="120650"/>
                </a:cubicBezTo>
                <a:cubicBezTo>
                  <a:pt x="3014319" y="117952"/>
                  <a:pt x="3017971" y="116417"/>
                  <a:pt x="3021146" y="114300"/>
                </a:cubicBezTo>
                <a:cubicBezTo>
                  <a:pt x="3023263" y="109008"/>
                  <a:pt x="3025181" y="103633"/>
                  <a:pt x="3027496" y="98425"/>
                </a:cubicBezTo>
                <a:cubicBezTo>
                  <a:pt x="3029418" y="94100"/>
                  <a:pt x="3032088" y="90119"/>
                  <a:pt x="3033846" y="85725"/>
                </a:cubicBezTo>
                <a:cubicBezTo>
                  <a:pt x="3036332" y="79510"/>
                  <a:pt x="3037478" y="72792"/>
                  <a:pt x="3040196" y="66675"/>
                </a:cubicBezTo>
                <a:cubicBezTo>
                  <a:pt x="3053173" y="37478"/>
                  <a:pt x="3042160" y="90341"/>
                  <a:pt x="3065596" y="31750"/>
                </a:cubicBezTo>
                <a:cubicBezTo>
                  <a:pt x="3067713" y="26458"/>
                  <a:pt x="3068160" y="20135"/>
                  <a:pt x="3071946" y="15875"/>
                </a:cubicBezTo>
                <a:cubicBezTo>
                  <a:pt x="3085427" y="709"/>
                  <a:pt x="3095008" y="2602"/>
                  <a:pt x="3113221" y="0"/>
                </a:cubicBezTo>
                <a:cubicBezTo>
                  <a:pt x="3116396" y="1058"/>
                  <a:pt x="3119528" y="2256"/>
                  <a:pt x="3122746" y="3175"/>
                </a:cubicBezTo>
                <a:cubicBezTo>
                  <a:pt x="3126942" y="4374"/>
                  <a:pt x="3131418" y="4672"/>
                  <a:pt x="3135446" y="6350"/>
                </a:cubicBezTo>
                <a:cubicBezTo>
                  <a:pt x="3175309" y="22959"/>
                  <a:pt x="3148516" y="12911"/>
                  <a:pt x="3170371" y="25400"/>
                </a:cubicBezTo>
                <a:cubicBezTo>
                  <a:pt x="3174480" y="27748"/>
                  <a:pt x="3178721" y="29886"/>
                  <a:pt x="3183071" y="31750"/>
                </a:cubicBezTo>
                <a:cubicBezTo>
                  <a:pt x="3186147" y="33068"/>
                  <a:pt x="3189603" y="33428"/>
                  <a:pt x="3192596" y="34925"/>
                </a:cubicBezTo>
                <a:cubicBezTo>
                  <a:pt x="3196009" y="36632"/>
                  <a:pt x="3198946" y="39158"/>
                  <a:pt x="3202121" y="41275"/>
                </a:cubicBezTo>
                <a:cubicBezTo>
                  <a:pt x="3204238" y="44450"/>
                  <a:pt x="3206764" y="47387"/>
                  <a:pt x="3208471" y="50800"/>
                </a:cubicBezTo>
                <a:cubicBezTo>
                  <a:pt x="3209968" y="53793"/>
                  <a:pt x="3209555" y="57712"/>
                  <a:pt x="3211646" y="60325"/>
                </a:cubicBezTo>
                <a:cubicBezTo>
                  <a:pt x="3214030" y="63305"/>
                  <a:pt x="3218473" y="63977"/>
                  <a:pt x="3221171" y="66675"/>
                </a:cubicBezTo>
                <a:cubicBezTo>
                  <a:pt x="3225963" y="71467"/>
                  <a:pt x="3229313" y="77536"/>
                  <a:pt x="3233871" y="82550"/>
                </a:cubicBezTo>
                <a:cubicBezTo>
                  <a:pt x="3239912" y="89195"/>
                  <a:pt x="3252921" y="101600"/>
                  <a:pt x="3252921" y="101600"/>
                </a:cubicBezTo>
                <a:cubicBezTo>
                  <a:pt x="3259070" y="126198"/>
                  <a:pt x="3251070" y="103454"/>
                  <a:pt x="3265621" y="123825"/>
                </a:cubicBezTo>
                <a:cubicBezTo>
                  <a:pt x="3282384" y="147293"/>
                  <a:pt x="3259189" y="126938"/>
                  <a:pt x="3284671" y="146050"/>
                </a:cubicBezTo>
                <a:cubicBezTo>
                  <a:pt x="3291951" y="167889"/>
                  <a:pt x="3281994" y="141365"/>
                  <a:pt x="3297371" y="168275"/>
                </a:cubicBezTo>
                <a:cubicBezTo>
                  <a:pt x="3299031" y="171181"/>
                  <a:pt x="3299228" y="174724"/>
                  <a:pt x="3300546" y="177800"/>
                </a:cubicBezTo>
                <a:cubicBezTo>
                  <a:pt x="3312524" y="205749"/>
                  <a:pt x="3301430" y="173882"/>
                  <a:pt x="3313246" y="206375"/>
                </a:cubicBezTo>
                <a:cubicBezTo>
                  <a:pt x="3315533" y="212665"/>
                  <a:pt x="3317022" y="219246"/>
                  <a:pt x="3319596" y="225425"/>
                </a:cubicBezTo>
                <a:cubicBezTo>
                  <a:pt x="3322327" y="231978"/>
                  <a:pt x="3326484" y="237883"/>
                  <a:pt x="3329121" y="244475"/>
                </a:cubicBezTo>
                <a:cubicBezTo>
                  <a:pt x="3330742" y="248527"/>
                  <a:pt x="3331097" y="252979"/>
                  <a:pt x="3332296" y="257175"/>
                </a:cubicBezTo>
                <a:cubicBezTo>
                  <a:pt x="3336331" y="271297"/>
                  <a:pt x="3335337" y="262857"/>
                  <a:pt x="3338646" y="279400"/>
                </a:cubicBezTo>
                <a:cubicBezTo>
                  <a:pt x="3346431" y="318324"/>
                  <a:pt x="3337621" y="281651"/>
                  <a:pt x="3344996" y="311150"/>
                </a:cubicBezTo>
                <a:cubicBezTo>
                  <a:pt x="3325505" y="340387"/>
                  <a:pt x="3343486" y="309876"/>
                  <a:pt x="3335471" y="387350"/>
                </a:cubicBezTo>
                <a:cubicBezTo>
                  <a:pt x="3333028" y="410963"/>
                  <a:pt x="3331210" y="409965"/>
                  <a:pt x="3319596" y="425450"/>
                </a:cubicBezTo>
                <a:cubicBezTo>
                  <a:pt x="3316119" y="442837"/>
                  <a:pt x="3312365" y="465018"/>
                  <a:pt x="3303721" y="479425"/>
                </a:cubicBezTo>
                <a:cubicBezTo>
                  <a:pt x="3287469" y="506511"/>
                  <a:pt x="3298998" y="488740"/>
                  <a:pt x="3271971" y="523875"/>
                </a:cubicBezTo>
                <a:cubicBezTo>
                  <a:pt x="3268745" y="528069"/>
                  <a:pt x="3266849" y="533640"/>
                  <a:pt x="3262446" y="536575"/>
                </a:cubicBezTo>
                <a:cubicBezTo>
                  <a:pt x="3256096" y="540808"/>
                  <a:pt x="3249355" y="544507"/>
                  <a:pt x="3243396" y="549275"/>
                </a:cubicBezTo>
                <a:cubicBezTo>
                  <a:pt x="3238721" y="553015"/>
                  <a:pt x="3235171" y="557998"/>
                  <a:pt x="3230696" y="561975"/>
                </a:cubicBezTo>
                <a:cubicBezTo>
                  <a:pt x="3225631" y="566477"/>
                  <a:pt x="3219921" y="570213"/>
                  <a:pt x="3214821" y="574675"/>
                </a:cubicBezTo>
                <a:cubicBezTo>
                  <a:pt x="3211442" y="577632"/>
                  <a:pt x="3208888" y="581506"/>
                  <a:pt x="3205296" y="584200"/>
                </a:cubicBezTo>
                <a:cubicBezTo>
                  <a:pt x="3200359" y="587903"/>
                  <a:pt x="3194556" y="590302"/>
                  <a:pt x="3189421" y="593725"/>
                </a:cubicBezTo>
                <a:cubicBezTo>
                  <a:pt x="3185018" y="596660"/>
                  <a:pt x="3181027" y="600174"/>
                  <a:pt x="3176721" y="603250"/>
                </a:cubicBezTo>
                <a:cubicBezTo>
                  <a:pt x="3173616" y="605468"/>
                  <a:pt x="3170371" y="607483"/>
                  <a:pt x="3167196" y="609600"/>
                </a:cubicBezTo>
                <a:cubicBezTo>
                  <a:pt x="3165079" y="612775"/>
                  <a:pt x="3163743" y="616642"/>
                  <a:pt x="3160846" y="619125"/>
                </a:cubicBezTo>
                <a:cubicBezTo>
                  <a:pt x="3147046" y="630953"/>
                  <a:pt x="3148144" y="626383"/>
                  <a:pt x="3135446" y="631825"/>
                </a:cubicBezTo>
                <a:cubicBezTo>
                  <a:pt x="3131096" y="633689"/>
                  <a:pt x="3126979" y="636058"/>
                  <a:pt x="3122746" y="638175"/>
                </a:cubicBezTo>
                <a:cubicBezTo>
                  <a:pt x="3120629" y="644525"/>
                  <a:pt x="3116396" y="650532"/>
                  <a:pt x="3116396" y="657225"/>
                </a:cubicBezTo>
                <a:cubicBezTo>
                  <a:pt x="3116396" y="662924"/>
                  <a:pt x="3120745" y="667764"/>
                  <a:pt x="3122746" y="673100"/>
                </a:cubicBezTo>
                <a:cubicBezTo>
                  <a:pt x="3125517" y="680488"/>
                  <a:pt x="3128436" y="692364"/>
                  <a:pt x="3132271" y="698500"/>
                </a:cubicBezTo>
                <a:cubicBezTo>
                  <a:pt x="3134651" y="702308"/>
                  <a:pt x="3139186" y="704371"/>
                  <a:pt x="3141796" y="708025"/>
                </a:cubicBezTo>
                <a:cubicBezTo>
                  <a:pt x="3144547" y="711876"/>
                  <a:pt x="3145847" y="716588"/>
                  <a:pt x="3148146" y="720725"/>
                </a:cubicBezTo>
                <a:cubicBezTo>
                  <a:pt x="3154528" y="732213"/>
                  <a:pt x="3157405" y="736201"/>
                  <a:pt x="3164021" y="746125"/>
                </a:cubicBezTo>
                <a:cubicBezTo>
                  <a:pt x="3165079" y="751417"/>
                  <a:pt x="3164783" y="757173"/>
                  <a:pt x="3167196" y="762000"/>
                </a:cubicBezTo>
                <a:cubicBezTo>
                  <a:pt x="3170252" y="768112"/>
                  <a:pt x="3180776" y="774228"/>
                  <a:pt x="3186246" y="777875"/>
                </a:cubicBezTo>
                <a:cubicBezTo>
                  <a:pt x="3188363" y="782108"/>
                  <a:pt x="3190934" y="786143"/>
                  <a:pt x="3192596" y="790575"/>
                </a:cubicBezTo>
                <a:cubicBezTo>
                  <a:pt x="3194128" y="794661"/>
                  <a:pt x="3194990" y="798982"/>
                  <a:pt x="3195771" y="803275"/>
                </a:cubicBezTo>
                <a:cubicBezTo>
                  <a:pt x="3197483" y="812692"/>
                  <a:pt x="3199084" y="831250"/>
                  <a:pt x="3202121" y="841375"/>
                </a:cubicBezTo>
                <a:cubicBezTo>
                  <a:pt x="3214652" y="883146"/>
                  <a:pt x="3203398" y="831886"/>
                  <a:pt x="3211646" y="873125"/>
                </a:cubicBezTo>
                <a:cubicBezTo>
                  <a:pt x="3210588" y="879475"/>
                  <a:pt x="3209112" y="885769"/>
                  <a:pt x="3208471" y="892175"/>
                </a:cubicBezTo>
                <a:cubicBezTo>
                  <a:pt x="3206993" y="906956"/>
                  <a:pt x="3207500" y="921935"/>
                  <a:pt x="3205296" y="936625"/>
                </a:cubicBezTo>
                <a:cubicBezTo>
                  <a:pt x="3204303" y="943244"/>
                  <a:pt x="3200707" y="949217"/>
                  <a:pt x="3198946" y="955675"/>
                </a:cubicBezTo>
                <a:cubicBezTo>
                  <a:pt x="3185483" y="1005040"/>
                  <a:pt x="3208610" y="933033"/>
                  <a:pt x="3189421" y="990600"/>
                </a:cubicBezTo>
                <a:cubicBezTo>
                  <a:pt x="3186891" y="1015902"/>
                  <a:pt x="3188383" y="1016458"/>
                  <a:pt x="3183071" y="1035050"/>
                </a:cubicBezTo>
                <a:cubicBezTo>
                  <a:pt x="3182152" y="1038268"/>
                  <a:pt x="3181393" y="1041582"/>
                  <a:pt x="3179896" y="1044575"/>
                </a:cubicBezTo>
                <a:cubicBezTo>
                  <a:pt x="3167571" y="1069225"/>
                  <a:pt x="3174140" y="1051879"/>
                  <a:pt x="3160846" y="1073150"/>
                </a:cubicBezTo>
                <a:cubicBezTo>
                  <a:pt x="3139055" y="1108016"/>
                  <a:pt x="3171954" y="1062573"/>
                  <a:pt x="3144971" y="1098550"/>
                </a:cubicBezTo>
                <a:cubicBezTo>
                  <a:pt x="3143913" y="1101725"/>
                  <a:pt x="3143887" y="1105462"/>
                  <a:pt x="3141796" y="1108075"/>
                </a:cubicBezTo>
                <a:lnTo>
                  <a:pt x="3103696" y="1146175"/>
                </a:lnTo>
                <a:cubicBezTo>
                  <a:pt x="3087971" y="1161900"/>
                  <a:pt x="3084621" y="1166300"/>
                  <a:pt x="3062421" y="1181100"/>
                </a:cubicBezTo>
                <a:cubicBezTo>
                  <a:pt x="3056071" y="1185333"/>
                  <a:pt x="3049330" y="1189032"/>
                  <a:pt x="3043371" y="1193800"/>
                </a:cubicBezTo>
                <a:cubicBezTo>
                  <a:pt x="3038079" y="1198033"/>
                  <a:pt x="3033445" y="1203255"/>
                  <a:pt x="3027496" y="1206500"/>
                </a:cubicBezTo>
                <a:cubicBezTo>
                  <a:pt x="3021620" y="1209705"/>
                  <a:pt x="3014186" y="1209406"/>
                  <a:pt x="3008446" y="1212850"/>
                </a:cubicBezTo>
                <a:cubicBezTo>
                  <a:pt x="3003154" y="1216025"/>
                  <a:pt x="2998301" y="1220083"/>
                  <a:pt x="2992571" y="1222375"/>
                </a:cubicBezTo>
                <a:cubicBezTo>
                  <a:pt x="2987561" y="1224379"/>
                  <a:pt x="2981964" y="1224379"/>
                  <a:pt x="2976696" y="1225550"/>
                </a:cubicBezTo>
                <a:cubicBezTo>
                  <a:pt x="2972436" y="1226497"/>
                  <a:pt x="2968229" y="1227667"/>
                  <a:pt x="2963996" y="1228725"/>
                </a:cubicBezTo>
                <a:cubicBezTo>
                  <a:pt x="2955264" y="1227852"/>
                  <a:pt x="2924929" y="1222021"/>
                  <a:pt x="2913196" y="1228725"/>
                </a:cubicBezTo>
                <a:cubicBezTo>
                  <a:pt x="2910290" y="1230385"/>
                  <a:pt x="2911681" y="1235344"/>
                  <a:pt x="2910021" y="1238250"/>
                </a:cubicBezTo>
                <a:cubicBezTo>
                  <a:pt x="2907396" y="1242844"/>
                  <a:pt x="2903301" y="1246463"/>
                  <a:pt x="2900496" y="1250950"/>
                </a:cubicBezTo>
                <a:cubicBezTo>
                  <a:pt x="2896040" y="1258080"/>
                  <a:pt x="2893245" y="1265215"/>
                  <a:pt x="2890971" y="1273175"/>
                </a:cubicBezTo>
                <a:cubicBezTo>
                  <a:pt x="2887933" y="1283809"/>
                  <a:pt x="2886476" y="1294865"/>
                  <a:pt x="2881446" y="1304925"/>
                </a:cubicBezTo>
                <a:cubicBezTo>
                  <a:pt x="2879329" y="1309158"/>
                  <a:pt x="2877444" y="1313516"/>
                  <a:pt x="2875096" y="1317625"/>
                </a:cubicBezTo>
                <a:cubicBezTo>
                  <a:pt x="2873203" y="1320938"/>
                  <a:pt x="2870453" y="1323737"/>
                  <a:pt x="2868746" y="1327150"/>
                </a:cubicBezTo>
                <a:cubicBezTo>
                  <a:pt x="2855886" y="1352870"/>
                  <a:pt x="2870929" y="1334492"/>
                  <a:pt x="2849696" y="1355725"/>
                </a:cubicBezTo>
                <a:cubicBezTo>
                  <a:pt x="2848638" y="1358900"/>
                  <a:pt x="2848295" y="1362412"/>
                  <a:pt x="2846521" y="1365250"/>
                </a:cubicBezTo>
                <a:cubicBezTo>
                  <a:pt x="2831468" y="1389335"/>
                  <a:pt x="2829554" y="1378347"/>
                  <a:pt x="2808421" y="1406525"/>
                </a:cubicBezTo>
                <a:cubicBezTo>
                  <a:pt x="2805246" y="1410758"/>
                  <a:pt x="2802961" y="1415837"/>
                  <a:pt x="2798896" y="1419225"/>
                </a:cubicBezTo>
                <a:cubicBezTo>
                  <a:pt x="2796325" y="1421368"/>
                  <a:pt x="2792364" y="1420903"/>
                  <a:pt x="2789371" y="1422400"/>
                </a:cubicBezTo>
                <a:cubicBezTo>
                  <a:pt x="2785958" y="1424107"/>
                  <a:pt x="2782951" y="1426532"/>
                  <a:pt x="2779846" y="1428750"/>
                </a:cubicBezTo>
                <a:cubicBezTo>
                  <a:pt x="2775540" y="1431826"/>
                  <a:pt x="2771164" y="1434831"/>
                  <a:pt x="2767146" y="1438275"/>
                </a:cubicBezTo>
                <a:cubicBezTo>
                  <a:pt x="2763737" y="1441197"/>
                  <a:pt x="2761275" y="1445190"/>
                  <a:pt x="2757621" y="1447800"/>
                </a:cubicBezTo>
                <a:cubicBezTo>
                  <a:pt x="2750755" y="1452704"/>
                  <a:pt x="2743169" y="1454734"/>
                  <a:pt x="2735396" y="1457325"/>
                </a:cubicBezTo>
                <a:cubicBezTo>
                  <a:pt x="2717301" y="1475420"/>
                  <a:pt x="2735557" y="1460431"/>
                  <a:pt x="2713171" y="1470025"/>
                </a:cubicBezTo>
                <a:cubicBezTo>
                  <a:pt x="2709664" y="1471528"/>
                  <a:pt x="2707059" y="1474668"/>
                  <a:pt x="2703646" y="1476375"/>
                </a:cubicBezTo>
                <a:cubicBezTo>
                  <a:pt x="2700653" y="1477872"/>
                  <a:pt x="2697168" y="1478165"/>
                  <a:pt x="2694121" y="1479550"/>
                </a:cubicBezTo>
                <a:cubicBezTo>
                  <a:pt x="2685503" y="1483467"/>
                  <a:pt x="2678114" y="1491076"/>
                  <a:pt x="2668721" y="1492250"/>
                </a:cubicBezTo>
                <a:cubicBezTo>
                  <a:pt x="2629629" y="1497137"/>
                  <a:pt x="2651828" y="1494771"/>
                  <a:pt x="2602046" y="1498600"/>
                </a:cubicBezTo>
                <a:cubicBezTo>
                  <a:pt x="2593579" y="1500717"/>
                  <a:pt x="2585337" y="1504160"/>
                  <a:pt x="2576646" y="1504950"/>
                </a:cubicBezTo>
                <a:cubicBezTo>
                  <a:pt x="2573313" y="1505253"/>
                  <a:pt x="2570468" y="1501775"/>
                  <a:pt x="2567121" y="1501775"/>
                </a:cubicBezTo>
                <a:cubicBezTo>
                  <a:pt x="2562757" y="1501775"/>
                  <a:pt x="2558654" y="1503892"/>
                  <a:pt x="2554421" y="1504950"/>
                </a:cubicBezTo>
                <a:cubicBezTo>
                  <a:pt x="2509150" y="1489860"/>
                  <a:pt x="2556260" y="1505022"/>
                  <a:pt x="2522671" y="1495425"/>
                </a:cubicBezTo>
                <a:cubicBezTo>
                  <a:pt x="2509486" y="1491658"/>
                  <a:pt x="2504347" y="1487409"/>
                  <a:pt x="2487746" y="1485900"/>
                </a:cubicBezTo>
                <a:lnTo>
                  <a:pt x="2452821" y="1482725"/>
                </a:lnTo>
                <a:cubicBezTo>
                  <a:pt x="2449646" y="1479550"/>
                  <a:pt x="2447032" y="1475691"/>
                  <a:pt x="2443296" y="1473200"/>
                </a:cubicBezTo>
                <a:cubicBezTo>
                  <a:pt x="2440511" y="1471344"/>
                  <a:pt x="2436764" y="1471522"/>
                  <a:pt x="2433771" y="1470025"/>
                </a:cubicBezTo>
                <a:cubicBezTo>
                  <a:pt x="2430358" y="1468318"/>
                  <a:pt x="2427659" y="1465382"/>
                  <a:pt x="2424246" y="1463675"/>
                </a:cubicBezTo>
                <a:cubicBezTo>
                  <a:pt x="2421253" y="1462178"/>
                  <a:pt x="2417714" y="1461997"/>
                  <a:pt x="2414721" y="1460500"/>
                </a:cubicBezTo>
                <a:cubicBezTo>
                  <a:pt x="2398719" y="1452499"/>
                  <a:pt x="2411119" y="1455860"/>
                  <a:pt x="2395671" y="1444625"/>
                </a:cubicBezTo>
                <a:cubicBezTo>
                  <a:pt x="2387596" y="1438753"/>
                  <a:pt x="2377331" y="1435810"/>
                  <a:pt x="2370271" y="1428750"/>
                </a:cubicBezTo>
                <a:cubicBezTo>
                  <a:pt x="2367096" y="1425575"/>
                  <a:pt x="2363237" y="1422961"/>
                  <a:pt x="2360746" y="1419225"/>
                </a:cubicBezTo>
                <a:cubicBezTo>
                  <a:pt x="2356808" y="1413318"/>
                  <a:pt x="2355896" y="1405518"/>
                  <a:pt x="2351221" y="1400175"/>
                </a:cubicBezTo>
                <a:cubicBezTo>
                  <a:pt x="2348104" y="1396613"/>
                  <a:pt x="2342372" y="1396576"/>
                  <a:pt x="2338521" y="1393825"/>
                </a:cubicBezTo>
                <a:cubicBezTo>
                  <a:pt x="2317711" y="1378961"/>
                  <a:pt x="2339903" y="1387936"/>
                  <a:pt x="2319471" y="1381125"/>
                </a:cubicBezTo>
                <a:cubicBezTo>
                  <a:pt x="2316296" y="1375833"/>
                  <a:pt x="2314310" y="1369614"/>
                  <a:pt x="2309946" y="1365250"/>
                </a:cubicBezTo>
                <a:cubicBezTo>
                  <a:pt x="2304412" y="1359716"/>
                  <a:pt x="2291633" y="1357497"/>
                  <a:pt x="2284546" y="1355725"/>
                </a:cubicBezTo>
                <a:cubicBezTo>
                  <a:pt x="2279254" y="1356783"/>
                  <a:pt x="2274045" y="1359389"/>
                  <a:pt x="2268671" y="1358900"/>
                </a:cubicBezTo>
                <a:cubicBezTo>
                  <a:pt x="2245732" y="1356815"/>
                  <a:pt x="2254543" y="1349870"/>
                  <a:pt x="2233746" y="1346200"/>
                </a:cubicBezTo>
                <a:cubicBezTo>
                  <a:pt x="2221196" y="1343985"/>
                  <a:pt x="2208346" y="1344083"/>
                  <a:pt x="2195646" y="1343025"/>
                </a:cubicBezTo>
                <a:cubicBezTo>
                  <a:pt x="2191413" y="1339850"/>
                  <a:pt x="2187252" y="1336576"/>
                  <a:pt x="2182946" y="1333500"/>
                </a:cubicBezTo>
                <a:cubicBezTo>
                  <a:pt x="2179841" y="1331282"/>
                  <a:pt x="2177207" y="1326677"/>
                  <a:pt x="2173421" y="1327150"/>
                </a:cubicBezTo>
                <a:cubicBezTo>
                  <a:pt x="2167298" y="1327915"/>
                  <a:pt x="2162838" y="1333500"/>
                  <a:pt x="2157546" y="1336675"/>
                </a:cubicBezTo>
                <a:cubicBezTo>
                  <a:pt x="2161429" y="1344440"/>
                  <a:pt x="2165202" y="1350491"/>
                  <a:pt x="2167071" y="1358900"/>
                </a:cubicBezTo>
                <a:cubicBezTo>
                  <a:pt x="2168468" y="1365184"/>
                  <a:pt x="2169188" y="1371600"/>
                  <a:pt x="2170246" y="1377950"/>
                </a:cubicBezTo>
                <a:cubicBezTo>
                  <a:pt x="2168129" y="1412875"/>
                  <a:pt x="2166449" y="1447829"/>
                  <a:pt x="2163896" y="1482725"/>
                </a:cubicBezTo>
                <a:cubicBezTo>
                  <a:pt x="2163273" y="1491235"/>
                  <a:pt x="2162790" y="1499847"/>
                  <a:pt x="2160721" y="1508125"/>
                </a:cubicBezTo>
                <a:cubicBezTo>
                  <a:pt x="2159573" y="1512717"/>
                  <a:pt x="2155868" y="1516335"/>
                  <a:pt x="2154371" y="1520825"/>
                </a:cubicBezTo>
                <a:cubicBezTo>
                  <a:pt x="2142245" y="1557202"/>
                  <a:pt x="2154983" y="1535782"/>
                  <a:pt x="2141671" y="1555750"/>
                </a:cubicBezTo>
                <a:cubicBezTo>
                  <a:pt x="2141025" y="1558334"/>
                  <a:pt x="2137314" y="1574559"/>
                  <a:pt x="2135321" y="1577975"/>
                </a:cubicBezTo>
                <a:cubicBezTo>
                  <a:pt x="2129553" y="1587863"/>
                  <a:pt x="2122161" y="1596734"/>
                  <a:pt x="2116271" y="1606550"/>
                </a:cubicBezTo>
                <a:cubicBezTo>
                  <a:pt x="2113096" y="1611842"/>
                  <a:pt x="2110601" y="1617606"/>
                  <a:pt x="2106746" y="1622425"/>
                </a:cubicBezTo>
                <a:cubicBezTo>
                  <a:pt x="2102071" y="1628269"/>
                  <a:pt x="2095799" y="1632668"/>
                  <a:pt x="2090871" y="1638300"/>
                </a:cubicBezTo>
                <a:cubicBezTo>
                  <a:pt x="2088358" y="1641172"/>
                  <a:pt x="2087219" y="1645127"/>
                  <a:pt x="2084521" y="1647825"/>
                </a:cubicBezTo>
                <a:cubicBezTo>
                  <a:pt x="2081823" y="1650523"/>
                  <a:pt x="2078008" y="1651832"/>
                  <a:pt x="2074996" y="1654175"/>
                </a:cubicBezTo>
                <a:cubicBezTo>
                  <a:pt x="2050672" y="1673093"/>
                  <a:pt x="2064882" y="1667071"/>
                  <a:pt x="2046421" y="1673225"/>
                </a:cubicBezTo>
                <a:cubicBezTo>
                  <a:pt x="2020735" y="1707472"/>
                  <a:pt x="2050867" y="1672317"/>
                  <a:pt x="2027371" y="1689100"/>
                </a:cubicBezTo>
                <a:cubicBezTo>
                  <a:pt x="2022499" y="1692580"/>
                  <a:pt x="2019652" y="1698479"/>
                  <a:pt x="2014671" y="1701800"/>
                </a:cubicBezTo>
                <a:cubicBezTo>
                  <a:pt x="2006795" y="1707051"/>
                  <a:pt x="1997738" y="1710267"/>
                  <a:pt x="1989271" y="1714500"/>
                </a:cubicBezTo>
                <a:cubicBezTo>
                  <a:pt x="1985038" y="1716617"/>
                  <a:pt x="1979918" y="1717503"/>
                  <a:pt x="1976571" y="1720850"/>
                </a:cubicBezTo>
                <a:cubicBezTo>
                  <a:pt x="1973396" y="1724025"/>
                  <a:pt x="1971215" y="1728707"/>
                  <a:pt x="1967046" y="1730375"/>
                </a:cubicBezTo>
                <a:cubicBezTo>
                  <a:pt x="1954891" y="1735237"/>
                  <a:pt x="1940655" y="1734046"/>
                  <a:pt x="1928946" y="1739900"/>
                </a:cubicBezTo>
                <a:cubicBezTo>
                  <a:pt x="1924713" y="1742017"/>
                  <a:pt x="1920596" y="1744386"/>
                  <a:pt x="1916246" y="1746250"/>
                </a:cubicBezTo>
                <a:cubicBezTo>
                  <a:pt x="1907947" y="1749807"/>
                  <a:pt x="1902972" y="1749915"/>
                  <a:pt x="1894021" y="1752600"/>
                </a:cubicBezTo>
                <a:cubicBezTo>
                  <a:pt x="1887610" y="1754523"/>
                  <a:pt x="1874971" y="1758950"/>
                  <a:pt x="1874971" y="1758950"/>
                </a:cubicBezTo>
                <a:cubicBezTo>
                  <a:pt x="1872854" y="1765300"/>
                  <a:pt x="1871107" y="1771785"/>
                  <a:pt x="1868621" y="1778000"/>
                </a:cubicBezTo>
                <a:cubicBezTo>
                  <a:pt x="1866504" y="1783292"/>
                  <a:pt x="1863947" y="1788428"/>
                  <a:pt x="1862271" y="1793875"/>
                </a:cubicBezTo>
                <a:cubicBezTo>
                  <a:pt x="1859704" y="1802216"/>
                  <a:pt x="1859824" y="1811469"/>
                  <a:pt x="1855921" y="1819275"/>
                </a:cubicBezTo>
                <a:cubicBezTo>
                  <a:pt x="1847022" y="1837073"/>
                  <a:pt x="1851329" y="1827581"/>
                  <a:pt x="1843221" y="1847850"/>
                </a:cubicBezTo>
                <a:cubicBezTo>
                  <a:pt x="1840468" y="1878128"/>
                  <a:pt x="1841918" y="1875939"/>
                  <a:pt x="1836871" y="1898650"/>
                </a:cubicBezTo>
                <a:cubicBezTo>
                  <a:pt x="1835924" y="1902910"/>
                  <a:pt x="1835228" y="1907264"/>
                  <a:pt x="1833696" y="1911350"/>
                </a:cubicBezTo>
                <a:cubicBezTo>
                  <a:pt x="1832034" y="1915782"/>
                  <a:pt x="1829463" y="1919817"/>
                  <a:pt x="1827346" y="1924050"/>
                </a:cubicBezTo>
                <a:cubicBezTo>
                  <a:pt x="1826288" y="1932517"/>
                  <a:pt x="1827041" y="1941415"/>
                  <a:pt x="1824171" y="1949450"/>
                </a:cubicBezTo>
                <a:cubicBezTo>
                  <a:pt x="1821604" y="1956637"/>
                  <a:pt x="1814884" y="1961674"/>
                  <a:pt x="1811471" y="1968500"/>
                </a:cubicBezTo>
                <a:cubicBezTo>
                  <a:pt x="1805270" y="1980902"/>
                  <a:pt x="1806251" y="1980254"/>
                  <a:pt x="1798771" y="1990725"/>
                </a:cubicBezTo>
                <a:cubicBezTo>
                  <a:pt x="1795695" y="1995031"/>
                  <a:pt x="1792051" y="1998938"/>
                  <a:pt x="1789246" y="2003425"/>
                </a:cubicBezTo>
                <a:cubicBezTo>
                  <a:pt x="1786738" y="2007439"/>
                  <a:pt x="1785736" y="2012339"/>
                  <a:pt x="1782896" y="2016125"/>
                </a:cubicBezTo>
                <a:cubicBezTo>
                  <a:pt x="1779304" y="2020914"/>
                  <a:pt x="1774173" y="2024350"/>
                  <a:pt x="1770196" y="2028825"/>
                </a:cubicBezTo>
                <a:cubicBezTo>
                  <a:pt x="1765694" y="2033890"/>
                  <a:pt x="1762491" y="2040121"/>
                  <a:pt x="1757496" y="2044700"/>
                </a:cubicBezTo>
                <a:cubicBezTo>
                  <a:pt x="1749694" y="2051851"/>
                  <a:pt x="1740902" y="2057879"/>
                  <a:pt x="1732096" y="2063750"/>
                </a:cubicBezTo>
                <a:cubicBezTo>
                  <a:pt x="1724984" y="2068492"/>
                  <a:pt x="1716172" y="2074112"/>
                  <a:pt x="1709871" y="2079625"/>
                </a:cubicBezTo>
                <a:cubicBezTo>
                  <a:pt x="1705365" y="2083567"/>
                  <a:pt x="1701960" y="2088733"/>
                  <a:pt x="1697171" y="2092325"/>
                </a:cubicBezTo>
                <a:cubicBezTo>
                  <a:pt x="1693385" y="2095165"/>
                  <a:pt x="1688257" y="2095835"/>
                  <a:pt x="1684471" y="2098675"/>
                </a:cubicBezTo>
                <a:cubicBezTo>
                  <a:pt x="1674206" y="2106374"/>
                  <a:pt x="1671820" y="2111301"/>
                  <a:pt x="1665421" y="2120900"/>
                </a:cubicBezTo>
                <a:cubicBezTo>
                  <a:pt x="1667538" y="2128308"/>
                  <a:pt x="1669744" y="2135692"/>
                  <a:pt x="1671771" y="2143125"/>
                </a:cubicBezTo>
                <a:cubicBezTo>
                  <a:pt x="1672919" y="2147335"/>
                  <a:pt x="1673414" y="2151739"/>
                  <a:pt x="1674946" y="2155825"/>
                </a:cubicBezTo>
                <a:cubicBezTo>
                  <a:pt x="1678399" y="2165032"/>
                  <a:pt x="1682382" y="2170154"/>
                  <a:pt x="1687646" y="2178050"/>
                </a:cubicBezTo>
                <a:cubicBezTo>
                  <a:pt x="1688704" y="2182283"/>
                  <a:pt x="1689567" y="2186570"/>
                  <a:pt x="1690821" y="2190750"/>
                </a:cubicBezTo>
                <a:cubicBezTo>
                  <a:pt x="1692744" y="2197161"/>
                  <a:pt x="1695858" y="2203236"/>
                  <a:pt x="1697171" y="2209800"/>
                </a:cubicBezTo>
                <a:cubicBezTo>
                  <a:pt x="1699051" y="2219198"/>
                  <a:pt x="1698851" y="2228909"/>
                  <a:pt x="1700346" y="2238375"/>
                </a:cubicBezTo>
                <a:cubicBezTo>
                  <a:pt x="1711092" y="2306431"/>
                  <a:pt x="1702647" y="2246706"/>
                  <a:pt x="1709871" y="2282825"/>
                </a:cubicBezTo>
                <a:cubicBezTo>
                  <a:pt x="1715867" y="2312804"/>
                  <a:pt x="1710368" y="2292157"/>
                  <a:pt x="1716221" y="2327275"/>
                </a:cubicBezTo>
                <a:cubicBezTo>
                  <a:pt x="1716938" y="2331579"/>
                  <a:pt x="1718338" y="2335742"/>
                  <a:pt x="1719396" y="2339975"/>
                </a:cubicBezTo>
                <a:cubicBezTo>
                  <a:pt x="1715512" y="2355513"/>
                  <a:pt x="1714942" y="2355939"/>
                  <a:pt x="1713046" y="2374900"/>
                </a:cubicBezTo>
                <a:cubicBezTo>
                  <a:pt x="1711673" y="2388630"/>
                  <a:pt x="1711483" y="2402471"/>
                  <a:pt x="1709871" y="2416175"/>
                </a:cubicBezTo>
                <a:cubicBezTo>
                  <a:pt x="1708290" y="2429618"/>
                  <a:pt x="1706231" y="2426656"/>
                  <a:pt x="1703521" y="2438400"/>
                </a:cubicBezTo>
                <a:cubicBezTo>
                  <a:pt x="1697365" y="2465075"/>
                  <a:pt x="1699649" y="2467129"/>
                  <a:pt x="1690821" y="2489200"/>
                </a:cubicBezTo>
                <a:cubicBezTo>
                  <a:pt x="1683901" y="2506499"/>
                  <a:pt x="1686453" y="2498000"/>
                  <a:pt x="1674946" y="2511425"/>
                </a:cubicBezTo>
                <a:cubicBezTo>
                  <a:pt x="1671502" y="2515443"/>
                  <a:pt x="1668497" y="2519819"/>
                  <a:pt x="1665421" y="2524125"/>
                </a:cubicBezTo>
                <a:cubicBezTo>
                  <a:pt x="1663203" y="2527230"/>
                  <a:pt x="1661514" y="2530719"/>
                  <a:pt x="1659071" y="2533650"/>
                </a:cubicBezTo>
                <a:cubicBezTo>
                  <a:pt x="1656196" y="2537099"/>
                  <a:pt x="1652468" y="2539766"/>
                  <a:pt x="1649546" y="2543175"/>
                </a:cubicBezTo>
                <a:cubicBezTo>
                  <a:pt x="1646102" y="2547193"/>
                  <a:pt x="1643465" y="2551857"/>
                  <a:pt x="1640021" y="2555875"/>
                </a:cubicBezTo>
                <a:cubicBezTo>
                  <a:pt x="1633481" y="2563506"/>
                  <a:pt x="1626161" y="2569348"/>
                  <a:pt x="1617796" y="2574925"/>
                </a:cubicBezTo>
                <a:cubicBezTo>
                  <a:pt x="1612661" y="2578348"/>
                  <a:pt x="1607560" y="2581944"/>
                  <a:pt x="1601921" y="2584450"/>
                </a:cubicBezTo>
                <a:cubicBezTo>
                  <a:pt x="1597933" y="2586222"/>
                  <a:pt x="1593454" y="2586567"/>
                  <a:pt x="1589221" y="2587625"/>
                </a:cubicBezTo>
                <a:cubicBezTo>
                  <a:pt x="1580754" y="2593975"/>
                  <a:pt x="1571305" y="2599191"/>
                  <a:pt x="1563821" y="2606675"/>
                </a:cubicBezTo>
                <a:cubicBezTo>
                  <a:pt x="1560646" y="2609850"/>
                  <a:pt x="1558032" y="2613709"/>
                  <a:pt x="1554296" y="2616200"/>
                </a:cubicBezTo>
                <a:cubicBezTo>
                  <a:pt x="1551511" y="2618056"/>
                  <a:pt x="1547847" y="2618057"/>
                  <a:pt x="1544771" y="2619375"/>
                </a:cubicBezTo>
                <a:cubicBezTo>
                  <a:pt x="1540421" y="2621239"/>
                  <a:pt x="1536180" y="2623377"/>
                  <a:pt x="1532071" y="2625725"/>
                </a:cubicBezTo>
                <a:cubicBezTo>
                  <a:pt x="1528758" y="2627618"/>
                  <a:pt x="1525959" y="2630368"/>
                  <a:pt x="1522546" y="2632075"/>
                </a:cubicBezTo>
                <a:cubicBezTo>
                  <a:pt x="1519553" y="2633572"/>
                  <a:pt x="1516014" y="2633753"/>
                  <a:pt x="1513021" y="2635250"/>
                </a:cubicBezTo>
                <a:cubicBezTo>
                  <a:pt x="1509608" y="2636957"/>
                  <a:pt x="1506909" y="2639893"/>
                  <a:pt x="1503496" y="2641600"/>
                </a:cubicBezTo>
                <a:cubicBezTo>
                  <a:pt x="1500503" y="2643097"/>
                  <a:pt x="1497047" y="2643457"/>
                  <a:pt x="1493971" y="2644775"/>
                </a:cubicBezTo>
                <a:cubicBezTo>
                  <a:pt x="1489621" y="2646639"/>
                  <a:pt x="1485703" y="2649463"/>
                  <a:pt x="1481271" y="2651125"/>
                </a:cubicBezTo>
                <a:cubicBezTo>
                  <a:pt x="1477185" y="2652657"/>
                  <a:pt x="1472838" y="2653386"/>
                  <a:pt x="1468571" y="2654300"/>
                </a:cubicBezTo>
                <a:cubicBezTo>
                  <a:pt x="1458018" y="2656561"/>
                  <a:pt x="1447338" y="2658223"/>
                  <a:pt x="1436821" y="2660650"/>
                </a:cubicBezTo>
                <a:cubicBezTo>
                  <a:pt x="1433560" y="2661403"/>
                  <a:pt x="1430222" y="2662200"/>
                  <a:pt x="1427296" y="2663825"/>
                </a:cubicBezTo>
                <a:cubicBezTo>
                  <a:pt x="1420625" y="2667531"/>
                  <a:pt x="1415486" y="2674112"/>
                  <a:pt x="1408246" y="2676525"/>
                </a:cubicBezTo>
                <a:cubicBezTo>
                  <a:pt x="1395101" y="2680907"/>
                  <a:pt x="1401506" y="2677844"/>
                  <a:pt x="1389196" y="2686050"/>
                </a:cubicBezTo>
                <a:cubicBezTo>
                  <a:pt x="1384963" y="2684992"/>
                  <a:pt x="1380756" y="2683822"/>
                  <a:pt x="1376496" y="2682875"/>
                </a:cubicBezTo>
                <a:cubicBezTo>
                  <a:pt x="1371228" y="2681704"/>
                  <a:pt x="1365827" y="2681120"/>
                  <a:pt x="1360621" y="2679700"/>
                </a:cubicBezTo>
                <a:cubicBezTo>
                  <a:pt x="1316310" y="2667615"/>
                  <a:pt x="1364373" y="2677910"/>
                  <a:pt x="1325696" y="2670175"/>
                </a:cubicBezTo>
                <a:cubicBezTo>
                  <a:pt x="1321463" y="2668058"/>
                  <a:pt x="1317390" y="2665583"/>
                  <a:pt x="1312996" y="2663825"/>
                </a:cubicBezTo>
                <a:cubicBezTo>
                  <a:pt x="1296883" y="2657380"/>
                  <a:pt x="1294014" y="2657489"/>
                  <a:pt x="1278071" y="2654300"/>
                </a:cubicBezTo>
                <a:cubicBezTo>
                  <a:pt x="1273838" y="2652183"/>
                  <a:pt x="1269385" y="2650458"/>
                  <a:pt x="1265371" y="2647950"/>
                </a:cubicBezTo>
                <a:cubicBezTo>
                  <a:pt x="1260884" y="2645145"/>
                  <a:pt x="1257404" y="2640792"/>
                  <a:pt x="1252671" y="2638425"/>
                </a:cubicBezTo>
                <a:cubicBezTo>
                  <a:pt x="1248768" y="2636474"/>
                  <a:pt x="1244204" y="2636308"/>
                  <a:pt x="1239971" y="2635250"/>
                </a:cubicBezTo>
                <a:cubicBezTo>
                  <a:pt x="1232464" y="2627743"/>
                  <a:pt x="1227250" y="2621631"/>
                  <a:pt x="1217746" y="2616200"/>
                </a:cubicBezTo>
                <a:cubicBezTo>
                  <a:pt x="1214840" y="2614540"/>
                  <a:pt x="1211396" y="2614083"/>
                  <a:pt x="1208221" y="2613025"/>
                </a:cubicBezTo>
                <a:cubicBezTo>
                  <a:pt x="1202929" y="2608792"/>
                  <a:pt x="1197138" y="2605117"/>
                  <a:pt x="1192346" y="2600325"/>
                </a:cubicBezTo>
                <a:cubicBezTo>
                  <a:pt x="1189648" y="2597627"/>
                  <a:pt x="1188439" y="2593731"/>
                  <a:pt x="1185996" y="2590800"/>
                </a:cubicBezTo>
                <a:cubicBezTo>
                  <a:pt x="1183121" y="2587351"/>
                  <a:pt x="1179346" y="2584724"/>
                  <a:pt x="1176471" y="2581275"/>
                </a:cubicBezTo>
                <a:cubicBezTo>
                  <a:pt x="1174028" y="2578344"/>
                  <a:pt x="1172819" y="2574448"/>
                  <a:pt x="1170121" y="2571750"/>
                </a:cubicBezTo>
                <a:cubicBezTo>
                  <a:pt x="1165329" y="2566958"/>
                  <a:pt x="1159038" y="2563842"/>
                  <a:pt x="1154246" y="2559050"/>
                </a:cubicBezTo>
                <a:cubicBezTo>
                  <a:pt x="1150504" y="2555308"/>
                  <a:pt x="1147526" y="2550837"/>
                  <a:pt x="1144721" y="2546350"/>
                </a:cubicBezTo>
                <a:cubicBezTo>
                  <a:pt x="1140571" y="2539709"/>
                  <a:pt x="1137847" y="2529951"/>
                  <a:pt x="1132021" y="2524125"/>
                </a:cubicBezTo>
                <a:cubicBezTo>
                  <a:pt x="1127229" y="2519333"/>
                  <a:pt x="1121438" y="2515658"/>
                  <a:pt x="1116146" y="2511425"/>
                </a:cubicBezTo>
                <a:cubicBezTo>
                  <a:pt x="1109625" y="2491861"/>
                  <a:pt x="1117083" y="2512740"/>
                  <a:pt x="1106621" y="2489200"/>
                </a:cubicBezTo>
                <a:cubicBezTo>
                  <a:pt x="1104306" y="2483992"/>
                  <a:pt x="1102586" y="2478533"/>
                  <a:pt x="1100271" y="2473325"/>
                </a:cubicBezTo>
                <a:cubicBezTo>
                  <a:pt x="1082473" y="2433280"/>
                  <a:pt x="1106394" y="2491808"/>
                  <a:pt x="1087571" y="2444750"/>
                </a:cubicBezTo>
                <a:cubicBezTo>
                  <a:pt x="1086513" y="2423583"/>
                  <a:pt x="1086021" y="2402381"/>
                  <a:pt x="1084396" y="2381250"/>
                </a:cubicBezTo>
                <a:cubicBezTo>
                  <a:pt x="1083036" y="2363570"/>
                  <a:pt x="1081066" y="2364599"/>
                  <a:pt x="1078046" y="2349500"/>
                </a:cubicBezTo>
                <a:cubicBezTo>
                  <a:pt x="1072458" y="2321561"/>
                  <a:pt x="1077875" y="2339462"/>
                  <a:pt x="1071696" y="2320925"/>
                </a:cubicBezTo>
                <a:cubicBezTo>
                  <a:pt x="1070638" y="2294467"/>
                  <a:pt x="1070343" y="2267967"/>
                  <a:pt x="1068521" y="2241550"/>
                </a:cubicBezTo>
                <a:cubicBezTo>
                  <a:pt x="1068221" y="2237197"/>
                  <a:pt x="1066202" y="2233129"/>
                  <a:pt x="1065346" y="2228850"/>
                </a:cubicBezTo>
                <a:cubicBezTo>
                  <a:pt x="1064083" y="2222537"/>
                  <a:pt x="1065742" y="2215156"/>
                  <a:pt x="1062171" y="2209800"/>
                </a:cubicBezTo>
                <a:cubicBezTo>
                  <a:pt x="1053690" y="2197079"/>
                  <a:pt x="1028184" y="2198263"/>
                  <a:pt x="1017721" y="2197100"/>
                </a:cubicBezTo>
                <a:cubicBezTo>
                  <a:pt x="972046" y="2181875"/>
                  <a:pt x="1029085" y="2200347"/>
                  <a:pt x="973271" y="2184400"/>
                </a:cubicBezTo>
                <a:cubicBezTo>
                  <a:pt x="946850" y="2176851"/>
                  <a:pt x="958521" y="2179919"/>
                  <a:pt x="938346" y="2174875"/>
                </a:cubicBezTo>
                <a:cubicBezTo>
                  <a:pt x="914675" y="2159094"/>
                  <a:pt x="947414" y="2179038"/>
                  <a:pt x="909771" y="2165350"/>
                </a:cubicBezTo>
                <a:cubicBezTo>
                  <a:pt x="903971" y="2163241"/>
                  <a:pt x="899416" y="2158585"/>
                  <a:pt x="893896" y="2155825"/>
                </a:cubicBezTo>
                <a:cubicBezTo>
                  <a:pt x="890903" y="2154328"/>
                  <a:pt x="887546" y="2153708"/>
                  <a:pt x="884371" y="2152650"/>
                </a:cubicBezTo>
                <a:cubicBezTo>
                  <a:pt x="880138" y="2154767"/>
                  <a:pt x="875018" y="2155653"/>
                  <a:pt x="871671" y="2159000"/>
                </a:cubicBezTo>
                <a:cubicBezTo>
                  <a:pt x="859697" y="2170974"/>
                  <a:pt x="869736" y="2169840"/>
                  <a:pt x="862146" y="2181225"/>
                </a:cubicBezTo>
                <a:cubicBezTo>
                  <a:pt x="855189" y="2191660"/>
                  <a:pt x="851881" y="2189779"/>
                  <a:pt x="843096" y="2197100"/>
                </a:cubicBezTo>
                <a:cubicBezTo>
                  <a:pt x="839647" y="2199975"/>
                  <a:pt x="837470" y="2204397"/>
                  <a:pt x="833571" y="2206625"/>
                </a:cubicBezTo>
                <a:cubicBezTo>
                  <a:pt x="829782" y="2208790"/>
                  <a:pt x="824957" y="2208268"/>
                  <a:pt x="820871" y="2209800"/>
                </a:cubicBezTo>
                <a:cubicBezTo>
                  <a:pt x="816439" y="2211462"/>
                  <a:pt x="812185" y="2213642"/>
                  <a:pt x="808171" y="2216150"/>
                </a:cubicBezTo>
                <a:cubicBezTo>
                  <a:pt x="802418" y="2219745"/>
                  <a:pt x="792663" y="2228667"/>
                  <a:pt x="785946" y="2232025"/>
                </a:cubicBezTo>
                <a:cubicBezTo>
                  <a:pt x="763126" y="2243435"/>
                  <a:pt x="776274" y="2232446"/>
                  <a:pt x="754196" y="2247900"/>
                </a:cubicBezTo>
                <a:cubicBezTo>
                  <a:pt x="748644" y="2251786"/>
                  <a:pt x="743960" y="2256841"/>
                  <a:pt x="738321" y="2260600"/>
                </a:cubicBezTo>
                <a:cubicBezTo>
                  <a:pt x="734383" y="2263225"/>
                  <a:pt x="729472" y="2264199"/>
                  <a:pt x="725621" y="2266950"/>
                </a:cubicBezTo>
                <a:cubicBezTo>
                  <a:pt x="721967" y="2269560"/>
                  <a:pt x="719750" y="2273865"/>
                  <a:pt x="716096" y="2276475"/>
                </a:cubicBezTo>
                <a:cubicBezTo>
                  <a:pt x="712245" y="2279226"/>
                  <a:pt x="707247" y="2280074"/>
                  <a:pt x="703396" y="2282825"/>
                </a:cubicBezTo>
                <a:cubicBezTo>
                  <a:pt x="683085" y="2297333"/>
                  <a:pt x="706423" y="2289257"/>
                  <a:pt x="677996" y="2305050"/>
                </a:cubicBezTo>
                <a:cubicBezTo>
                  <a:pt x="674182" y="2307169"/>
                  <a:pt x="669529" y="2307167"/>
                  <a:pt x="665296" y="2308225"/>
                </a:cubicBezTo>
                <a:cubicBezTo>
                  <a:pt x="661063" y="2316692"/>
                  <a:pt x="655589" y="2324645"/>
                  <a:pt x="652596" y="2333625"/>
                </a:cubicBezTo>
                <a:cubicBezTo>
                  <a:pt x="644749" y="2357165"/>
                  <a:pt x="649239" y="2346688"/>
                  <a:pt x="639896" y="2365375"/>
                </a:cubicBezTo>
                <a:cubicBezTo>
                  <a:pt x="661063" y="2366433"/>
                  <a:pt x="682261" y="2366984"/>
                  <a:pt x="703396" y="2368550"/>
                </a:cubicBezTo>
                <a:cubicBezTo>
                  <a:pt x="711036" y="2369116"/>
                  <a:pt x="732652" y="2372689"/>
                  <a:pt x="741496" y="2374900"/>
                </a:cubicBezTo>
                <a:cubicBezTo>
                  <a:pt x="748971" y="2376769"/>
                  <a:pt x="756313" y="2379133"/>
                  <a:pt x="763721" y="2381250"/>
                </a:cubicBezTo>
                <a:cubicBezTo>
                  <a:pt x="782824" y="2374882"/>
                  <a:pt x="763745" y="2378087"/>
                  <a:pt x="782771" y="2387600"/>
                </a:cubicBezTo>
                <a:cubicBezTo>
                  <a:pt x="787598" y="2390013"/>
                  <a:pt x="793354" y="2389717"/>
                  <a:pt x="798646" y="2390775"/>
                </a:cubicBezTo>
                <a:cubicBezTo>
                  <a:pt x="801821" y="2389717"/>
                  <a:pt x="804824" y="2387600"/>
                  <a:pt x="808171" y="2387600"/>
                </a:cubicBezTo>
                <a:cubicBezTo>
                  <a:pt x="813567" y="2387600"/>
                  <a:pt x="818778" y="2389604"/>
                  <a:pt x="824046" y="2390775"/>
                </a:cubicBezTo>
                <a:cubicBezTo>
                  <a:pt x="828306" y="2391722"/>
                  <a:pt x="832566" y="2392696"/>
                  <a:pt x="836746" y="2393950"/>
                </a:cubicBezTo>
                <a:cubicBezTo>
                  <a:pt x="843157" y="2395873"/>
                  <a:pt x="849232" y="2398987"/>
                  <a:pt x="855796" y="2400300"/>
                </a:cubicBezTo>
                <a:cubicBezTo>
                  <a:pt x="861088" y="2401358"/>
                  <a:pt x="866436" y="2402166"/>
                  <a:pt x="871671" y="2403475"/>
                </a:cubicBezTo>
                <a:cubicBezTo>
                  <a:pt x="874918" y="2404287"/>
                  <a:pt x="877949" y="2405838"/>
                  <a:pt x="881196" y="2406650"/>
                </a:cubicBezTo>
                <a:cubicBezTo>
                  <a:pt x="886431" y="2407959"/>
                  <a:pt x="891836" y="2408516"/>
                  <a:pt x="897071" y="2409825"/>
                </a:cubicBezTo>
                <a:cubicBezTo>
                  <a:pt x="900318" y="2410637"/>
                  <a:pt x="903378" y="2412081"/>
                  <a:pt x="906596" y="2413000"/>
                </a:cubicBezTo>
                <a:cubicBezTo>
                  <a:pt x="910792" y="2414199"/>
                  <a:pt x="915063" y="2415117"/>
                  <a:pt x="919296" y="2416175"/>
                </a:cubicBezTo>
                <a:cubicBezTo>
                  <a:pt x="922471" y="2419350"/>
                  <a:pt x="925393" y="2422800"/>
                  <a:pt x="928821" y="2425700"/>
                </a:cubicBezTo>
                <a:cubicBezTo>
                  <a:pt x="954620" y="2447530"/>
                  <a:pt x="951808" y="2445258"/>
                  <a:pt x="970096" y="2457450"/>
                </a:cubicBezTo>
                <a:cubicBezTo>
                  <a:pt x="975126" y="2467510"/>
                  <a:pt x="977728" y="2474607"/>
                  <a:pt x="985971" y="2482850"/>
                </a:cubicBezTo>
                <a:cubicBezTo>
                  <a:pt x="989713" y="2486592"/>
                  <a:pt x="994438" y="2489200"/>
                  <a:pt x="998671" y="2492375"/>
                </a:cubicBezTo>
                <a:cubicBezTo>
                  <a:pt x="1006356" y="2515430"/>
                  <a:pt x="995353" y="2485767"/>
                  <a:pt x="1011371" y="2514600"/>
                </a:cubicBezTo>
                <a:cubicBezTo>
                  <a:pt x="1022588" y="2534790"/>
                  <a:pt x="1010186" y="2527963"/>
                  <a:pt x="1027246" y="2533650"/>
                </a:cubicBezTo>
                <a:cubicBezTo>
                  <a:pt x="1030421" y="2537883"/>
                  <a:pt x="1034146" y="2541756"/>
                  <a:pt x="1036771" y="2546350"/>
                </a:cubicBezTo>
                <a:cubicBezTo>
                  <a:pt x="1038431" y="2549256"/>
                  <a:pt x="1038090" y="2553090"/>
                  <a:pt x="1039946" y="2555875"/>
                </a:cubicBezTo>
                <a:cubicBezTo>
                  <a:pt x="1042437" y="2559611"/>
                  <a:pt x="1046596" y="2561951"/>
                  <a:pt x="1049471" y="2565400"/>
                </a:cubicBezTo>
                <a:cubicBezTo>
                  <a:pt x="1073648" y="2594413"/>
                  <a:pt x="1030363" y="2549467"/>
                  <a:pt x="1068521" y="2587625"/>
                </a:cubicBezTo>
                <a:cubicBezTo>
                  <a:pt x="1069579" y="2591858"/>
                  <a:pt x="1070164" y="2596239"/>
                  <a:pt x="1071696" y="2600325"/>
                </a:cubicBezTo>
                <a:cubicBezTo>
                  <a:pt x="1073358" y="2604757"/>
                  <a:pt x="1076686" y="2608492"/>
                  <a:pt x="1078046" y="2613025"/>
                </a:cubicBezTo>
                <a:cubicBezTo>
                  <a:pt x="1079896" y="2619191"/>
                  <a:pt x="1080069" y="2625741"/>
                  <a:pt x="1081221" y="2632075"/>
                </a:cubicBezTo>
                <a:cubicBezTo>
                  <a:pt x="1090096" y="2680888"/>
                  <a:pt x="1078215" y="2610865"/>
                  <a:pt x="1087571" y="2667000"/>
                </a:cubicBezTo>
                <a:cubicBezTo>
                  <a:pt x="1084830" y="2721811"/>
                  <a:pt x="1087651" y="2714188"/>
                  <a:pt x="1081221" y="2749550"/>
                </a:cubicBezTo>
                <a:cubicBezTo>
                  <a:pt x="1080256" y="2754859"/>
                  <a:pt x="1079597" y="2760256"/>
                  <a:pt x="1078046" y="2765425"/>
                </a:cubicBezTo>
                <a:cubicBezTo>
                  <a:pt x="1076408" y="2770884"/>
                  <a:pt x="1073813" y="2776008"/>
                  <a:pt x="1071696" y="2781300"/>
                </a:cubicBezTo>
                <a:cubicBezTo>
                  <a:pt x="1064247" y="2848344"/>
                  <a:pt x="1074248" y="2781468"/>
                  <a:pt x="1062171" y="2825750"/>
                </a:cubicBezTo>
                <a:cubicBezTo>
                  <a:pt x="1060477" y="2831961"/>
                  <a:pt x="1061032" y="2838693"/>
                  <a:pt x="1058996" y="2844800"/>
                </a:cubicBezTo>
                <a:cubicBezTo>
                  <a:pt x="1057789" y="2848420"/>
                  <a:pt x="1054499" y="2850989"/>
                  <a:pt x="1052646" y="2854325"/>
                </a:cubicBezTo>
                <a:cubicBezTo>
                  <a:pt x="1049198" y="2860531"/>
                  <a:pt x="1047381" y="2867695"/>
                  <a:pt x="1043121" y="2873375"/>
                </a:cubicBezTo>
                <a:cubicBezTo>
                  <a:pt x="1040831" y="2876428"/>
                  <a:pt x="1036527" y="2877282"/>
                  <a:pt x="1033596" y="2879725"/>
                </a:cubicBezTo>
                <a:cubicBezTo>
                  <a:pt x="1030147" y="2882600"/>
                  <a:pt x="1026681" y="2885596"/>
                  <a:pt x="1024071" y="2889250"/>
                </a:cubicBezTo>
                <a:cubicBezTo>
                  <a:pt x="989581" y="2937536"/>
                  <a:pt x="1053276" y="2860364"/>
                  <a:pt x="1005021" y="2914650"/>
                </a:cubicBezTo>
                <a:cubicBezTo>
                  <a:pt x="1000519" y="2919715"/>
                  <a:pt x="996307" y="2925044"/>
                  <a:pt x="992321" y="2930525"/>
                </a:cubicBezTo>
                <a:cubicBezTo>
                  <a:pt x="987832" y="2936697"/>
                  <a:pt x="985971" y="2945342"/>
                  <a:pt x="979621" y="2949575"/>
                </a:cubicBezTo>
                <a:lnTo>
                  <a:pt x="970096" y="2955925"/>
                </a:lnTo>
                <a:cubicBezTo>
                  <a:pt x="965033" y="2963520"/>
                  <a:pt x="961999" y="2969419"/>
                  <a:pt x="954221" y="2974975"/>
                </a:cubicBezTo>
                <a:cubicBezTo>
                  <a:pt x="950370" y="2977726"/>
                  <a:pt x="945580" y="2978890"/>
                  <a:pt x="941521" y="2981325"/>
                </a:cubicBezTo>
                <a:cubicBezTo>
                  <a:pt x="934977" y="2985252"/>
                  <a:pt x="928576" y="2989446"/>
                  <a:pt x="922471" y="2994025"/>
                </a:cubicBezTo>
                <a:cubicBezTo>
                  <a:pt x="918238" y="2997200"/>
                  <a:pt x="914504" y="3001183"/>
                  <a:pt x="909771" y="3003550"/>
                </a:cubicBezTo>
                <a:cubicBezTo>
                  <a:pt x="905868" y="3005501"/>
                  <a:pt x="901304" y="3005667"/>
                  <a:pt x="897071" y="3006725"/>
                </a:cubicBezTo>
                <a:cubicBezTo>
                  <a:pt x="894954" y="3009900"/>
                  <a:pt x="893896" y="3014133"/>
                  <a:pt x="890721" y="3016250"/>
                </a:cubicBezTo>
                <a:cubicBezTo>
                  <a:pt x="887090" y="3018671"/>
                  <a:pt x="882049" y="3017747"/>
                  <a:pt x="878021" y="3019425"/>
                </a:cubicBezTo>
                <a:cubicBezTo>
                  <a:pt x="869283" y="3023066"/>
                  <a:pt x="860497" y="3026874"/>
                  <a:pt x="852621" y="3032125"/>
                </a:cubicBezTo>
                <a:cubicBezTo>
                  <a:pt x="849446" y="3034242"/>
                  <a:pt x="846583" y="3036925"/>
                  <a:pt x="843096" y="3038475"/>
                </a:cubicBezTo>
                <a:cubicBezTo>
                  <a:pt x="836979" y="3041193"/>
                  <a:pt x="824046" y="3044825"/>
                  <a:pt x="824046" y="3044825"/>
                </a:cubicBezTo>
                <a:cubicBezTo>
                  <a:pt x="811346" y="3043767"/>
                  <a:pt x="798682" y="3041195"/>
                  <a:pt x="785946" y="3041650"/>
                </a:cubicBezTo>
                <a:cubicBezTo>
                  <a:pt x="693753" y="3044943"/>
                  <a:pt x="768542" y="3052175"/>
                  <a:pt x="709746" y="3044825"/>
                </a:cubicBezTo>
                <a:cubicBezTo>
                  <a:pt x="706571" y="3043767"/>
                  <a:pt x="703214" y="3043147"/>
                  <a:pt x="700221" y="3041650"/>
                </a:cubicBezTo>
                <a:cubicBezTo>
                  <a:pt x="675602" y="3029340"/>
                  <a:pt x="705112" y="3040105"/>
                  <a:pt x="681171" y="3032125"/>
                </a:cubicBezTo>
                <a:cubicBezTo>
                  <a:pt x="662418" y="3013372"/>
                  <a:pt x="681972" y="3029659"/>
                  <a:pt x="658946" y="3019425"/>
                </a:cubicBezTo>
                <a:cubicBezTo>
                  <a:pt x="653307" y="3016919"/>
                  <a:pt x="648710" y="3012406"/>
                  <a:pt x="643071" y="3009900"/>
                </a:cubicBezTo>
                <a:cubicBezTo>
                  <a:pt x="624760" y="3001762"/>
                  <a:pt x="636324" y="3011289"/>
                  <a:pt x="620846" y="3003550"/>
                </a:cubicBezTo>
                <a:cubicBezTo>
                  <a:pt x="615326" y="3000790"/>
                  <a:pt x="610491" y="2996785"/>
                  <a:pt x="604971" y="2994025"/>
                </a:cubicBezTo>
                <a:cubicBezTo>
                  <a:pt x="601978" y="2992528"/>
                  <a:pt x="598504" y="2992209"/>
                  <a:pt x="595446" y="2990850"/>
                </a:cubicBezTo>
                <a:cubicBezTo>
                  <a:pt x="561277" y="2975664"/>
                  <a:pt x="588595" y="2987389"/>
                  <a:pt x="566871" y="2974975"/>
                </a:cubicBezTo>
                <a:cubicBezTo>
                  <a:pt x="562762" y="2972627"/>
                  <a:pt x="558022" y="2971376"/>
                  <a:pt x="554171" y="2968625"/>
                </a:cubicBezTo>
                <a:cubicBezTo>
                  <a:pt x="550517" y="2966015"/>
                  <a:pt x="548121" y="2961943"/>
                  <a:pt x="544646" y="2959100"/>
                </a:cubicBezTo>
                <a:cubicBezTo>
                  <a:pt x="536455" y="2952398"/>
                  <a:pt x="525117" y="2948856"/>
                  <a:pt x="519246" y="2940050"/>
                </a:cubicBezTo>
                <a:cubicBezTo>
                  <a:pt x="512623" y="2930115"/>
                  <a:pt x="502580" y="2913859"/>
                  <a:pt x="493846" y="2905125"/>
                </a:cubicBezTo>
                <a:cubicBezTo>
                  <a:pt x="491148" y="2902427"/>
                  <a:pt x="487496" y="2900892"/>
                  <a:pt x="484321" y="2898775"/>
                </a:cubicBezTo>
                <a:cubicBezTo>
                  <a:pt x="476805" y="2883743"/>
                  <a:pt x="467240" y="2862644"/>
                  <a:pt x="455746" y="2851150"/>
                </a:cubicBezTo>
                <a:lnTo>
                  <a:pt x="446221" y="2841625"/>
                </a:lnTo>
                <a:cubicBezTo>
                  <a:pt x="444104" y="2836333"/>
                  <a:pt x="441872" y="2831086"/>
                  <a:pt x="439871" y="2825750"/>
                </a:cubicBezTo>
                <a:cubicBezTo>
                  <a:pt x="438696" y="2822616"/>
                  <a:pt x="438787" y="2818838"/>
                  <a:pt x="436696" y="2816225"/>
                </a:cubicBezTo>
                <a:cubicBezTo>
                  <a:pt x="434312" y="2813245"/>
                  <a:pt x="430346" y="2811992"/>
                  <a:pt x="427171" y="2809875"/>
                </a:cubicBezTo>
                <a:cubicBezTo>
                  <a:pt x="416124" y="2776733"/>
                  <a:pt x="421298" y="2797501"/>
                  <a:pt x="417646" y="2746375"/>
                </a:cubicBezTo>
                <a:cubicBezTo>
                  <a:pt x="418704" y="2738967"/>
                  <a:pt x="420224" y="2731610"/>
                  <a:pt x="420821" y="2724150"/>
                </a:cubicBezTo>
                <a:cubicBezTo>
                  <a:pt x="426127" y="2657822"/>
                  <a:pt x="417621" y="2686124"/>
                  <a:pt x="427171" y="2657475"/>
                </a:cubicBezTo>
                <a:cubicBezTo>
                  <a:pt x="428229" y="2644775"/>
                  <a:pt x="430346" y="2632119"/>
                  <a:pt x="430346" y="2619375"/>
                </a:cubicBezTo>
                <a:cubicBezTo>
                  <a:pt x="430346" y="2615011"/>
                  <a:pt x="429897" y="2610082"/>
                  <a:pt x="427171" y="2606675"/>
                </a:cubicBezTo>
                <a:cubicBezTo>
                  <a:pt x="425080" y="2604062"/>
                  <a:pt x="420821" y="2604558"/>
                  <a:pt x="417646" y="2603500"/>
                </a:cubicBezTo>
                <a:cubicBezTo>
                  <a:pt x="413413" y="2606675"/>
                  <a:pt x="410112" y="2611877"/>
                  <a:pt x="404946" y="2613025"/>
                </a:cubicBezTo>
                <a:cubicBezTo>
                  <a:pt x="399678" y="2614196"/>
                  <a:pt x="394467" y="2609850"/>
                  <a:pt x="389071" y="2609850"/>
                </a:cubicBezTo>
                <a:cubicBezTo>
                  <a:pt x="364706" y="2609850"/>
                  <a:pt x="340388" y="2611967"/>
                  <a:pt x="316046" y="2613025"/>
                </a:cubicBezTo>
                <a:cubicBezTo>
                  <a:pt x="312871" y="2611967"/>
                  <a:pt x="309739" y="2610769"/>
                  <a:pt x="306521" y="2609850"/>
                </a:cubicBezTo>
                <a:cubicBezTo>
                  <a:pt x="295887" y="2606812"/>
                  <a:pt x="284831" y="2605355"/>
                  <a:pt x="274771" y="2600325"/>
                </a:cubicBezTo>
                <a:cubicBezTo>
                  <a:pt x="270538" y="2598208"/>
                  <a:pt x="266180" y="2596323"/>
                  <a:pt x="262071" y="2593975"/>
                </a:cubicBezTo>
                <a:cubicBezTo>
                  <a:pt x="258758" y="2592082"/>
                  <a:pt x="256119" y="2588965"/>
                  <a:pt x="252546" y="2587625"/>
                </a:cubicBezTo>
                <a:cubicBezTo>
                  <a:pt x="248996" y="2586294"/>
                  <a:pt x="219761" y="2581632"/>
                  <a:pt x="217621" y="2581275"/>
                </a:cubicBezTo>
                <a:cubicBezTo>
                  <a:pt x="212329" y="2579158"/>
                  <a:pt x="207102" y="2576873"/>
                  <a:pt x="201746" y="2574925"/>
                </a:cubicBezTo>
                <a:cubicBezTo>
                  <a:pt x="195456" y="2572638"/>
                  <a:pt x="188911" y="2571061"/>
                  <a:pt x="182696" y="2568575"/>
                </a:cubicBezTo>
                <a:lnTo>
                  <a:pt x="166821" y="2562225"/>
                </a:lnTo>
                <a:cubicBezTo>
                  <a:pt x="163646" y="2559050"/>
                  <a:pt x="160840" y="2555457"/>
                  <a:pt x="157296" y="2552700"/>
                </a:cubicBezTo>
                <a:cubicBezTo>
                  <a:pt x="151272" y="2548015"/>
                  <a:pt x="138246" y="2540000"/>
                  <a:pt x="138246" y="2540000"/>
                </a:cubicBezTo>
                <a:cubicBezTo>
                  <a:pt x="123281" y="2517552"/>
                  <a:pt x="142825" y="2544579"/>
                  <a:pt x="119196" y="2520950"/>
                </a:cubicBezTo>
                <a:cubicBezTo>
                  <a:pt x="115454" y="2517208"/>
                  <a:pt x="113156" y="2512232"/>
                  <a:pt x="109671" y="2508250"/>
                </a:cubicBezTo>
                <a:cubicBezTo>
                  <a:pt x="98892" y="2495931"/>
                  <a:pt x="99008" y="2496908"/>
                  <a:pt x="87446" y="2489200"/>
                </a:cubicBezTo>
                <a:cubicBezTo>
                  <a:pt x="83213" y="2481792"/>
                  <a:pt x="79639" y="2473965"/>
                  <a:pt x="74746" y="2466975"/>
                </a:cubicBezTo>
                <a:cubicBezTo>
                  <a:pt x="72171" y="2463297"/>
                  <a:pt x="67402" y="2461375"/>
                  <a:pt x="65221" y="2457450"/>
                </a:cubicBezTo>
                <a:cubicBezTo>
                  <a:pt x="38198" y="2408808"/>
                  <a:pt x="81813" y="2467077"/>
                  <a:pt x="46171" y="2422525"/>
                </a:cubicBezTo>
                <a:cubicBezTo>
                  <a:pt x="45113" y="2419350"/>
                  <a:pt x="43915" y="2416218"/>
                  <a:pt x="42996" y="2413000"/>
                </a:cubicBezTo>
                <a:cubicBezTo>
                  <a:pt x="41797" y="2408804"/>
                  <a:pt x="41353" y="2404386"/>
                  <a:pt x="39821" y="2400300"/>
                </a:cubicBezTo>
                <a:cubicBezTo>
                  <a:pt x="38159" y="2395868"/>
                  <a:pt x="35588" y="2391833"/>
                  <a:pt x="33471" y="2387600"/>
                </a:cubicBezTo>
                <a:cubicBezTo>
                  <a:pt x="31568" y="2376183"/>
                  <a:pt x="31384" y="2368973"/>
                  <a:pt x="27121" y="2359025"/>
                </a:cubicBezTo>
                <a:cubicBezTo>
                  <a:pt x="21669" y="2346304"/>
                  <a:pt x="20574" y="2348714"/>
                  <a:pt x="17596" y="2336800"/>
                </a:cubicBezTo>
                <a:lnTo>
                  <a:pt x="11246" y="2311400"/>
                </a:lnTo>
                <a:cubicBezTo>
                  <a:pt x="10188" y="2301875"/>
                  <a:pt x="9426" y="2292312"/>
                  <a:pt x="8071" y="2282825"/>
                </a:cubicBezTo>
                <a:cubicBezTo>
                  <a:pt x="7308" y="2277483"/>
                  <a:pt x="5717" y="2272284"/>
                  <a:pt x="4896" y="2266950"/>
                </a:cubicBezTo>
                <a:cubicBezTo>
                  <a:pt x="3599" y="2258517"/>
                  <a:pt x="2779" y="2250017"/>
                  <a:pt x="1721" y="2241550"/>
                </a:cubicBezTo>
                <a:cubicBezTo>
                  <a:pt x="2779" y="2232025"/>
                  <a:pt x="-4557" y="2214551"/>
                  <a:pt x="4896" y="2212975"/>
                </a:cubicBezTo>
                <a:cubicBezTo>
                  <a:pt x="18507" y="2210706"/>
                  <a:pt x="26604" y="2231235"/>
                  <a:pt x="39821" y="2235200"/>
                </a:cubicBezTo>
                <a:lnTo>
                  <a:pt x="71571" y="2244725"/>
                </a:lnTo>
                <a:cubicBezTo>
                  <a:pt x="86388" y="2243667"/>
                  <a:pt x="101167" y="2241550"/>
                  <a:pt x="116021" y="2241550"/>
                </a:cubicBezTo>
                <a:cubicBezTo>
                  <a:pt x="123505" y="2241550"/>
                  <a:pt x="130762" y="2244725"/>
                  <a:pt x="138246" y="2244725"/>
                </a:cubicBezTo>
                <a:cubicBezTo>
                  <a:pt x="144684" y="2244725"/>
                  <a:pt x="150930" y="2242505"/>
                  <a:pt x="157296" y="2241550"/>
                </a:cubicBezTo>
                <a:cubicBezTo>
                  <a:pt x="212114" y="2233327"/>
                  <a:pt x="185944" y="2239715"/>
                  <a:pt x="223971" y="2228850"/>
                </a:cubicBezTo>
                <a:cubicBezTo>
                  <a:pt x="229263" y="2225675"/>
                  <a:pt x="234428" y="2222280"/>
                  <a:pt x="239846" y="2219325"/>
                </a:cubicBezTo>
                <a:cubicBezTo>
                  <a:pt x="246079" y="2215925"/>
                  <a:pt x="253292" y="2214159"/>
                  <a:pt x="258896" y="2209800"/>
                </a:cubicBezTo>
                <a:cubicBezTo>
                  <a:pt x="264314" y="2205586"/>
                  <a:pt x="270098" y="2193182"/>
                  <a:pt x="274771" y="2187575"/>
                </a:cubicBezTo>
                <a:cubicBezTo>
                  <a:pt x="277646" y="2184126"/>
                  <a:pt x="281121" y="2181225"/>
                  <a:pt x="284296" y="2178050"/>
                </a:cubicBezTo>
                <a:cubicBezTo>
                  <a:pt x="286413" y="2169583"/>
                  <a:pt x="293406" y="2160929"/>
                  <a:pt x="290646" y="2152650"/>
                </a:cubicBezTo>
                <a:cubicBezTo>
                  <a:pt x="289588" y="2149475"/>
                  <a:pt x="284296" y="2142067"/>
                  <a:pt x="287471" y="2143125"/>
                </a:cubicBezTo>
                <a:cubicBezTo>
                  <a:pt x="293151" y="2145018"/>
                  <a:pt x="295094" y="2152652"/>
                  <a:pt x="300171" y="2155825"/>
                </a:cubicBezTo>
                <a:cubicBezTo>
                  <a:pt x="303871" y="2158138"/>
                  <a:pt x="308691" y="2157746"/>
                  <a:pt x="312871" y="2159000"/>
                </a:cubicBezTo>
                <a:cubicBezTo>
                  <a:pt x="351892" y="2170706"/>
                  <a:pt x="313648" y="2164132"/>
                  <a:pt x="379546" y="2168525"/>
                </a:cubicBezTo>
                <a:cubicBezTo>
                  <a:pt x="388013" y="2166408"/>
                  <a:pt x="396352" y="2163692"/>
                  <a:pt x="404946" y="2162175"/>
                </a:cubicBezTo>
                <a:cubicBezTo>
                  <a:pt x="436021" y="2156691"/>
                  <a:pt x="430668" y="2163601"/>
                  <a:pt x="458921" y="2149475"/>
                </a:cubicBezTo>
                <a:cubicBezTo>
                  <a:pt x="488990" y="2134441"/>
                  <a:pt x="516789" y="2114780"/>
                  <a:pt x="547821" y="2101850"/>
                </a:cubicBezTo>
                <a:cubicBezTo>
                  <a:pt x="560521" y="2096558"/>
                  <a:pt x="573894" y="2092657"/>
                  <a:pt x="585921" y="2085975"/>
                </a:cubicBezTo>
                <a:cubicBezTo>
                  <a:pt x="651186" y="2049717"/>
                  <a:pt x="568450" y="2084708"/>
                  <a:pt x="620846" y="2063750"/>
                </a:cubicBezTo>
                <a:cubicBezTo>
                  <a:pt x="637385" y="2047211"/>
                  <a:pt x="644632" y="2042359"/>
                  <a:pt x="655771" y="2025650"/>
                </a:cubicBezTo>
                <a:cubicBezTo>
                  <a:pt x="659194" y="2020515"/>
                  <a:pt x="661507" y="2014646"/>
                  <a:pt x="665296" y="2009775"/>
                </a:cubicBezTo>
                <a:cubicBezTo>
                  <a:pt x="668972" y="2005049"/>
                  <a:pt x="674404" y="2001864"/>
                  <a:pt x="677996" y="1997075"/>
                </a:cubicBezTo>
                <a:cubicBezTo>
                  <a:pt x="680836" y="1993289"/>
                  <a:pt x="682047" y="1988512"/>
                  <a:pt x="684346" y="1984375"/>
                </a:cubicBezTo>
                <a:cubicBezTo>
                  <a:pt x="687343" y="1978980"/>
                  <a:pt x="690600" y="1973733"/>
                  <a:pt x="693871" y="1968500"/>
                </a:cubicBezTo>
                <a:cubicBezTo>
                  <a:pt x="695893" y="1965264"/>
                  <a:pt x="698394" y="1962325"/>
                  <a:pt x="700221" y="1958975"/>
                </a:cubicBezTo>
                <a:cubicBezTo>
                  <a:pt x="704754" y="1950665"/>
                  <a:pt x="709928" y="1942555"/>
                  <a:pt x="712921" y="1933575"/>
                </a:cubicBezTo>
                <a:cubicBezTo>
                  <a:pt x="713979" y="1930400"/>
                  <a:pt x="714599" y="1927043"/>
                  <a:pt x="716096" y="1924050"/>
                </a:cubicBezTo>
                <a:cubicBezTo>
                  <a:pt x="718856" y="1918530"/>
                  <a:pt x="722861" y="1913695"/>
                  <a:pt x="725621" y="1908175"/>
                </a:cubicBezTo>
                <a:cubicBezTo>
                  <a:pt x="727118" y="1905182"/>
                  <a:pt x="732143" y="1898650"/>
                  <a:pt x="728796" y="1898650"/>
                </a:cubicBezTo>
                <a:cubicBezTo>
                  <a:pt x="724980" y="1898650"/>
                  <a:pt x="720739" y="1904762"/>
                  <a:pt x="722446" y="1908175"/>
                </a:cubicBezTo>
                <a:cubicBezTo>
                  <a:pt x="723943" y="1911168"/>
                  <a:pt x="728796" y="1906058"/>
                  <a:pt x="731971" y="1905000"/>
                </a:cubicBezTo>
                <a:cubicBezTo>
                  <a:pt x="735146" y="1907117"/>
                  <a:pt x="738798" y="1908652"/>
                  <a:pt x="741496" y="1911350"/>
                </a:cubicBezTo>
                <a:cubicBezTo>
                  <a:pt x="744194" y="1914048"/>
                  <a:pt x="744671" y="1918758"/>
                  <a:pt x="747846" y="1920875"/>
                </a:cubicBezTo>
                <a:cubicBezTo>
                  <a:pt x="751477" y="1923296"/>
                  <a:pt x="756366" y="1922796"/>
                  <a:pt x="760546" y="1924050"/>
                </a:cubicBezTo>
                <a:cubicBezTo>
                  <a:pt x="766957" y="1925973"/>
                  <a:pt x="773856" y="1926956"/>
                  <a:pt x="779596" y="1930400"/>
                </a:cubicBezTo>
                <a:cubicBezTo>
                  <a:pt x="813895" y="1950979"/>
                  <a:pt x="779103" y="1932199"/>
                  <a:pt x="808171" y="1943100"/>
                </a:cubicBezTo>
                <a:cubicBezTo>
                  <a:pt x="812603" y="1944762"/>
                  <a:pt x="816857" y="1946942"/>
                  <a:pt x="820871" y="1949450"/>
                </a:cubicBezTo>
                <a:cubicBezTo>
                  <a:pt x="825358" y="1952255"/>
                  <a:pt x="828437" y="1957692"/>
                  <a:pt x="833571" y="1958975"/>
                </a:cubicBezTo>
                <a:cubicBezTo>
                  <a:pt x="845935" y="1962066"/>
                  <a:pt x="858984" y="1960942"/>
                  <a:pt x="871671" y="1962150"/>
                </a:cubicBezTo>
                <a:cubicBezTo>
                  <a:pt x="881211" y="1963059"/>
                  <a:pt x="890721" y="1964267"/>
                  <a:pt x="900246" y="1965325"/>
                </a:cubicBezTo>
                <a:cubicBezTo>
                  <a:pt x="905538" y="1963208"/>
                  <a:pt x="910913" y="1961290"/>
                  <a:pt x="916121" y="1958975"/>
                </a:cubicBezTo>
                <a:cubicBezTo>
                  <a:pt x="920446" y="1957053"/>
                  <a:pt x="924229" y="1953773"/>
                  <a:pt x="928821" y="1952625"/>
                </a:cubicBezTo>
                <a:cubicBezTo>
                  <a:pt x="937099" y="1950556"/>
                  <a:pt x="945754" y="1950508"/>
                  <a:pt x="954221" y="1949450"/>
                </a:cubicBezTo>
                <a:cubicBezTo>
                  <a:pt x="961629" y="1947333"/>
                  <a:pt x="969205" y="1945733"/>
                  <a:pt x="976446" y="1943100"/>
                </a:cubicBezTo>
                <a:cubicBezTo>
                  <a:pt x="980894" y="1941483"/>
                  <a:pt x="984656" y="1938247"/>
                  <a:pt x="989146" y="1936750"/>
                </a:cubicBezTo>
                <a:cubicBezTo>
                  <a:pt x="994266" y="1935043"/>
                  <a:pt x="999753" y="1934746"/>
                  <a:pt x="1005021" y="1933575"/>
                </a:cubicBezTo>
                <a:cubicBezTo>
                  <a:pt x="1015084" y="1931339"/>
                  <a:pt x="1024335" y="1928989"/>
                  <a:pt x="1033596" y="1924050"/>
                </a:cubicBezTo>
                <a:cubicBezTo>
                  <a:pt x="1038867" y="1921239"/>
                  <a:pt x="1064275" y="1906219"/>
                  <a:pt x="1074871" y="1898650"/>
                </a:cubicBezTo>
                <a:cubicBezTo>
                  <a:pt x="1079177" y="1895574"/>
                  <a:pt x="1083638" y="1892665"/>
                  <a:pt x="1087571" y="1889125"/>
                </a:cubicBezTo>
                <a:cubicBezTo>
                  <a:pt x="1115567" y="1863929"/>
                  <a:pt x="1095638" y="1875567"/>
                  <a:pt x="1119321" y="1863725"/>
                </a:cubicBezTo>
                <a:cubicBezTo>
                  <a:pt x="1131487" y="1847503"/>
                  <a:pt x="1138954" y="1836300"/>
                  <a:pt x="1157421" y="1822450"/>
                </a:cubicBezTo>
                <a:cubicBezTo>
                  <a:pt x="1167459" y="1814921"/>
                  <a:pt x="1171686" y="1812687"/>
                  <a:pt x="1179646" y="1803400"/>
                </a:cubicBezTo>
                <a:cubicBezTo>
                  <a:pt x="1189402" y="1792018"/>
                  <a:pt x="1190497" y="1787943"/>
                  <a:pt x="1198696" y="1774825"/>
                </a:cubicBezTo>
                <a:cubicBezTo>
                  <a:pt x="1200718" y="1771589"/>
                  <a:pt x="1202115" y="1767743"/>
                  <a:pt x="1205046" y="1765300"/>
                </a:cubicBezTo>
                <a:cubicBezTo>
                  <a:pt x="1208682" y="1762270"/>
                  <a:pt x="1213513" y="1761067"/>
                  <a:pt x="1217746" y="1758950"/>
                </a:cubicBezTo>
                <a:cubicBezTo>
                  <a:pt x="1259702" y="1769439"/>
                  <a:pt x="1234486" y="1766382"/>
                  <a:pt x="1293946" y="1758950"/>
                </a:cubicBezTo>
                <a:cubicBezTo>
                  <a:pt x="1306646" y="1753658"/>
                  <a:pt x="1320100" y="1749901"/>
                  <a:pt x="1332046" y="1743075"/>
                </a:cubicBezTo>
                <a:cubicBezTo>
                  <a:pt x="1370837" y="1720909"/>
                  <a:pt x="1347171" y="1735108"/>
                  <a:pt x="1401896" y="1698625"/>
                </a:cubicBezTo>
                <a:cubicBezTo>
                  <a:pt x="1408246" y="1694392"/>
                  <a:pt x="1415920" y="1691668"/>
                  <a:pt x="1420946" y="1685925"/>
                </a:cubicBezTo>
                <a:cubicBezTo>
                  <a:pt x="1447633" y="1655425"/>
                  <a:pt x="1434386" y="1667553"/>
                  <a:pt x="1459046" y="1647825"/>
                </a:cubicBezTo>
                <a:cubicBezTo>
                  <a:pt x="1465396" y="1637242"/>
                  <a:pt x="1472576" y="1627114"/>
                  <a:pt x="1478096" y="1616075"/>
                </a:cubicBezTo>
                <a:lnTo>
                  <a:pt x="1497146" y="1577975"/>
                </a:lnTo>
                <a:cubicBezTo>
                  <a:pt x="1498204" y="1572683"/>
                  <a:pt x="1498477" y="1567172"/>
                  <a:pt x="1500321" y="1562100"/>
                </a:cubicBezTo>
                <a:cubicBezTo>
                  <a:pt x="1502747" y="1555428"/>
                  <a:pt x="1507049" y="1549575"/>
                  <a:pt x="1509846" y="1543050"/>
                </a:cubicBezTo>
                <a:cubicBezTo>
                  <a:pt x="1513408" y="1534739"/>
                  <a:pt x="1516196" y="1526117"/>
                  <a:pt x="1519371" y="1517650"/>
                </a:cubicBezTo>
                <a:cubicBezTo>
                  <a:pt x="1517236" y="1481359"/>
                  <a:pt x="1522455" y="1473017"/>
                  <a:pt x="1509846" y="1447800"/>
                </a:cubicBezTo>
                <a:cubicBezTo>
                  <a:pt x="1508139" y="1444387"/>
                  <a:pt x="1505613" y="1441450"/>
                  <a:pt x="1503496" y="1438275"/>
                </a:cubicBezTo>
                <a:cubicBezTo>
                  <a:pt x="1502438" y="1432983"/>
                  <a:pt x="1500321" y="1427796"/>
                  <a:pt x="1500321" y="1422400"/>
                </a:cubicBezTo>
                <a:cubicBezTo>
                  <a:pt x="1500321" y="1420896"/>
                  <a:pt x="1505973" y="1371682"/>
                  <a:pt x="1506671" y="1368425"/>
                </a:cubicBezTo>
                <a:cubicBezTo>
                  <a:pt x="1508073" y="1361880"/>
                  <a:pt x="1511921" y="1355977"/>
                  <a:pt x="1513021" y="1349375"/>
                </a:cubicBezTo>
                <a:cubicBezTo>
                  <a:pt x="1517083" y="1325002"/>
                  <a:pt x="1514933" y="1336638"/>
                  <a:pt x="1519371" y="1314450"/>
                </a:cubicBezTo>
                <a:cubicBezTo>
                  <a:pt x="1518313" y="1309158"/>
                  <a:pt x="1519056" y="1303151"/>
                  <a:pt x="1516196" y="1298575"/>
                </a:cubicBezTo>
                <a:cubicBezTo>
                  <a:pt x="1513391" y="1294088"/>
                  <a:pt x="1508301" y="1291268"/>
                  <a:pt x="1503496" y="1289050"/>
                </a:cubicBezTo>
                <a:cubicBezTo>
                  <a:pt x="1486318" y="1281122"/>
                  <a:pt x="1475889" y="1279719"/>
                  <a:pt x="1459046" y="1276350"/>
                </a:cubicBezTo>
                <a:lnTo>
                  <a:pt x="1309821" y="1168400"/>
                </a:lnTo>
                <a:cubicBezTo>
                  <a:pt x="1299238" y="1148292"/>
                  <a:pt x="1287106" y="1128925"/>
                  <a:pt x="1278071" y="1108075"/>
                </a:cubicBezTo>
                <a:cubicBezTo>
                  <a:pt x="1268923" y="1086965"/>
                  <a:pt x="1269425" y="1074369"/>
                  <a:pt x="1265371" y="1054100"/>
                </a:cubicBezTo>
                <a:cubicBezTo>
                  <a:pt x="1264515" y="1049821"/>
                  <a:pt x="1262196" y="1045764"/>
                  <a:pt x="1262196" y="1041400"/>
                </a:cubicBezTo>
                <a:cubicBezTo>
                  <a:pt x="1262196" y="1038053"/>
                  <a:pt x="1259550" y="1046692"/>
                  <a:pt x="1259021" y="1047750"/>
                </a:cubicBezTo>
                <a:close/>
              </a:path>
            </a:pathLst>
          </a:custGeom>
          <a:solidFill>
            <a:schemeClr val="bg2">
              <a:lumMod val="1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02534138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5"/>
    </p:ext>
  </p:extLst>
</p:sld>
</file>

<file path=ppt/slides/slide2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489A63-54E9-B64E-53BC-3718841746FE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7275444" y="3996582"/>
            <a:ext cx="4312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Foldings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give rise to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3D conformation </a:t>
            </a:r>
            <a:endParaRPr lang="zh-HK" altLang="en-US" sz="3600" b="1" dirty="0">
              <a:highlight>
                <a:srgbClr val="FFFF00"/>
              </a:highlight>
              <a:latin typeface="Roboto Black" panose="02000000000000000000" pitchFamily="2" charset="0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E5E1675E-90E5-3768-5A35-CFFF72BA0E4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3998779" y="2349500"/>
            <a:ext cx="3344996" cy="3048008"/>
          </a:xfrm>
          <a:custGeom>
            <a:avLst/>
            <a:gdLst>
              <a:gd name="connsiteX0" fmla="*/ 1259021 w 3344996"/>
              <a:gd name="connsiteY0" fmla="*/ 1047750 h 3048008"/>
              <a:gd name="connsiteX1" fmla="*/ 1259021 w 3344996"/>
              <a:gd name="connsiteY1" fmla="*/ 1047750 h 3048008"/>
              <a:gd name="connsiteX2" fmla="*/ 1351096 w 3344996"/>
              <a:gd name="connsiteY2" fmla="*/ 1057275 h 3048008"/>
              <a:gd name="connsiteX3" fmla="*/ 1401896 w 3344996"/>
              <a:gd name="connsiteY3" fmla="*/ 1050925 h 3048008"/>
              <a:gd name="connsiteX4" fmla="*/ 1424121 w 3344996"/>
              <a:gd name="connsiteY4" fmla="*/ 1041400 h 3048008"/>
              <a:gd name="connsiteX5" fmla="*/ 1452696 w 3344996"/>
              <a:gd name="connsiteY5" fmla="*/ 1038225 h 3048008"/>
              <a:gd name="connsiteX6" fmla="*/ 1535246 w 3344996"/>
              <a:gd name="connsiteY6" fmla="*/ 987425 h 3048008"/>
              <a:gd name="connsiteX7" fmla="*/ 1595571 w 3344996"/>
              <a:gd name="connsiteY7" fmla="*/ 955675 h 3048008"/>
              <a:gd name="connsiteX8" fmla="*/ 1636846 w 3344996"/>
              <a:gd name="connsiteY8" fmla="*/ 914400 h 3048008"/>
              <a:gd name="connsiteX9" fmla="*/ 1655896 w 3344996"/>
              <a:gd name="connsiteY9" fmla="*/ 895350 h 3048008"/>
              <a:gd name="connsiteX10" fmla="*/ 1674946 w 3344996"/>
              <a:gd name="connsiteY10" fmla="*/ 873125 h 3048008"/>
              <a:gd name="connsiteX11" fmla="*/ 1693996 w 3344996"/>
              <a:gd name="connsiteY11" fmla="*/ 857250 h 3048008"/>
              <a:gd name="connsiteX12" fmla="*/ 1713046 w 3344996"/>
              <a:gd name="connsiteY12" fmla="*/ 828675 h 3048008"/>
              <a:gd name="connsiteX13" fmla="*/ 1722571 w 3344996"/>
              <a:gd name="connsiteY13" fmla="*/ 812800 h 3048008"/>
              <a:gd name="connsiteX14" fmla="*/ 1728921 w 3344996"/>
              <a:gd name="connsiteY14" fmla="*/ 803275 h 3048008"/>
              <a:gd name="connsiteX15" fmla="*/ 1722571 w 3344996"/>
              <a:gd name="connsiteY15" fmla="*/ 793750 h 3048008"/>
              <a:gd name="connsiteX16" fmla="*/ 1716221 w 3344996"/>
              <a:gd name="connsiteY16" fmla="*/ 774700 h 3048008"/>
              <a:gd name="connsiteX17" fmla="*/ 1722571 w 3344996"/>
              <a:gd name="connsiteY17" fmla="*/ 752475 h 3048008"/>
              <a:gd name="connsiteX18" fmla="*/ 1725746 w 3344996"/>
              <a:gd name="connsiteY18" fmla="*/ 730250 h 3048008"/>
              <a:gd name="connsiteX19" fmla="*/ 1732096 w 3344996"/>
              <a:gd name="connsiteY19" fmla="*/ 714375 h 3048008"/>
              <a:gd name="connsiteX20" fmla="*/ 1735271 w 3344996"/>
              <a:gd name="connsiteY20" fmla="*/ 695325 h 3048008"/>
              <a:gd name="connsiteX21" fmla="*/ 1757496 w 3344996"/>
              <a:gd name="connsiteY21" fmla="*/ 650875 h 3048008"/>
              <a:gd name="connsiteX22" fmla="*/ 1789246 w 3344996"/>
              <a:gd name="connsiteY22" fmla="*/ 606425 h 3048008"/>
              <a:gd name="connsiteX23" fmla="*/ 1830521 w 3344996"/>
              <a:gd name="connsiteY23" fmla="*/ 565150 h 3048008"/>
              <a:gd name="connsiteX24" fmla="*/ 1897196 w 3344996"/>
              <a:gd name="connsiteY24" fmla="*/ 527050 h 3048008"/>
              <a:gd name="connsiteX25" fmla="*/ 1935296 w 3344996"/>
              <a:gd name="connsiteY25" fmla="*/ 501650 h 3048008"/>
              <a:gd name="connsiteX26" fmla="*/ 1963871 w 3344996"/>
              <a:gd name="connsiteY26" fmla="*/ 488950 h 3048008"/>
              <a:gd name="connsiteX27" fmla="*/ 2036896 w 3344996"/>
              <a:gd name="connsiteY27" fmla="*/ 441325 h 3048008"/>
              <a:gd name="connsiteX28" fmla="*/ 2078171 w 3344996"/>
              <a:gd name="connsiteY28" fmla="*/ 428625 h 3048008"/>
              <a:gd name="connsiteX29" fmla="*/ 2135321 w 3344996"/>
              <a:gd name="connsiteY29" fmla="*/ 415925 h 3048008"/>
              <a:gd name="connsiteX30" fmla="*/ 2179771 w 3344996"/>
              <a:gd name="connsiteY30" fmla="*/ 409575 h 3048008"/>
              <a:gd name="connsiteX31" fmla="*/ 2211521 w 3344996"/>
              <a:gd name="connsiteY31" fmla="*/ 403225 h 3048008"/>
              <a:gd name="connsiteX32" fmla="*/ 2294071 w 3344996"/>
              <a:gd name="connsiteY32" fmla="*/ 406400 h 3048008"/>
              <a:gd name="connsiteX33" fmla="*/ 2360746 w 3344996"/>
              <a:gd name="connsiteY33" fmla="*/ 406400 h 3048008"/>
              <a:gd name="connsiteX34" fmla="*/ 2386146 w 3344996"/>
              <a:gd name="connsiteY34" fmla="*/ 403225 h 3048008"/>
              <a:gd name="connsiteX35" fmla="*/ 2443296 w 3344996"/>
              <a:gd name="connsiteY35" fmla="*/ 396875 h 3048008"/>
              <a:gd name="connsiteX36" fmla="*/ 2490921 w 3344996"/>
              <a:gd name="connsiteY36" fmla="*/ 387350 h 3048008"/>
              <a:gd name="connsiteX37" fmla="*/ 2513146 w 3344996"/>
              <a:gd name="connsiteY37" fmla="*/ 377825 h 3048008"/>
              <a:gd name="connsiteX38" fmla="*/ 2544896 w 3344996"/>
              <a:gd name="connsiteY38" fmla="*/ 371475 h 3048008"/>
              <a:gd name="connsiteX39" fmla="*/ 2582996 w 3344996"/>
              <a:gd name="connsiteY39" fmla="*/ 352425 h 3048008"/>
              <a:gd name="connsiteX40" fmla="*/ 2598871 w 3344996"/>
              <a:gd name="connsiteY40" fmla="*/ 346075 h 3048008"/>
              <a:gd name="connsiteX41" fmla="*/ 2630621 w 3344996"/>
              <a:gd name="connsiteY41" fmla="*/ 333375 h 3048008"/>
              <a:gd name="connsiteX42" fmla="*/ 2640146 w 3344996"/>
              <a:gd name="connsiteY42" fmla="*/ 327025 h 3048008"/>
              <a:gd name="connsiteX43" fmla="*/ 2652846 w 3344996"/>
              <a:gd name="connsiteY43" fmla="*/ 323850 h 3048008"/>
              <a:gd name="connsiteX44" fmla="*/ 2662371 w 3344996"/>
              <a:gd name="connsiteY44" fmla="*/ 320675 h 3048008"/>
              <a:gd name="connsiteX45" fmla="*/ 2675071 w 3344996"/>
              <a:gd name="connsiteY45" fmla="*/ 311150 h 3048008"/>
              <a:gd name="connsiteX46" fmla="*/ 2684596 w 3344996"/>
              <a:gd name="connsiteY46" fmla="*/ 301625 h 3048008"/>
              <a:gd name="connsiteX47" fmla="*/ 2694121 w 3344996"/>
              <a:gd name="connsiteY47" fmla="*/ 295275 h 3048008"/>
              <a:gd name="connsiteX48" fmla="*/ 2719521 w 3344996"/>
              <a:gd name="connsiteY48" fmla="*/ 276225 h 3048008"/>
              <a:gd name="connsiteX49" fmla="*/ 2729046 w 3344996"/>
              <a:gd name="connsiteY49" fmla="*/ 279400 h 3048008"/>
              <a:gd name="connsiteX50" fmla="*/ 2792546 w 3344996"/>
              <a:gd name="connsiteY50" fmla="*/ 260350 h 3048008"/>
              <a:gd name="connsiteX51" fmla="*/ 2830646 w 3344996"/>
              <a:gd name="connsiteY51" fmla="*/ 247650 h 3048008"/>
              <a:gd name="connsiteX52" fmla="*/ 2849696 w 3344996"/>
              <a:gd name="connsiteY52" fmla="*/ 241300 h 3048008"/>
              <a:gd name="connsiteX53" fmla="*/ 2865571 w 3344996"/>
              <a:gd name="connsiteY53" fmla="*/ 234950 h 3048008"/>
              <a:gd name="connsiteX54" fmla="*/ 2875096 w 3344996"/>
              <a:gd name="connsiteY54" fmla="*/ 231775 h 3048008"/>
              <a:gd name="connsiteX55" fmla="*/ 2887796 w 3344996"/>
              <a:gd name="connsiteY55" fmla="*/ 225425 h 3048008"/>
              <a:gd name="connsiteX56" fmla="*/ 2913196 w 3344996"/>
              <a:gd name="connsiteY56" fmla="*/ 215900 h 3048008"/>
              <a:gd name="connsiteX57" fmla="*/ 2932246 w 3344996"/>
              <a:gd name="connsiteY57" fmla="*/ 200025 h 3048008"/>
              <a:gd name="connsiteX58" fmla="*/ 2957646 w 3344996"/>
              <a:gd name="connsiteY58" fmla="*/ 180975 h 3048008"/>
              <a:gd name="connsiteX59" fmla="*/ 2967171 w 3344996"/>
              <a:gd name="connsiteY59" fmla="*/ 174625 h 3048008"/>
              <a:gd name="connsiteX60" fmla="*/ 2992571 w 3344996"/>
              <a:gd name="connsiteY60" fmla="*/ 146050 h 3048008"/>
              <a:gd name="connsiteX61" fmla="*/ 3002096 w 3344996"/>
              <a:gd name="connsiteY61" fmla="*/ 139700 h 3048008"/>
              <a:gd name="connsiteX62" fmla="*/ 3011621 w 3344996"/>
              <a:gd name="connsiteY62" fmla="*/ 120650 h 3048008"/>
              <a:gd name="connsiteX63" fmla="*/ 3021146 w 3344996"/>
              <a:gd name="connsiteY63" fmla="*/ 114300 h 3048008"/>
              <a:gd name="connsiteX64" fmla="*/ 3027496 w 3344996"/>
              <a:gd name="connsiteY64" fmla="*/ 98425 h 3048008"/>
              <a:gd name="connsiteX65" fmla="*/ 3033846 w 3344996"/>
              <a:gd name="connsiteY65" fmla="*/ 85725 h 3048008"/>
              <a:gd name="connsiteX66" fmla="*/ 3040196 w 3344996"/>
              <a:gd name="connsiteY66" fmla="*/ 66675 h 3048008"/>
              <a:gd name="connsiteX67" fmla="*/ 3065596 w 3344996"/>
              <a:gd name="connsiteY67" fmla="*/ 31750 h 3048008"/>
              <a:gd name="connsiteX68" fmla="*/ 3071946 w 3344996"/>
              <a:gd name="connsiteY68" fmla="*/ 15875 h 3048008"/>
              <a:gd name="connsiteX69" fmla="*/ 3113221 w 3344996"/>
              <a:gd name="connsiteY69" fmla="*/ 0 h 3048008"/>
              <a:gd name="connsiteX70" fmla="*/ 3122746 w 3344996"/>
              <a:gd name="connsiteY70" fmla="*/ 3175 h 3048008"/>
              <a:gd name="connsiteX71" fmla="*/ 3135446 w 3344996"/>
              <a:gd name="connsiteY71" fmla="*/ 6350 h 3048008"/>
              <a:gd name="connsiteX72" fmla="*/ 3170371 w 3344996"/>
              <a:gd name="connsiteY72" fmla="*/ 25400 h 3048008"/>
              <a:gd name="connsiteX73" fmla="*/ 3183071 w 3344996"/>
              <a:gd name="connsiteY73" fmla="*/ 31750 h 3048008"/>
              <a:gd name="connsiteX74" fmla="*/ 3192596 w 3344996"/>
              <a:gd name="connsiteY74" fmla="*/ 34925 h 3048008"/>
              <a:gd name="connsiteX75" fmla="*/ 3202121 w 3344996"/>
              <a:gd name="connsiteY75" fmla="*/ 41275 h 3048008"/>
              <a:gd name="connsiteX76" fmla="*/ 3208471 w 3344996"/>
              <a:gd name="connsiteY76" fmla="*/ 50800 h 3048008"/>
              <a:gd name="connsiteX77" fmla="*/ 3211646 w 3344996"/>
              <a:gd name="connsiteY77" fmla="*/ 60325 h 3048008"/>
              <a:gd name="connsiteX78" fmla="*/ 3221171 w 3344996"/>
              <a:gd name="connsiteY78" fmla="*/ 66675 h 3048008"/>
              <a:gd name="connsiteX79" fmla="*/ 3233871 w 3344996"/>
              <a:gd name="connsiteY79" fmla="*/ 82550 h 3048008"/>
              <a:gd name="connsiteX80" fmla="*/ 3252921 w 3344996"/>
              <a:gd name="connsiteY80" fmla="*/ 101600 h 3048008"/>
              <a:gd name="connsiteX81" fmla="*/ 3265621 w 3344996"/>
              <a:gd name="connsiteY81" fmla="*/ 123825 h 3048008"/>
              <a:gd name="connsiteX82" fmla="*/ 3284671 w 3344996"/>
              <a:gd name="connsiteY82" fmla="*/ 146050 h 3048008"/>
              <a:gd name="connsiteX83" fmla="*/ 3297371 w 3344996"/>
              <a:gd name="connsiteY83" fmla="*/ 168275 h 3048008"/>
              <a:gd name="connsiteX84" fmla="*/ 3300546 w 3344996"/>
              <a:gd name="connsiteY84" fmla="*/ 177800 h 3048008"/>
              <a:gd name="connsiteX85" fmla="*/ 3313246 w 3344996"/>
              <a:gd name="connsiteY85" fmla="*/ 206375 h 3048008"/>
              <a:gd name="connsiteX86" fmla="*/ 3319596 w 3344996"/>
              <a:gd name="connsiteY86" fmla="*/ 225425 h 3048008"/>
              <a:gd name="connsiteX87" fmla="*/ 3329121 w 3344996"/>
              <a:gd name="connsiteY87" fmla="*/ 244475 h 3048008"/>
              <a:gd name="connsiteX88" fmla="*/ 3332296 w 3344996"/>
              <a:gd name="connsiteY88" fmla="*/ 257175 h 3048008"/>
              <a:gd name="connsiteX89" fmla="*/ 3338646 w 3344996"/>
              <a:gd name="connsiteY89" fmla="*/ 279400 h 3048008"/>
              <a:gd name="connsiteX90" fmla="*/ 3344996 w 3344996"/>
              <a:gd name="connsiteY90" fmla="*/ 311150 h 3048008"/>
              <a:gd name="connsiteX91" fmla="*/ 3335471 w 3344996"/>
              <a:gd name="connsiteY91" fmla="*/ 387350 h 3048008"/>
              <a:gd name="connsiteX92" fmla="*/ 3319596 w 3344996"/>
              <a:gd name="connsiteY92" fmla="*/ 425450 h 3048008"/>
              <a:gd name="connsiteX93" fmla="*/ 3303721 w 3344996"/>
              <a:gd name="connsiteY93" fmla="*/ 479425 h 3048008"/>
              <a:gd name="connsiteX94" fmla="*/ 3271971 w 3344996"/>
              <a:gd name="connsiteY94" fmla="*/ 523875 h 3048008"/>
              <a:gd name="connsiteX95" fmla="*/ 3262446 w 3344996"/>
              <a:gd name="connsiteY95" fmla="*/ 536575 h 3048008"/>
              <a:gd name="connsiteX96" fmla="*/ 3243396 w 3344996"/>
              <a:gd name="connsiteY96" fmla="*/ 549275 h 3048008"/>
              <a:gd name="connsiteX97" fmla="*/ 3230696 w 3344996"/>
              <a:gd name="connsiteY97" fmla="*/ 561975 h 3048008"/>
              <a:gd name="connsiteX98" fmla="*/ 3214821 w 3344996"/>
              <a:gd name="connsiteY98" fmla="*/ 574675 h 3048008"/>
              <a:gd name="connsiteX99" fmla="*/ 3205296 w 3344996"/>
              <a:gd name="connsiteY99" fmla="*/ 584200 h 3048008"/>
              <a:gd name="connsiteX100" fmla="*/ 3189421 w 3344996"/>
              <a:gd name="connsiteY100" fmla="*/ 593725 h 3048008"/>
              <a:gd name="connsiteX101" fmla="*/ 3176721 w 3344996"/>
              <a:gd name="connsiteY101" fmla="*/ 603250 h 3048008"/>
              <a:gd name="connsiteX102" fmla="*/ 3167196 w 3344996"/>
              <a:gd name="connsiteY102" fmla="*/ 609600 h 3048008"/>
              <a:gd name="connsiteX103" fmla="*/ 3160846 w 3344996"/>
              <a:gd name="connsiteY103" fmla="*/ 619125 h 3048008"/>
              <a:gd name="connsiteX104" fmla="*/ 3135446 w 3344996"/>
              <a:gd name="connsiteY104" fmla="*/ 631825 h 3048008"/>
              <a:gd name="connsiteX105" fmla="*/ 3122746 w 3344996"/>
              <a:gd name="connsiteY105" fmla="*/ 638175 h 3048008"/>
              <a:gd name="connsiteX106" fmla="*/ 3116396 w 3344996"/>
              <a:gd name="connsiteY106" fmla="*/ 657225 h 3048008"/>
              <a:gd name="connsiteX107" fmla="*/ 3122746 w 3344996"/>
              <a:gd name="connsiteY107" fmla="*/ 673100 h 3048008"/>
              <a:gd name="connsiteX108" fmla="*/ 3132271 w 3344996"/>
              <a:gd name="connsiteY108" fmla="*/ 698500 h 3048008"/>
              <a:gd name="connsiteX109" fmla="*/ 3141796 w 3344996"/>
              <a:gd name="connsiteY109" fmla="*/ 708025 h 3048008"/>
              <a:gd name="connsiteX110" fmla="*/ 3148146 w 3344996"/>
              <a:gd name="connsiteY110" fmla="*/ 720725 h 3048008"/>
              <a:gd name="connsiteX111" fmla="*/ 3164021 w 3344996"/>
              <a:gd name="connsiteY111" fmla="*/ 746125 h 3048008"/>
              <a:gd name="connsiteX112" fmla="*/ 3167196 w 3344996"/>
              <a:gd name="connsiteY112" fmla="*/ 762000 h 3048008"/>
              <a:gd name="connsiteX113" fmla="*/ 3186246 w 3344996"/>
              <a:gd name="connsiteY113" fmla="*/ 777875 h 3048008"/>
              <a:gd name="connsiteX114" fmla="*/ 3192596 w 3344996"/>
              <a:gd name="connsiteY114" fmla="*/ 790575 h 3048008"/>
              <a:gd name="connsiteX115" fmla="*/ 3195771 w 3344996"/>
              <a:gd name="connsiteY115" fmla="*/ 803275 h 3048008"/>
              <a:gd name="connsiteX116" fmla="*/ 3202121 w 3344996"/>
              <a:gd name="connsiteY116" fmla="*/ 841375 h 3048008"/>
              <a:gd name="connsiteX117" fmla="*/ 3211646 w 3344996"/>
              <a:gd name="connsiteY117" fmla="*/ 873125 h 3048008"/>
              <a:gd name="connsiteX118" fmla="*/ 3208471 w 3344996"/>
              <a:gd name="connsiteY118" fmla="*/ 892175 h 3048008"/>
              <a:gd name="connsiteX119" fmla="*/ 3205296 w 3344996"/>
              <a:gd name="connsiteY119" fmla="*/ 936625 h 3048008"/>
              <a:gd name="connsiteX120" fmla="*/ 3198946 w 3344996"/>
              <a:gd name="connsiteY120" fmla="*/ 955675 h 3048008"/>
              <a:gd name="connsiteX121" fmla="*/ 3189421 w 3344996"/>
              <a:gd name="connsiteY121" fmla="*/ 990600 h 3048008"/>
              <a:gd name="connsiteX122" fmla="*/ 3183071 w 3344996"/>
              <a:gd name="connsiteY122" fmla="*/ 1035050 h 3048008"/>
              <a:gd name="connsiteX123" fmla="*/ 3179896 w 3344996"/>
              <a:gd name="connsiteY123" fmla="*/ 1044575 h 3048008"/>
              <a:gd name="connsiteX124" fmla="*/ 3160846 w 3344996"/>
              <a:gd name="connsiteY124" fmla="*/ 1073150 h 3048008"/>
              <a:gd name="connsiteX125" fmla="*/ 3144971 w 3344996"/>
              <a:gd name="connsiteY125" fmla="*/ 1098550 h 3048008"/>
              <a:gd name="connsiteX126" fmla="*/ 3141796 w 3344996"/>
              <a:gd name="connsiteY126" fmla="*/ 1108075 h 3048008"/>
              <a:gd name="connsiteX127" fmla="*/ 3103696 w 3344996"/>
              <a:gd name="connsiteY127" fmla="*/ 1146175 h 3048008"/>
              <a:gd name="connsiteX128" fmla="*/ 3062421 w 3344996"/>
              <a:gd name="connsiteY128" fmla="*/ 1181100 h 3048008"/>
              <a:gd name="connsiteX129" fmla="*/ 3043371 w 3344996"/>
              <a:gd name="connsiteY129" fmla="*/ 1193800 h 3048008"/>
              <a:gd name="connsiteX130" fmla="*/ 3027496 w 3344996"/>
              <a:gd name="connsiteY130" fmla="*/ 1206500 h 3048008"/>
              <a:gd name="connsiteX131" fmla="*/ 3008446 w 3344996"/>
              <a:gd name="connsiteY131" fmla="*/ 1212850 h 3048008"/>
              <a:gd name="connsiteX132" fmla="*/ 2992571 w 3344996"/>
              <a:gd name="connsiteY132" fmla="*/ 1222375 h 3048008"/>
              <a:gd name="connsiteX133" fmla="*/ 2976696 w 3344996"/>
              <a:gd name="connsiteY133" fmla="*/ 1225550 h 3048008"/>
              <a:gd name="connsiteX134" fmla="*/ 2963996 w 3344996"/>
              <a:gd name="connsiteY134" fmla="*/ 1228725 h 3048008"/>
              <a:gd name="connsiteX135" fmla="*/ 2913196 w 3344996"/>
              <a:gd name="connsiteY135" fmla="*/ 1228725 h 3048008"/>
              <a:gd name="connsiteX136" fmla="*/ 2910021 w 3344996"/>
              <a:gd name="connsiteY136" fmla="*/ 1238250 h 3048008"/>
              <a:gd name="connsiteX137" fmla="*/ 2900496 w 3344996"/>
              <a:gd name="connsiteY137" fmla="*/ 1250950 h 3048008"/>
              <a:gd name="connsiteX138" fmla="*/ 2890971 w 3344996"/>
              <a:gd name="connsiteY138" fmla="*/ 1273175 h 3048008"/>
              <a:gd name="connsiteX139" fmla="*/ 2881446 w 3344996"/>
              <a:gd name="connsiteY139" fmla="*/ 1304925 h 3048008"/>
              <a:gd name="connsiteX140" fmla="*/ 2875096 w 3344996"/>
              <a:gd name="connsiteY140" fmla="*/ 1317625 h 3048008"/>
              <a:gd name="connsiteX141" fmla="*/ 2868746 w 3344996"/>
              <a:gd name="connsiteY141" fmla="*/ 1327150 h 3048008"/>
              <a:gd name="connsiteX142" fmla="*/ 2849696 w 3344996"/>
              <a:gd name="connsiteY142" fmla="*/ 1355725 h 3048008"/>
              <a:gd name="connsiteX143" fmla="*/ 2846521 w 3344996"/>
              <a:gd name="connsiteY143" fmla="*/ 1365250 h 3048008"/>
              <a:gd name="connsiteX144" fmla="*/ 2808421 w 3344996"/>
              <a:gd name="connsiteY144" fmla="*/ 1406525 h 3048008"/>
              <a:gd name="connsiteX145" fmla="*/ 2798896 w 3344996"/>
              <a:gd name="connsiteY145" fmla="*/ 1419225 h 3048008"/>
              <a:gd name="connsiteX146" fmla="*/ 2789371 w 3344996"/>
              <a:gd name="connsiteY146" fmla="*/ 1422400 h 3048008"/>
              <a:gd name="connsiteX147" fmla="*/ 2779846 w 3344996"/>
              <a:gd name="connsiteY147" fmla="*/ 1428750 h 3048008"/>
              <a:gd name="connsiteX148" fmla="*/ 2767146 w 3344996"/>
              <a:gd name="connsiteY148" fmla="*/ 1438275 h 3048008"/>
              <a:gd name="connsiteX149" fmla="*/ 2757621 w 3344996"/>
              <a:gd name="connsiteY149" fmla="*/ 1447800 h 3048008"/>
              <a:gd name="connsiteX150" fmla="*/ 2735396 w 3344996"/>
              <a:gd name="connsiteY150" fmla="*/ 1457325 h 3048008"/>
              <a:gd name="connsiteX151" fmla="*/ 2713171 w 3344996"/>
              <a:gd name="connsiteY151" fmla="*/ 1470025 h 3048008"/>
              <a:gd name="connsiteX152" fmla="*/ 2703646 w 3344996"/>
              <a:gd name="connsiteY152" fmla="*/ 1476375 h 3048008"/>
              <a:gd name="connsiteX153" fmla="*/ 2694121 w 3344996"/>
              <a:gd name="connsiteY153" fmla="*/ 1479550 h 3048008"/>
              <a:gd name="connsiteX154" fmla="*/ 2668721 w 3344996"/>
              <a:gd name="connsiteY154" fmla="*/ 1492250 h 3048008"/>
              <a:gd name="connsiteX155" fmla="*/ 2602046 w 3344996"/>
              <a:gd name="connsiteY155" fmla="*/ 1498600 h 3048008"/>
              <a:gd name="connsiteX156" fmla="*/ 2576646 w 3344996"/>
              <a:gd name="connsiteY156" fmla="*/ 1504950 h 3048008"/>
              <a:gd name="connsiteX157" fmla="*/ 2567121 w 3344996"/>
              <a:gd name="connsiteY157" fmla="*/ 1501775 h 3048008"/>
              <a:gd name="connsiteX158" fmla="*/ 2554421 w 3344996"/>
              <a:gd name="connsiteY158" fmla="*/ 1504950 h 3048008"/>
              <a:gd name="connsiteX159" fmla="*/ 2522671 w 3344996"/>
              <a:gd name="connsiteY159" fmla="*/ 1495425 h 3048008"/>
              <a:gd name="connsiteX160" fmla="*/ 2487746 w 3344996"/>
              <a:gd name="connsiteY160" fmla="*/ 1485900 h 3048008"/>
              <a:gd name="connsiteX161" fmla="*/ 2452821 w 3344996"/>
              <a:gd name="connsiteY161" fmla="*/ 1482725 h 3048008"/>
              <a:gd name="connsiteX162" fmla="*/ 2443296 w 3344996"/>
              <a:gd name="connsiteY162" fmla="*/ 1473200 h 3048008"/>
              <a:gd name="connsiteX163" fmla="*/ 2433771 w 3344996"/>
              <a:gd name="connsiteY163" fmla="*/ 1470025 h 3048008"/>
              <a:gd name="connsiteX164" fmla="*/ 2424246 w 3344996"/>
              <a:gd name="connsiteY164" fmla="*/ 1463675 h 3048008"/>
              <a:gd name="connsiteX165" fmla="*/ 2414721 w 3344996"/>
              <a:gd name="connsiteY165" fmla="*/ 1460500 h 3048008"/>
              <a:gd name="connsiteX166" fmla="*/ 2395671 w 3344996"/>
              <a:gd name="connsiteY166" fmla="*/ 1444625 h 3048008"/>
              <a:gd name="connsiteX167" fmla="*/ 2370271 w 3344996"/>
              <a:gd name="connsiteY167" fmla="*/ 1428750 h 3048008"/>
              <a:gd name="connsiteX168" fmla="*/ 2360746 w 3344996"/>
              <a:gd name="connsiteY168" fmla="*/ 1419225 h 3048008"/>
              <a:gd name="connsiteX169" fmla="*/ 2351221 w 3344996"/>
              <a:gd name="connsiteY169" fmla="*/ 1400175 h 3048008"/>
              <a:gd name="connsiteX170" fmla="*/ 2338521 w 3344996"/>
              <a:gd name="connsiteY170" fmla="*/ 1393825 h 3048008"/>
              <a:gd name="connsiteX171" fmla="*/ 2319471 w 3344996"/>
              <a:gd name="connsiteY171" fmla="*/ 1381125 h 3048008"/>
              <a:gd name="connsiteX172" fmla="*/ 2309946 w 3344996"/>
              <a:gd name="connsiteY172" fmla="*/ 1365250 h 3048008"/>
              <a:gd name="connsiteX173" fmla="*/ 2284546 w 3344996"/>
              <a:gd name="connsiteY173" fmla="*/ 1355725 h 3048008"/>
              <a:gd name="connsiteX174" fmla="*/ 2268671 w 3344996"/>
              <a:gd name="connsiteY174" fmla="*/ 1358900 h 3048008"/>
              <a:gd name="connsiteX175" fmla="*/ 2233746 w 3344996"/>
              <a:gd name="connsiteY175" fmla="*/ 1346200 h 3048008"/>
              <a:gd name="connsiteX176" fmla="*/ 2195646 w 3344996"/>
              <a:gd name="connsiteY176" fmla="*/ 1343025 h 3048008"/>
              <a:gd name="connsiteX177" fmla="*/ 2182946 w 3344996"/>
              <a:gd name="connsiteY177" fmla="*/ 1333500 h 3048008"/>
              <a:gd name="connsiteX178" fmla="*/ 2173421 w 3344996"/>
              <a:gd name="connsiteY178" fmla="*/ 1327150 h 3048008"/>
              <a:gd name="connsiteX179" fmla="*/ 2157546 w 3344996"/>
              <a:gd name="connsiteY179" fmla="*/ 1336675 h 3048008"/>
              <a:gd name="connsiteX180" fmla="*/ 2167071 w 3344996"/>
              <a:gd name="connsiteY180" fmla="*/ 1358900 h 3048008"/>
              <a:gd name="connsiteX181" fmla="*/ 2170246 w 3344996"/>
              <a:gd name="connsiteY181" fmla="*/ 1377950 h 3048008"/>
              <a:gd name="connsiteX182" fmla="*/ 2163896 w 3344996"/>
              <a:gd name="connsiteY182" fmla="*/ 1482725 h 3048008"/>
              <a:gd name="connsiteX183" fmla="*/ 2160721 w 3344996"/>
              <a:gd name="connsiteY183" fmla="*/ 1508125 h 3048008"/>
              <a:gd name="connsiteX184" fmla="*/ 2154371 w 3344996"/>
              <a:gd name="connsiteY184" fmla="*/ 1520825 h 3048008"/>
              <a:gd name="connsiteX185" fmla="*/ 2141671 w 3344996"/>
              <a:gd name="connsiteY185" fmla="*/ 1555750 h 3048008"/>
              <a:gd name="connsiteX186" fmla="*/ 2135321 w 3344996"/>
              <a:gd name="connsiteY186" fmla="*/ 1577975 h 3048008"/>
              <a:gd name="connsiteX187" fmla="*/ 2116271 w 3344996"/>
              <a:gd name="connsiteY187" fmla="*/ 1606550 h 3048008"/>
              <a:gd name="connsiteX188" fmla="*/ 2106746 w 3344996"/>
              <a:gd name="connsiteY188" fmla="*/ 1622425 h 3048008"/>
              <a:gd name="connsiteX189" fmla="*/ 2090871 w 3344996"/>
              <a:gd name="connsiteY189" fmla="*/ 1638300 h 3048008"/>
              <a:gd name="connsiteX190" fmla="*/ 2084521 w 3344996"/>
              <a:gd name="connsiteY190" fmla="*/ 1647825 h 3048008"/>
              <a:gd name="connsiteX191" fmla="*/ 2074996 w 3344996"/>
              <a:gd name="connsiteY191" fmla="*/ 1654175 h 3048008"/>
              <a:gd name="connsiteX192" fmla="*/ 2046421 w 3344996"/>
              <a:gd name="connsiteY192" fmla="*/ 1673225 h 3048008"/>
              <a:gd name="connsiteX193" fmla="*/ 2027371 w 3344996"/>
              <a:gd name="connsiteY193" fmla="*/ 1689100 h 3048008"/>
              <a:gd name="connsiteX194" fmla="*/ 2014671 w 3344996"/>
              <a:gd name="connsiteY194" fmla="*/ 1701800 h 3048008"/>
              <a:gd name="connsiteX195" fmla="*/ 1989271 w 3344996"/>
              <a:gd name="connsiteY195" fmla="*/ 1714500 h 3048008"/>
              <a:gd name="connsiteX196" fmla="*/ 1976571 w 3344996"/>
              <a:gd name="connsiteY196" fmla="*/ 1720850 h 3048008"/>
              <a:gd name="connsiteX197" fmla="*/ 1967046 w 3344996"/>
              <a:gd name="connsiteY197" fmla="*/ 1730375 h 3048008"/>
              <a:gd name="connsiteX198" fmla="*/ 1928946 w 3344996"/>
              <a:gd name="connsiteY198" fmla="*/ 1739900 h 3048008"/>
              <a:gd name="connsiteX199" fmla="*/ 1916246 w 3344996"/>
              <a:gd name="connsiteY199" fmla="*/ 1746250 h 3048008"/>
              <a:gd name="connsiteX200" fmla="*/ 1894021 w 3344996"/>
              <a:gd name="connsiteY200" fmla="*/ 1752600 h 3048008"/>
              <a:gd name="connsiteX201" fmla="*/ 1874971 w 3344996"/>
              <a:gd name="connsiteY201" fmla="*/ 1758950 h 3048008"/>
              <a:gd name="connsiteX202" fmla="*/ 1868621 w 3344996"/>
              <a:gd name="connsiteY202" fmla="*/ 1778000 h 3048008"/>
              <a:gd name="connsiteX203" fmla="*/ 1862271 w 3344996"/>
              <a:gd name="connsiteY203" fmla="*/ 1793875 h 3048008"/>
              <a:gd name="connsiteX204" fmla="*/ 1855921 w 3344996"/>
              <a:gd name="connsiteY204" fmla="*/ 1819275 h 3048008"/>
              <a:gd name="connsiteX205" fmla="*/ 1843221 w 3344996"/>
              <a:gd name="connsiteY205" fmla="*/ 1847850 h 3048008"/>
              <a:gd name="connsiteX206" fmla="*/ 1836871 w 3344996"/>
              <a:gd name="connsiteY206" fmla="*/ 1898650 h 3048008"/>
              <a:gd name="connsiteX207" fmla="*/ 1833696 w 3344996"/>
              <a:gd name="connsiteY207" fmla="*/ 1911350 h 3048008"/>
              <a:gd name="connsiteX208" fmla="*/ 1827346 w 3344996"/>
              <a:gd name="connsiteY208" fmla="*/ 1924050 h 3048008"/>
              <a:gd name="connsiteX209" fmla="*/ 1824171 w 3344996"/>
              <a:gd name="connsiteY209" fmla="*/ 1949450 h 3048008"/>
              <a:gd name="connsiteX210" fmla="*/ 1811471 w 3344996"/>
              <a:gd name="connsiteY210" fmla="*/ 1968500 h 3048008"/>
              <a:gd name="connsiteX211" fmla="*/ 1798771 w 3344996"/>
              <a:gd name="connsiteY211" fmla="*/ 1990725 h 3048008"/>
              <a:gd name="connsiteX212" fmla="*/ 1789246 w 3344996"/>
              <a:gd name="connsiteY212" fmla="*/ 2003425 h 3048008"/>
              <a:gd name="connsiteX213" fmla="*/ 1782896 w 3344996"/>
              <a:gd name="connsiteY213" fmla="*/ 2016125 h 3048008"/>
              <a:gd name="connsiteX214" fmla="*/ 1770196 w 3344996"/>
              <a:gd name="connsiteY214" fmla="*/ 2028825 h 3048008"/>
              <a:gd name="connsiteX215" fmla="*/ 1757496 w 3344996"/>
              <a:gd name="connsiteY215" fmla="*/ 2044700 h 3048008"/>
              <a:gd name="connsiteX216" fmla="*/ 1732096 w 3344996"/>
              <a:gd name="connsiteY216" fmla="*/ 2063750 h 3048008"/>
              <a:gd name="connsiteX217" fmla="*/ 1709871 w 3344996"/>
              <a:gd name="connsiteY217" fmla="*/ 2079625 h 3048008"/>
              <a:gd name="connsiteX218" fmla="*/ 1697171 w 3344996"/>
              <a:gd name="connsiteY218" fmla="*/ 2092325 h 3048008"/>
              <a:gd name="connsiteX219" fmla="*/ 1684471 w 3344996"/>
              <a:gd name="connsiteY219" fmla="*/ 2098675 h 3048008"/>
              <a:gd name="connsiteX220" fmla="*/ 1665421 w 3344996"/>
              <a:gd name="connsiteY220" fmla="*/ 2120900 h 3048008"/>
              <a:gd name="connsiteX221" fmla="*/ 1671771 w 3344996"/>
              <a:gd name="connsiteY221" fmla="*/ 2143125 h 3048008"/>
              <a:gd name="connsiteX222" fmla="*/ 1674946 w 3344996"/>
              <a:gd name="connsiteY222" fmla="*/ 2155825 h 3048008"/>
              <a:gd name="connsiteX223" fmla="*/ 1687646 w 3344996"/>
              <a:gd name="connsiteY223" fmla="*/ 2178050 h 3048008"/>
              <a:gd name="connsiteX224" fmla="*/ 1690821 w 3344996"/>
              <a:gd name="connsiteY224" fmla="*/ 2190750 h 3048008"/>
              <a:gd name="connsiteX225" fmla="*/ 1697171 w 3344996"/>
              <a:gd name="connsiteY225" fmla="*/ 2209800 h 3048008"/>
              <a:gd name="connsiteX226" fmla="*/ 1700346 w 3344996"/>
              <a:gd name="connsiteY226" fmla="*/ 2238375 h 3048008"/>
              <a:gd name="connsiteX227" fmla="*/ 1709871 w 3344996"/>
              <a:gd name="connsiteY227" fmla="*/ 2282825 h 3048008"/>
              <a:gd name="connsiteX228" fmla="*/ 1716221 w 3344996"/>
              <a:gd name="connsiteY228" fmla="*/ 2327275 h 3048008"/>
              <a:gd name="connsiteX229" fmla="*/ 1719396 w 3344996"/>
              <a:gd name="connsiteY229" fmla="*/ 2339975 h 3048008"/>
              <a:gd name="connsiteX230" fmla="*/ 1713046 w 3344996"/>
              <a:gd name="connsiteY230" fmla="*/ 2374900 h 3048008"/>
              <a:gd name="connsiteX231" fmla="*/ 1709871 w 3344996"/>
              <a:gd name="connsiteY231" fmla="*/ 2416175 h 3048008"/>
              <a:gd name="connsiteX232" fmla="*/ 1703521 w 3344996"/>
              <a:gd name="connsiteY232" fmla="*/ 2438400 h 3048008"/>
              <a:gd name="connsiteX233" fmla="*/ 1690821 w 3344996"/>
              <a:gd name="connsiteY233" fmla="*/ 2489200 h 3048008"/>
              <a:gd name="connsiteX234" fmla="*/ 1674946 w 3344996"/>
              <a:gd name="connsiteY234" fmla="*/ 2511425 h 3048008"/>
              <a:gd name="connsiteX235" fmla="*/ 1665421 w 3344996"/>
              <a:gd name="connsiteY235" fmla="*/ 2524125 h 3048008"/>
              <a:gd name="connsiteX236" fmla="*/ 1659071 w 3344996"/>
              <a:gd name="connsiteY236" fmla="*/ 2533650 h 3048008"/>
              <a:gd name="connsiteX237" fmla="*/ 1649546 w 3344996"/>
              <a:gd name="connsiteY237" fmla="*/ 2543175 h 3048008"/>
              <a:gd name="connsiteX238" fmla="*/ 1640021 w 3344996"/>
              <a:gd name="connsiteY238" fmla="*/ 2555875 h 3048008"/>
              <a:gd name="connsiteX239" fmla="*/ 1617796 w 3344996"/>
              <a:gd name="connsiteY239" fmla="*/ 2574925 h 3048008"/>
              <a:gd name="connsiteX240" fmla="*/ 1601921 w 3344996"/>
              <a:gd name="connsiteY240" fmla="*/ 2584450 h 3048008"/>
              <a:gd name="connsiteX241" fmla="*/ 1589221 w 3344996"/>
              <a:gd name="connsiteY241" fmla="*/ 2587625 h 3048008"/>
              <a:gd name="connsiteX242" fmla="*/ 1563821 w 3344996"/>
              <a:gd name="connsiteY242" fmla="*/ 2606675 h 3048008"/>
              <a:gd name="connsiteX243" fmla="*/ 1554296 w 3344996"/>
              <a:gd name="connsiteY243" fmla="*/ 2616200 h 3048008"/>
              <a:gd name="connsiteX244" fmla="*/ 1544771 w 3344996"/>
              <a:gd name="connsiteY244" fmla="*/ 2619375 h 3048008"/>
              <a:gd name="connsiteX245" fmla="*/ 1532071 w 3344996"/>
              <a:gd name="connsiteY245" fmla="*/ 2625725 h 3048008"/>
              <a:gd name="connsiteX246" fmla="*/ 1522546 w 3344996"/>
              <a:gd name="connsiteY246" fmla="*/ 2632075 h 3048008"/>
              <a:gd name="connsiteX247" fmla="*/ 1513021 w 3344996"/>
              <a:gd name="connsiteY247" fmla="*/ 2635250 h 3048008"/>
              <a:gd name="connsiteX248" fmla="*/ 1503496 w 3344996"/>
              <a:gd name="connsiteY248" fmla="*/ 2641600 h 3048008"/>
              <a:gd name="connsiteX249" fmla="*/ 1493971 w 3344996"/>
              <a:gd name="connsiteY249" fmla="*/ 2644775 h 3048008"/>
              <a:gd name="connsiteX250" fmla="*/ 1481271 w 3344996"/>
              <a:gd name="connsiteY250" fmla="*/ 2651125 h 3048008"/>
              <a:gd name="connsiteX251" fmla="*/ 1468571 w 3344996"/>
              <a:gd name="connsiteY251" fmla="*/ 2654300 h 3048008"/>
              <a:gd name="connsiteX252" fmla="*/ 1436821 w 3344996"/>
              <a:gd name="connsiteY252" fmla="*/ 2660650 h 3048008"/>
              <a:gd name="connsiteX253" fmla="*/ 1427296 w 3344996"/>
              <a:gd name="connsiteY253" fmla="*/ 2663825 h 3048008"/>
              <a:gd name="connsiteX254" fmla="*/ 1408246 w 3344996"/>
              <a:gd name="connsiteY254" fmla="*/ 2676525 h 3048008"/>
              <a:gd name="connsiteX255" fmla="*/ 1389196 w 3344996"/>
              <a:gd name="connsiteY255" fmla="*/ 2686050 h 3048008"/>
              <a:gd name="connsiteX256" fmla="*/ 1376496 w 3344996"/>
              <a:gd name="connsiteY256" fmla="*/ 2682875 h 3048008"/>
              <a:gd name="connsiteX257" fmla="*/ 1360621 w 3344996"/>
              <a:gd name="connsiteY257" fmla="*/ 2679700 h 3048008"/>
              <a:gd name="connsiteX258" fmla="*/ 1325696 w 3344996"/>
              <a:gd name="connsiteY258" fmla="*/ 2670175 h 3048008"/>
              <a:gd name="connsiteX259" fmla="*/ 1312996 w 3344996"/>
              <a:gd name="connsiteY259" fmla="*/ 2663825 h 3048008"/>
              <a:gd name="connsiteX260" fmla="*/ 1278071 w 3344996"/>
              <a:gd name="connsiteY260" fmla="*/ 2654300 h 3048008"/>
              <a:gd name="connsiteX261" fmla="*/ 1265371 w 3344996"/>
              <a:gd name="connsiteY261" fmla="*/ 2647950 h 3048008"/>
              <a:gd name="connsiteX262" fmla="*/ 1252671 w 3344996"/>
              <a:gd name="connsiteY262" fmla="*/ 2638425 h 3048008"/>
              <a:gd name="connsiteX263" fmla="*/ 1239971 w 3344996"/>
              <a:gd name="connsiteY263" fmla="*/ 2635250 h 3048008"/>
              <a:gd name="connsiteX264" fmla="*/ 1217746 w 3344996"/>
              <a:gd name="connsiteY264" fmla="*/ 2616200 h 3048008"/>
              <a:gd name="connsiteX265" fmla="*/ 1208221 w 3344996"/>
              <a:gd name="connsiteY265" fmla="*/ 2613025 h 3048008"/>
              <a:gd name="connsiteX266" fmla="*/ 1192346 w 3344996"/>
              <a:gd name="connsiteY266" fmla="*/ 2600325 h 3048008"/>
              <a:gd name="connsiteX267" fmla="*/ 1185996 w 3344996"/>
              <a:gd name="connsiteY267" fmla="*/ 2590800 h 3048008"/>
              <a:gd name="connsiteX268" fmla="*/ 1176471 w 3344996"/>
              <a:gd name="connsiteY268" fmla="*/ 2581275 h 3048008"/>
              <a:gd name="connsiteX269" fmla="*/ 1170121 w 3344996"/>
              <a:gd name="connsiteY269" fmla="*/ 2571750 h 3048008"/>
              <a:gd name="connsiteX270" fmla="*/ 1154246 w 3344996"/>
              <a:gd name="connsiteY270" fmla="*/ 2559050 h 3048008"/>
              <a:gd name="connsiteX271" fmla="*/ 1144721 w 3344996"/>
              <a:gd name="connsiteY271" fmla="*/ 2546350 h 3048008"/>
              <a:gd name="connsiteX272" fmla="*/ 1132021 w 3344996"/>
              <a:gd name="connsiteY272" fmla="*/ 2524125 h 3048008"/>
              <a:gd name="connsiteX273" fmla="*/ 1116146 w 3344996"/>
              <a:gd name="connsiteY273" fmla="*/ 2511425 h 3048008"/>
              <a:gd name="connsiteX274" fmla="*/ 1106621 w 3344996"/>
              <a:gd name="connsiteY274" fmla="*/ 2489200 h 3048008"/>
              <a:gd name="connsiteX275" fmla="*/ 1100271 w 3344996"/>
              <a:gd name="connsiteY275" fmla="*/ 2473325 h 3048008"/>
              <a:gd name="connsiteX276" fmla="*/ 1087571 w 3344996"/>
              <a:gd name="connsiteY276" fmla="*/ 2444750 h 3048008"/>
              <a:gd name="connsiteX277" fmla="*/ 1084396 w 3344996"/>
              <a:gd name="connsiteY277" fmla="*/ 2381250 h 3048008"/>
              <a:gd name="connsiteX278" fmla="*/ 1078046 w 3344996"/>
              <a:gd name="connsiteY278" fmla="*/ 2349500 h 3048008"/>
              <a:gd name="connsiteX279" fmla="*/ 1071696 w 3344996"/>
              <a:gd name="connsiteY279" fmla="*/ 2320925 h 3048008"/>
              <a:gd name="connsiteX280" fmla="*/ 1068521 w 3344996"/>
              <a:gd name="connsiteY280" fmla="*/ 2241550 h 3048008"/>
              <a:gd name="connsiteX281" fmla="*/ 1065346 w 3344996"/>
              <a:gd name="connsiteY281" fmla="*/ 2228850 h 3048008"/>
              <a:gd name="connsiteX282" fmla="*/ 1062171 w 3344996"/>
              <a:gd name="connsiteY282" fmla="*/ 2209800 h 3048008"/>
              <a:gd name="connsiteX283" fmla="*/ 1017721 w 3344996"/>
              <a:gd name="connsiteY283" fmla="*/ 2197100 h 3048008"/>
              <a:gd name="connsiteX284" fmla="*/ 973271 w 3344996"/>
              <a:gd name="connsiteY284" fmla="*/ 2184400 h 3048008"/>
              <a:gd name="connsiteX285" fmla="*/ 938346 w 3344996"/>
              <a:gd name="connsiteY285" fmla="*/ 2174875 h 3048008"/>
              <a:gd name="connsiteX286" fmla="*/ 909771 w 3344996"/>
              <a:gd name="connsiteY286" fmla="*/ 2165350 h 3048008"/>
              <a:gd name="connsiteX287" fmla="*/ 893896 w 3344996"/>
              <a:gd name="connsiteY287" fmla="*/ 2155825 h 3048008"/>
              <a:gd name="connsiteX288" fmla="*/ 884371 w 3344996"/>
              <a:gd name="connsiteY288" fmla="*/ 2152650 h 3048008"/>
              <a:gd name="connsiteX289" fmla="*/ 871671 w 3344996"/>
              <a:gd name="connsiteY289" fmla="*/ 2159000 h 3048008"/>
              <a:gd name="connsiteX290" fmla="*/ 862146 w 3344996"/>
              <a:gd name="connsiteY290" fmla="*/ 2181225 h 3048008"/>
              <a:gd name="connsiteX291" fmla="*/ 843096 w 3344996"/>
              <a:gd name="connsiteY291" fmla="*/ 2197100 h 3048008"/>
              <a:gd name="connsiteX292" fmla="*/ 833571 w 3344996"/>
              <a:gd name="connsiteY292" fmla="*/ 2206625 h 3048008"/>
              <a:gd name="connsiteX293" fmla="*/ 820871 w 3344996"/>
              <a:gd name="connsiteY293" fmla="*/ 2209800 h 3048008"/>
              <a:gd name="connsiteX294" fmla="*/ 808171 w 3344996"/>
              <a:gd name="connsiteY294" fmla="*/ 2216150 h 3048008"/>
              <a:gd name="connsiteX295" fmla="*/ 785946 w 3344996"/>
              <a:gd name="connsiteY295" fmla="*/ 2232025 h 3048008"/>
              <a:gd name="connsiteX296" fmla="*/ 754196 w 3344996"/>
              <a:gd name="connsiteY296" fmla="*/ 2247900 h 3048008"/>
              <a:gd name="connsiteX297" fmla="*/ 738321 w 3344996"/>
              <a:gd name="connsiteY297" fmla="*/ 2260600 h 3048008"/>
              <a:gd name="connsiteX298" fmla="*/ 725621 w 3344996"/>
              <a:gd name="connsiteY298" fmla="*/ 2266950 h 3048008"/>
              <a:gd name="connsiteX299" fmla="*/ 716096 w 3344996"/>
              <a:gd name="connsiteY299" fmla="*/ 2276475 h 3048008"/>
              <a:gd name="connsiteX300" fmla="*/ 703396 w 3344996"/>
              <a:gd name="connsiteY300" fmla="*/ 2282825 h 3048008"/>
              <a:gd name="connsiteX301" fmla="*/ 677996 w 3344996"/>
              <a:gd name="connsiteY301" fmla="*/ 2305050 h 3048008"/>
              <a:gd name="connsiteX302" fmla="*/ 665296 w 3344996"/>
              <a:gd name="connsiteY302" fmla="*/ 2308225 h 3048008"/>
              <a:gd name="connsiteX303" fmla="*/ 652596 w 3344996"/>
              <a:gd name="connsiteY303" fmla="*/ 2333625 h 3048008"/>
              <a:gd name="connsiteX304" fmla="*/ 639896 w 3344996"/>
              <a:gd name="connsiteY304" fmla="*/ 2365375 h 3048008"/>
              <a:gd name="connsiteX305" fmla="*/ 703396 w 3344996"/>
              <a:gd name="connsiteY305" fmla="*/ 2368550 h 3048008"/>
              <a:gd name="connsiteX306" fmla="*/ 741496 w 3344996"/>
              <a:gd name="connsiteY306" fmla="*/ 2374900 h 3048008"/>
              <a:gd name="connsiteX307" fmla="*/ 763721 w 3344996"/>
              <a:gd name="connsiteY307" fmla="*/ 2381250 h 3048008"/>
              <a:gd name="connsiteX308" fmla="*/ 782771 w 3344996"/>
              <a:gd name="connsiteY308" fmla="*/ 2387600 h 3048008"/>
              <a:gd name="connsiteX309" fmla="*/ 798646 w 3344996"/>
              <a:gd name="connsiteY309" fmla="*/ 2390775 h 3048008"/>
              <a:gd name="connsiteX310" fmla="*/ 808171 w 3344996"/>
              <a:gd name="connsiteY310" fmla="*/ 2387600 h 3048008"/>
              <a:gd name="connsiteX311" fmla="*/ 824046 w 3344996"/>
              <a:gd name="connsiteY311" fmla="*/ 2390775 h 3048008"/>
              <a:gd name="connsiteX312" fmla="*/ 836746 w 3344996"/>
              <a:gd name="connsiteY312" fmla="*/ 2393950 h 3048008"/>
              <a:gd name="connsiteX313" fmla="*/ 855796 w 3344996"/>
              <a:gd name="connsiteY313" fmla="*/ 2400300 h 3048008"/>
              <a:gd name="connsiteX314" fmla="*/ 871671 w 3344996"/>
              <a:gd name="connsiteY314" fmla="*/ 2403475 h 3048008"/>
              <a:gd name="connsiteX315" fmla="*/ 881196 w 3344996"/>
              <a:gd name="connsiteY315" fmla="*/ 2406650 h 3048008"/>
              <a:gd name="connsiteX316" fmla="*/ 897071 w 3344996"/>
              <a:gd name="connsiteY316" fmla="*/ 2409825 h 3048008"/>
              <a:gd name="connsiteX317" fmla="*/ 906596 w 3344996"/>
              <a:gd name="connsiteY317" fmla="*/ 2413000 h 3048008"/>
              <a:gd name="connsiteX318" fmla="*/ 919296 w 3344996"/>
              <a:gd name="connsiteY318" fmla="*/ 2416175 h 3048008"/>
              <a:gd name="connsiteX319" fmla="*/ 928821 w 3344996"/>
              <a:gd name="connsiteY319" fmla="*/ 2425700 h 3048008"/>
              <a:gd name="connsiteX320" fmla="*/ 970096 w 3344996"/>
              <a:gd name="connsiteY320" fmla="*/ 2457450 h 3048008"/>
              <a:gd name="connsiteX321" fmla="*/ 985971 w 3344996"/>
              <a:gd name="connsiteY321" fmla="*/ 2482850 h 3048008"/>
              <a:gd name="connsiteX322" fmla="*/ 998671 w 3344996"/>
              <a:gd name="connsiteY322" fmla="*/ 2492375 h 3048008"/>
              <a:gd name="connsiteX323" fmla="*/ 1011371 w 3344996"/>
              <a:gd name="connsiteY323" fmla="*/ 2514600 h 3048008"/>
              <a:gd name="connsiteX324" fmla="*/ 1027246 w 3344996"/>
              <a:gd name="connsiteY324" fmla="*/ 2533650 h 3048008"/>
              <a:gd name="connsiteX325" fmla="*/ 1036771 w 3344996"/>
              <a:gd name="connsiteY325" fmla="*/ 2546350 h 3048008"/>
              <a:gd name="connsiteX326" fmla="*/ 1039946 w 3344996"/>
              <a:gd name="connsiteY326" fmla="*/ 2555875 h 3048008"/>
              <a:gd name="connsiteX327" fmla="*/ 1049471 w 3344996"/>
              <a:gd name="connsiteY327" fmla="*/ 2565400 h 3048008"/>
              <a:gd name="connsiteX328" fmla="*/ 1068521 w 3344996"/>
              <a:gd name="connsiteY328" fmla="*/ 2587625 h 3048008"/>
              <a:gd name="connsiteX329" fmla="*/ 1071696 w 3344996"/>
              <a:gd name="connsiteY329" fmla="*/ 2600325 h 3048008"/>
              <a:gd name="connsiteX330" fmla="*/ 1078046 w 3344996"/>
              <a:gd name="connsiteY330" fmla="*/ 2613025 h 3048008"/>
              <a:gd name="connsiteX331" fmla="*/ 1081221 w 3344996"/>
              <a:gd name="connsiteY331" fmla="*/ 2632075 h 3048008"/>
              <a:gd name="connsiteX332" fmla="*/ 1087571 w 3344996"/>
              <a:gd name="connsiteY332" fmla="*/ 2667000 h 3048008"/>
              <a:gd name="connsiteX333" fmla="*/ 1081221 w 3344996"/>
              <a:gd name="connsiteY333" fmla="*/ 2749550 h 3048008"/>
              <a:gd name="connsiteX334" fmla="*/ 1078046 w 3344996"/>
              <a:gd name="connsiteY334" fmla="*/ 2765425 h 3048008"/>
              <a:gd name="connsiteX335" fmla="*/ 1071696 w 3344996"/>
              <a:gd name="connsiteY335" fmla="*/ 2781300 h 3048008"/>
              <a:gd name="connsiteX336" fmla="*/ 1062171 w 3344996"/>
              <a:gd name="connsiteY336" fmla="*/ 2825750 h 3048008"/>
              <a:gd name="connsiteX337" fmla="*/ 1058996 w 3344996"/>
              <a:gd name="connsiteY337" fmla="*/ 2844800 h 3048008"/>
              <a:gd name="connsiteX338" fmla="*/ 1052646 w 3344996"/>
              <a:gd name="connsiteY338" fmla="*/ 2854325 h 3048008"/>
              <a:gd name="connsiteX339" fmla="*/ 1043121 w 3344996"/>
              <a:gd name="connsiteY339" fmla="*/ 2873375 h 3048008"/>
              <a:gd name="connsiteX340" fmla="*/ 1033596 w 3344996"/>
              <a:gd name="connsiteY340" fmla="*/ 2879725 h 3048008"/>
              <a:gd name="connsiteX341" fmla="*/ 1024071 w 3344996"/>
              <a:gd name="connsiteY341" fmla="*/ 2889250 h 3048008"/>
              <a:gd name="connsiteX342" fmla="*/ 1005021 w 3344996"/>
              <a:gd name="connsiteY342" fmla="*/ 2914650 h 3048008"/>
              <a:gd name="connsiteX343" fmla="*/ 992321 w 3344996"/>
              <a:gd name="connsiteY343" fmla="*/ 2930525 h 3048008"/>
              <a:gd name="connsiteX344" fmla="*/ 979621 w 3344996"/>
              <a:gd name="connsiteY344" fmla="*/ 2949575 h 3048008"/>
              <a:gd name="connsiteX345" fmla="*/ 970096 w 3344996"/>
              <a:gd name="connsiteY345" fmla="*/ 2955925 h 3048008"/>
              <a:gd name="connsiteX346" fmla="*/ 954221 w 3344996"/>
              <a:gd name="connsiteY346" fmla="*/ 2974975 h 3048008"/>
              <a:gd name="connsiteX347" fmla="*/ 941521 w 3344996"/>
              <a:gd name="connsiteY347" fmla="*/ 2981325 h 3048008"/>
              <a:gd name="connsiteX348" fmla="*/ 922471 w 3344996"/>
              <a:gd name="connsiteY348" fmla="*/ 2994025 h 3048008"/>
              <a:gd name="connsiteX349" fmla="*/ 909771 w 3344996"/>
              <a:gd name="connsiteY349" fmla="*/ 3003550 h 3048008"/>
              <a:gd name="connsiteX350" fmla="*/ 897071 w 3344996"/>
              <a:gd name="connsiteY350" fmla="*/ 3006725 h 3048008"/>
              <a:gd name="connsiteX351" fmla="*/ 890721 w 3344996"/>
              <a:gd name="connsiteY351" fmla="*/ 3016250 h 3048008"/>
              <a:gd name="connsiteX352" fmla="*/ 878021 w 3344996"/>
              <a:gd name="connsiteY352" fmla="*/ 3019425 h 3048008"/>
              <a:gd name="connsiteX353" fmla="*/ 852621 w 3344996"/>
              <a:gd name="connsiteY353" fmla="*/ 3032125 h 3048008"/>
              <a:gd name="connsiteX354" fmla="*/ 843096 w 3344996"/>
              <a:gd name="connsiteY354" fmla="*/ 3038475 h 3048008"/>
              <a:gd name="connsiteX355" fmla="*/ 824046 w 3344996"/>
              <a:gd name="connsiteY355" fmla="*/ 3044825 h 3048008"/>
              <a:gd name="connsiteX356" fmla="*/ 785946 w 3344996"/>
              <a:gd name="connsiteY356" fmla="*/ 3041650 h 3048008"/>
              <a:gd name="connsiteX357" fmla="*/ 709746 w 3344996"/>
              <a:gd name="connsiteY357" fmla="*/ 3044825 h 3048008"/>
              <a:gd name="connsiteX358" fmla="*/ 700221 w 3344996"/>
              <a:gd name="connsiteY358" fmla="*/ 3041650 h 3048008"/>
              <a:gd name="connsiteX359" fmla="*/ 681171 w 3344996"/>
              <a:gd name="connsiteY359" fmla="*/ 3032125 h 3048008"/>
              <a:gd name="connsiteX360" fmla="*/ 658946 w 3344996"/>
              <a:gd name="connsiteY360" fmla="*/ 3019425 h 3048008"/>
              <a:gd name="connsiteX361" fmla="*/ 643071 w 3344996"/>
              <a:gd name="connsiteY361" fmla="*/ 3009900 h 3048008"/>
              <a:gd name="connsiteX362" fmla="*/ 620846 w 3344996"/>
              <a:gd name="connsiteY362" fmla="*/ 3003550 h 3048008"/>
              <a:gd name="connsiteX363" fmla="*/ 604971 w 3344996"/>
              <a:gd name="connsiteY363" fmla="*/ 2994025 h 3048008"/>
              <a:gd name="connsiteX364" fmla="*/ 595446 w 3344996"/>
              <a:gd name="connsiteY364" fmla="*/ 2990850 h 3048008"/>
              <a:gd name="connsiteX365" fmla="*/ 566871 w 3344996"/>
              <a:gd name="connsiteY365" fmla="*/ 2974975 h 3048008"/>
              <a:gd name="connsiteX366" fmla="*/ 554171 w 3344996"/>
              <a:gd name="connsiteY366" fmla="*/ 2968625 h 3048008"/>
              <a:gd name="connsiteX367" fmla="*/ 544646 w 3344996"/>
              <a:gd name="connsiteY367" fmla="*/ 2959100 h 3048008"/>
              <a:gd name="connsiteX368" fmla="*/ 519246 w 3344996"/>
              <a:gd name="connsiteY368" fmla="*/ 2940050 h 3048008"/>
              <a:gd name="connsiteX369" fmla="*/ 493846 w 3344996"/>
              <a:gd name="connsiteY369" fmla="*/ 2905125 h 3048008"/>
              <a:gd name="connsiteX370" fmla="*/ 484321 w 3344996"/>
              <a:gd name="connsiteY370" fmla="*/ 2898775 h 3048008"/>
              <a:gd name="connsiteX371" fmla="*/ 455746 w 3344996"/>
              <a:gd name="connsiteY371" fmla="*/ 2851150 h 3048008"/>
              <a:gd name="connsiteX372" fmla="*/ 446221 w 3344996"/>
              <a:gd name="connsiteY372" fmla="*/ 2841625 h 3048008"/>
              <a:gd name="connsiteX373" fmla="*/ 439871 w 3344996"/>
              <a:gd name="connsiteY373" fmla="*/ 2825750 h 3048008"/>
              <a:gd name="connsiteX374" fmla="*/ 436696 w 3344996"/>
              <a:gd name="connsiteY374" fmla="*/ 2816225 h 3048008"/>
              <a:gd name="connsiteX375" fmla="*/ 427171 w 3344996"/>
              <a:gd name="connsiteY375" fmla="*/ 2809875 h 3048008"/>
              <a:gd name="connsiteX376" fmla="*/ 417646 w 3344996"/>
              <a:gd name="connsiteY376" fmla="*/ 2746375 h 3048008"/>
              <a:gd name="connsiteX377" fmla="*/ 420821 w 3344996"/>
              <a:gd name="connsiteY377" fmla="*/ 2724150 h 3048008"/>
              <a:gd name="connsiteX378" fmla="*/ 427171 w 3344996"/>
              <a:gd name="connsiteY378" fmla="*/ 2657475 h 3048008"/>
              <a:gd name="connsiteX379" fmla="*/ 430346 w 3344996"/>
              <a:gd name="connsiteY379" fmla="*/ 2619375 h 3048008"/>
              <a:gd name="connsiteX380" fmla="*/ 427171 w 3344996"/>
              <a:gd name="connsiteY380" fmla="*/ 2606675 h 3048008"/>
              <a:gd name="connsiteX381" fmla="*/ 417646 w 3344996"/>
              <a:gd name="connsiteY381" fmla="*/ 2603500 h 3048008"/>
              <a:gd name="connsiteX382" fmla="*/ 404946 w 3344996"/>
              <a:gd name="connsiteY382" fmla="*/ 2613025 h 3048008"/>
              <a:gd name="connsiteX383" fmla="*/ 389071 w 3344996"/>
              <a:gd name="connsiteY383" fmla="*/ 2609850 h 3048008"/>
              <a:gd name="connsiteX384" fmla="*/ 316046 w 3344996"/>
              <a:gd name="connsiteY384" fmla="*/ 2613025 h 3048008"/>
              <a:gd name="connsiteX385" fmla="*/ 306521 w 3344996"/>
              <a:gd name="connsiteY385" fmla="*/ 2609850 h 3048008"/>
              <a:gd name="connsiteX386" fmla="*/ 274771 w 3344996"/>
              <a:gd name="connsiteY386" fmla="*/ 2600325 h 3048008"/>
              <a:gd name="connsiteX387" fmla="*/ 262071 w 3344996"/>
              <a:gd name="connsiteY387" fmla="*/ 2593975 h 3048008"/>
              <a:gd name="connsiteX388" fmla="*/ 252546 w 3344996"/>
              <a:gd name="connsiteY388" fmla="*/ 2587625 h 3048008"/>
              <a:gd name="connsiteX389" fmla="*/ 217621 w 3344996"/>
              <a:gd name="connsiteY389" fmla="*/ 2581275 h 3048008"/>
              <a:gd name="connsiteX390" fmla="*/ 201746 w 3344996"/>
              <a:gd name="connsiteY390" fmla="*/ 2574925 h 3048008"/>
              <a:gd name="connsiteX391" fmla="*/ 182696 w 3344996"/>
              <a:gd name="connsiteY391" fmla="*/ 2568575 h 3048008"/>
              <a:gd name="connsiteX392" fmla="*/ 166821 w 3344996"/>
              <a:gd name="connsiteY392" fmla="*/ 2562225 h 3048008"/>
              <a:gd name="connsiteX393" fmla="*/ 157296 w 3344996"/>
              <a:gd name="connsiteY393" fmla="*/ 2552700 h 3048008"/>
              <a:gd name="connsiteX394" fmla="*/ 138246 w 3344996"/>
              <a:gd name="connsiteY394" fmla="*/ 2540000 h 3048008"/>
              <a:gd name="connsiteX395" fmla="*/ 119196 w 3344996"/>
              <a:gd name="connsiteY395" fmla="*/ 2520950 h 3048008"/>
              <a:gd name="connsiteX396" fmla="*/ 109671 w 3344996"/>
              <a:gd name="connsiteY396" fmla="*/ 2508250 h 3048008"/>
              <a:gd name="connsiteX397" fmla="*/ 87446 w 3344996"/>
              <a:gd name="connsiteY397" fmla="*/ 2489200 h 3048008"/>
              <a:gd name="connsiteX398" fmla="*/ 74746 w 3344996"/>
              <a:gd name="connsiteY398" fmla="*/ 2466975 h 3048008"/>
              <a:gd name="connsiteX399" fmla="*/ 65221 w 3344996"/>
              <a:gd name="connsiteY399" fmla="*/ 2457450 h 3048008"/>
              <a:gd name="connsiteX400" fmla="*/ 46171 w 3344996"/>
              <a:gd name="connsiteY400" fmla="*/ 2422525 h 3048008"/>
              <a:gd name="connsiteX401" fmla="*/ 42996 w 3344996"/>
              <a:gd name="connsiteY401" fmla="*/ 2413000 h 3048008"/>
              <a:gd name="connsiteX402" fmla="*/ 39821 w 3344996"/>
              <a:gd name="connsiteY402" fmla="*/ 2400300 h 3048008"/>
              <a:gd name="connsiteX403" fmla="*/ 33471 w 3344996"/>
              <a:gd name="connsiteY403" fmla="*/ 2387600 h 3048008"/>
              <a:gd name="connsiteX404" fmla="*/ 27121 w 3344996"/>
              <a:gd name="connsiteY404" fmla="*/ 2359025 h 3048008"/>
              <a:gd name="connsiteX405" fmla="*/ 17596 w 3344996"/>
              <a:gd name="connsiteY405" fmla="*/ 2336800 h 3048008"/>
              <a:gd name="connsiteX406" fmla="*/ 11246 w 3344996"/>
              <a:gd name="connsiteY406" fmla="*/ 2311400 h 3048008"/>
              <a:gd name="connsiteX407" fmla="*/ 8071 w 3344996"/>
              <a:gd name="connsiteY407" fmla="*/ 2282825 h 3048008"/>
              <a:gd name="connsiteX408" fmla="*/ 4896 w 3344996"/>
              <a:gd name="connsiteY408" fmla="*/ 2266950 h 3048008"/>
              <a:gd name="connsiteX409" fmla="*/ 1721 w 3344996"/>
              <a:gd name="connsiteY409" fmla="*/ 2241550 h 3048008"/>
              <a:gd name="connsiteX410" fmla="*/ 4896 w 3344996"/>
              <a:gd name="connsiteY410" fmla="*/ 2212975 h 3048008"/>
              <a:gd name="connsiteX411" fmla="*/ 39821 w 3344996"/>
              <a:gd name="connsiteY411" fmla="*/ 2235200 h 3048008"/>
              <a:gd name="connsiteX412" fmla="*/ 71571 w 3344996"/>
              <a:gd name="connsiteY412" fmla="*/ 2244725 h 3048008"/>
              <a:gd name="connsiteX413" fmla="*/ 116021 w 3344996"/>
              <a:gd name="connsiteY413" fmla="*/ 2241550 h 3048008"/>
              <a:gd name="connsiteX414" fmla="*/ 138246 w 3344996"/>
              <a:gd name="connsiteY414" fmla="*/ 2244725 h 3048008"/>
              <a:gd name="connsiteX415" fmla="*/ 157296 w 3344996"/>
              <a:gd name="connsiteY415" fmla="*/ 2241550 h 3048008"/>
              <a:gd name="connsiteX416" fmla="*/ 223971 w 3344996"/>
              <a:gd name="connsiteY416" fmla="*/ 2228850 h 3048008"/>
              <a:gd name="connsiteX417" fmla="*/ 239846 w 3344996"/>
              <a:gd name="connsiteY417" fmla="*/ 2219325 h 3048008"/>
              <a:gd name="connsiteX418" fmla="*/ 258896 w 3344996"/>
              <a:gd name="connsiteY418" fmla="*/ 2209800 h 3048008"/>
              <a:gd name="connsiteX419" fmla="*/ 274771 w 3344996"/>
              <a:gd name="connsiteY419" fmla="*/ 2187575 h 3048008"/>
              <a:gd name="connsiteX420" fmla="*/ 284296 w 3344996"/>
              <a:gd name="connsiteY420" fmla="*/ 2178050 h 3048008"/>
              <a:gd name="connsiteX421" fmla="*/ 290646 w 3344996"/>
              <a:gd name="connsiteY421" fmla="*/ 2152650 h 3048008"/>
              <a:gd name="connsiteX422" fmla="*/ 287471 w 3344996"/>
              <a:gd name="connsiteY422" fmla="*/ 2143125 h 3048008"/>
              <a:gd name="connsiteX423" fmla="*/ 300171 w 3344996"/>
              <a:gd name="connsiteY423" fmla="*/ 2155825 h 3048008"/>
              <a:gd name="connsiteX424" fmla="*/ 312871 w 3344996"/>
              <a:gd name="connsiteY424" fmla="*/ 2159000 h 3048008"/>
              <a:gd name="connsiteX425" fmla="*/ 379546 w 3344996"/>
              <a:gd name="connsiteY425" fmla="*/ 2168525 h 3048008"/>
              <a:gd name="connsiteX426" fmla="*/ 404946 w 3344996"/>
              <a:gd name="connsiteY426" fmla="*/ 2162175 h 3048008"/>
              <a:gd name="connsiteX427" fmla="*/ 458921 w 3344996"/>
              <a:gd name="connsiteY427" fmla="*/ 2149475 h 3048008"/>
              <a:gd name="connsiteX428" fmla="*/ 547821 w 3344996"/>
              <a:gd name="connsiteY428" fmla="*/ 2101850 h 3048008"/>
              <a:gd name="connsiteX429" fmla="*/ 585921 w 3344996"/>
              <a:gd name="connsiteY429" fmla="*/ 2085975 h 3048008"/>
              <a:gd name="connsiteX430" fmla="*/ 620846 w 3344996"/>
              <a:gd name="connsiteY430" fmla="*/ 2063750 h 3048008"/>
              <a:gd name="connsiteX431" fmla="*/ 655771 w 3344996"/>
              <a:gd name="connsiteY431" fmla="*/ 2025650 h 3048008"/>
              <a:gd name="connsiteX432" fmla="*/ 665296 w 3344996"/>
              <a:gd name="connsiteY432" fmla="*/ 2009775 h 3048008"/>
              <a:gd name="connsiteX433" fmla="*/ 677996 w 3344996"/>
              <a:gd name="connsiteY433" fmla="*/ 1997075 h 3048008"/>
              <a:gd name="connsiteX434" fmla="*/ 684346 w 3344996"/>
              <a:gd name="connsiteY434" fmla="*/ 1984375 h 3048008"/>
              <a:gd name="connsiteX435" fmla="*/ 693871 w 3344996"/>
              <a:gd name="connsiteY435" fmla="*/ 1968500 h 3048008"/>
              <a:gd name="connsiteX436" fmla="*/ 700221 w 3344996"/>
              <a:gd name="connsiteY436" fmla="*/ 1958975 h 3048008"/>
              <a:gd name="connsiteX437" fmla="*/ 712921 w 3344996"/>
              <a:gd name="connsiteY437" fmla="*/ 1933575 h 3048008"/>
              <a:gd name="connsiteX438" fmla="*/ 716096 w 3344996"/>
              <a:gd name="connsiteY438" fmla="*/ 1924050 h 3048008"/>
              <a:gd name="connsiteX439" fmla="*/ 725621 w 3344996"/>
              <a:gd name="connsiteY439" fmla="*/ 1908175 h 3048008"/>
              <a:gd name="connsiteX440" fmla="*/ 728796 w 3344996"/>
              <a:gd name="connsiteY440" fmla="*/ 1898650 h 3048008"/>
              <a:gd name="connsiteX441" fmla="*/ 722446 w 3344996"/>
              <a:gd name="connsiteY441" fmla="*/ 1908175 h 3048008"/>
              <a:gd name="connsiteX442" fmla="*/ 731971 w 3344996"/>
              <a:gd name="connsiteY442" fmla="*/ 1905000 h 3048008"/>
              <a:gd name="connsiteX443" fmla="*/ 741496 w 3344996"/>
              <a:gd name="connsiteY443" fmla="*/ 1911350 h 3048008"/>
              <a:gd name="connsiteX444" fmla="*/ 747846 w 3344996"/>
              <a:gd name="connsiteY444" fmla="*/ 1920875 h 3048008"/>
              <a:gd name="connsiteX445" fmla="*/ 760546 w 3344996"/>
              <a:gd name="connsiteY445" fmla="*/ 1924050 h 3048008"/>
              <a:gd name="connsiteX446" fmla="*/ 779596 w 3344996"/>
              <a:gd name="connsiteY446" fmla="*/ 1930400 h 3048008"/>
              <a:gd name="connsiteX447" fmla="*/ 808171 w 3344996"/>
              <a:gd name="connsiteY447" fmla="*/ 1943100 h 3048008"/>
              <a:gd name="connsiteX448" fmla="*/ 820871 w 3344996"/>
              <a:gd name="connsiteY448" fmla="*/ 1949450 h 3048008"/>
              <a:gd name="connsiteX449" fmla="*/ 833571 w 3344996"/>
              <a:gd name="connsiteY449" fmla="*/ 1958975 h 3048008"/>
              <a:gd name="connsiteX450" fmla="*/ 871671 w 3344996"/>
              <a:gd name="connsiteY450" fmla="*/ 1962150 h 3048008"/>
              <a:gd name="connsiteX451" fmla="*/ 900246 w 3344996"/>
              <a:gd name="connsiteY451" fmla="*/ 1965325 h 3048008"/>
              <a:gd name="connsiteX452" fmla="*/ 916121 w 3344996"/>
              <a:gd name="connsiteY452" fmla="*/ 1958975 h 3048008"/>
              <a:gd name="connsiteX453" fmla="*/ 928821 w 3344996"/>
              <a:gd name="connsiteY453" fmla="*/ 1952625 h 3048008"/>
              <a:gd name="connsiteX454" fmla="*/ 954221 w 3344996"/>
              <a:gd name="connsiteY454" fmla="*/ 1949450 h 3048008"/>
              <a:gd name="connsiteX455" fmla="*/ 976446 w 3344996"/>
              <a:gd name="connsiteY455" fmla="*/ 1943100 h 3048008"/>
              <a:gd name="connsiteX456" fmla="*/ 989146 w 3344996"/>
              <a:gd name="connsiteY456" fmla="*/ 1936750 h 3048008"/>
              <a:gd name="connsiteX457" fmla="*/ 1005021 w 3344996"/>
              <a:gd name="connsiteY457" fmla="*/ 1933575 h 3048008"/>
              <a:gd name="connsiteX458" fmla="*/ 1033596 w 3344996"/>
              <a:gd name="connsiteY458" fmla="*/ 1924050 h 3048008"/>
              <a:gd name="connsiteX459" fmla="*/ 1074871 w 3344996"/>
              <a:gd name="connsiteY459" fmla="*/ 1898650 h 3048008"/>
              <a:gd name="connsiteX460" fmla="*/ 1087571 w 3344996"/>
              <a:gd name="connsiteY460" fmla="*/ 1889125 h 3048008"/>
              <a:gd name="connsiteX461" fmla="*/ 1119321 w 3344996"/>
              <a:gd name="connsiteY461" fmla="*/ 1863725 h 3048008"/>
              <a:gd name="connsiteX462" fmla="*/ 1157421 w 3344996"/>
              <a:gd name="connsiteY462" fmla="*/ 1822450 h 3048008"/>
              <a:gd name="connsiteX463" fmla="*/ 1179646 w 3344996"/>
              <a:gd name="connsiteY463" fmla="*/ 1803400 h 3048008"/>
              <a:gd name="connsiteX464" fmla="*/ 1198696 w 3344996"/>
              <a:gd name="connsiteY464" fmla="*/ 1774825 h 3048008"/>
              <a:gd name="connsiteX465" fmla="*/ 1205046 w 3344996"/>
              <a:gd name="connsiteY465" fmla="*/ 1765300 h 3048008"/>
              <a:gd name="connsiteX466" fmla="*/ 1217746 w 3344996"/>
              <a:gd name="connsiteY466" fmla="*/ 1758950 h 3048008"/>
              <a:gd name="connsiteX467" fmla="*/ 1293946 w 3344996"/>
              <a:gd name="connsiteY467" fmla="*/ 1758950 h 3048008"/>
              <a:gd name="connsiteX468" fmla="*/ 1332046 w 3344996"/>
              <a:gd name="connsiteY468" fmla="*/ 1743075 h 3048008"/>
              <a:gd name="connsiteX469" fmla="*/ 1401896 w 3344996"/>
              <a:gd name="connsiteY469" fmla="*/ 1698625 h 3048008"/>
              <a:gd name="connsiteX470" fmla="*/ 1420946 w 3344996"/>
              <a:gd name="connsiteY470" fmla="*/ 1685925 h 3048008"/>
              <a:gd name="connsiteX471" fmla="*/ 1459046 w 3344996"/>
              <a:gd name="connsiteY471" fmla="*/ 1647825 h 3048008"/>
              <a:gd name="connsiteX472" fmla="*/ 1478096 w 3344996"/>
              <a:gd name="connsiteY472" fmla="*/ 1616075 h 3048008"/>
              <a:gd name="connsiteX473" fmla="*/ 1497146 w 3344996"/>
              <a:gd name="connsiteY473" fmla="*/ 1577975 h 3048008"/>
              <a:gd name="connsiteX474" fmla="*/ 1500321 w 3344996"/>
              <a:gd name="connsiteY474" fmla="*/ 1562100 h 3048008"/>
              <a:gd name="connsiteX475" fmla="*/ 1509846 w 3344996"/>
              <a:gd name="connsiteY475" fmla="*/ 1543050 h 3048008"/>
              <a:gd name="connsiteX476" fmla="*/ 1519371 w 3344996"/>
              <a:gd name="connsiteY476" fmla="*/ 1517650 h 3048008"/>
              <a:gd name="connsiteX477" fmla="*/ 1509846 w 3344996"/>
              <a:gd name="connsiteY477" fmla="*/ 1447800 h 3048008"/>
              <a:gd name="connsiteX478" fmla="*/ 1503496 w 3344996"/>
              <a:gd name="connsiteY478" fmla="*/ 1438275 h 3048008"/>
              <a:gd name="connsiteX479" fmla="*/ 1500321 w 3344996"/>
              <a:gd name="connsiteY479" fmla="*/ 1422400 h 3048008"/>
              <a:gd name="connsiteX480" fmla="*/ 1506671 w 3344996"/>
              <a:gd name="connsiteY480" fmla="*/ 1368425 h 3048008"/>
              <a:gd name="connsiteX481" fmla="*/ 1513021 w 3344996"/>
              <a:gd name="connsiteY481" fmla="*/ 1349375 h 3048008"/>
              <a:gd name="connsiteX482" fmla="*/ 1519371 w 3344996"/>
              <a:gd name="connsiteY482" fmla="*/ 1314450 h 3048008"/>
              <a:gd name="connsiteX483" fmla="*/ 1516196 w 3344996"/>
              <a:gd name="connsiteY483" fmla="*/ 1298575 h 3048008"/>
              <a:gd name="connsiteX484" fmla="*/ 1503496 w 3344996"/>
              <a:gd name="connsiteY484" fmla="*/ 1289050 h 3048008"/>
              <a:gd name="connsiteX485" fmla="*/ 1459046 w 3344996"/>
              <a:gd name="connsiteY485" fmla="*/ 1276350 h 3048008"/>
              <a:gd name="connsiteX486" fmla="*/ 1309821 w 3344996"/>
              <a:gd name="connsiteY486" fmla="*/ 1168400 h 3048008"/>
              <a:gd name="connsiteX487" fmla="*/ 1278071 w 3344996"/>
              <a:gd name="connsiteY487" fmla="*/ 1108075 h 3048008"/>
              <a:gd name="connsiteX488" fmla="*/ 1265371 w 3344996"/>
              <a:gd name="connsiteY488" fmla="*/ 1054100 h 3048008"/>
              <a:gd name="connsiteX489" fmla="*/ 1262196 w 3344996"/>
              <a:gd name="connsiteY489" fmla="*/ 1041400 h 3048008"/>
              <a:gd name="connsiteX490" fmla="*/ 1259021 w 3344996"/>
              <a:gd name="connsiteY490" fmla="*/ 1047750 h 30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</a:cxnLst>
            <a:rect l="l" t="t" r="r" b="b"/>
            <a:pathLst>
              <a:path w="3344996" h="3048008">
                <a:moveTo>
                  <a:pt x="1259021" y="1047750"/>
                </a:moveTo>
                <a:lnTo>
                  <a:pt x="1259021" y="1047750"/>
                </a:lnTo>
                <a:cubicBezTo>
                  <a:pt x="1341977" y="1062833"/>
                  <a:pt x="1303628" y="1063467"/>
                  <a:pt x="1351096" y="1057275"/>
                </a:cubicBezTo>
                <a:lnTo>
                  <a:pt x="1401896" y="1050925"/>
                </a:lnTo>
                <a:cubicBezTo>
                  <a:pt x="1409304" y="1047750"/>
                  <a:pt x="1416302" y="1043355"/>
                  <a:pt x="1424121" y="1041400"/>
                </a:cubicBezTo>
                <a:cubicBezTo>
                  <a:pt x="1433418" y="1039076"/>
                  <a:pt x="1443821" y="1041841"/>
                  <a:pt x="1452696" y="1038225"/>
                </a:cubicBezTo>
                <a:cubicBezTo>
                  <a:pt x="1568459" y="991062"/>
                  <a:pt x="1468440" y="1024539"/>
                  <a:pt x="1535246" y="987425"/>
                </a:cubicBezTo>
                <a:cubicBezTo>
                  <a:pt x="1574794" y="965454"/>
                  <a:pt x="1560355" y="986089"/>
                  <a:pt x="1595571" y="955675"/>
                </a:cubicBezTo>
                <a:cubicBezTo>
                  <a:pt x="1610297" y="942957"/>
                  <a:pt x="1623088" y="928158"/>
                  <a:pt x="1636846" y="914400"/>
                </a:cubicBezTo>
                <a:cubicBezTo>
                  <a:pt x="1643196" y="908050"/>
                  <a:pt x="1650052" y="902168"/>
                  <a:pt x="1655896" y="895350"/>
                </a:cubicBezTo>
                <a:cubicBezTo>
                  <a:pt x="1662246" y="887942"/>
                  <a:pt x="1668047" y="880024"/>
                  <a:pt x="1674946" y="873125"/>
                </a:cubicBezTo>
                <a:cubicBezTo>
                  <a:pt x="1680791" y="867280"/>
                  <a:pt x="1687646" y="862542"/>
                  <a:pt x="1693996" y="857250"/>
                </a:cubicBezTo>
                <a:cubicBezTo>
                  <a:pt x="1717028" y="811186"/>
                  <a:pt x="1691228" y="857765"/>
                  <a:pt x="1713046" y="828675"/>
                </a:cubicBezTo>
                <a:cubicBezTo>
                  <a:pt x="1716749" y="823738"/>
                  <a:pt x="1719300" y="818033"/>
                  <a:pt x="1722571" y="812800"/>
                </a:cubicBezTo>
                <a:cubicBezTo>
                  <a:pt x="1724593" y="809564"/>
                  <a:pt x="1726804" y="806450"/>
                  <a:pt x="1728921" y="803275"/>
                </a:cubicBezTo>
                <a:cubicBezTo>
                  <a:pt x="1726804" y="800100"/>
                  <a:pt x="1724121" y="797237"/>
                  <a:pt x="1722571" y="793750"/>
                </a:cubicBezTo>
                <a:cubicBezTo>
                  <a:pt x="1719853" y="787633"/>
                  <a:pt x="1716221" y="774700"/>
                  <a:pt x="1716221" y="774700"/>
                </a:cubicBezTo>
                <a:cubicBezTo>
                  <a:pt x="1718941" y="766539"/>
                  <a:pt x="1720976" y="761246"/>
                  <a:pt x="1722571" y="752475"/>
                </a:cubicBezTo>
                <a:cubicBezTo>
                  <a:pt x="1723910" y="745112"/>
                  <a:pt x="1723931" y="737510"/>
                  <a:pt x="1725746" y="730250"/>
                </a:cubicBezTo>
                <a:cubicBezTo>
                  <a:pt x="1727128" y="724721"/>
                  <a:pt x="1729979" y="719667"/>
                  <a:pt x="1732096" y="714375"/>
                </a:cubicBezTo>
                <a:cubicBezTo>
                  <a:pt x="1733154" y="708025"/>
                  <a:pt x="1733378" y="701478"/>
                  <a:pt x="1735271" y="695325"/>
                </a:cubicBezTo>
                <a:cubicBezTo>
                  <a:pt x="1739154" y="682706"/>
                  <a:pt x="1750328" y="661627"/>
                  <a:pt x="1757496" y="650875"/>
                </a:cubicBezTo>
                <a:cubicBezTo>
                  <a:pt x="1767596" y="635725"/>
                  <a:pt x="1777396" y="620250"/>
                  <a:pt x="1789246" y="606425"/>
                </a:cubicBezTo>
                <a:cubicBezTo>
                  <a:pt x="1805650" y="587287"/>
                  <a:pt x="1809884" y="580055"/>
                  <a:pt x="1830521" y="565150"/>
                </a:cubicBezTo>
                <a:cubicBezTo>
                  <a:pt x="1881664" y="528213"/>
                  <a:pt x="1847757" y="556264"/>
                  <a:pt x="1897196" y="527050"/>
                </a:cubicBezTo>
                <a:cubicBezTo>
                  <a:pt x="1910337" y="519285"/>
                  <a:pt x="1922044" y="509223"/>
                  <a:pt x="1935296" y="501650"/>
                </a:cubicBezTo>
                <a:cubicBezTo>
                  <a:pt x="1944346" y="496479"/>
                  <a:pt x="1954933" y="494313"/>
                  <a:pt x="1963871" y="488950"/>
                </a:cubicBezTo>
                <a:cubicBezTo>
                  <a:pt x="1983838" y="476970"/>
                  <a:pt x="2012552" y="452686"/>
                  <a:pt x="2036896" y="441325"/>
                </a:cubicBezTo>
                <a:cubicBezTo>
                  <a:pt x="2068502" y="426576"/>
                  <a:pt x="2052741" y="435560"/>
                  <a:pt x="2078171" y="428625"/>
                </a:cubicBezTo>
                <a:cubicBezTo>
                  <a:pt x="2122868" y="416435"/>
                  <a:pt x="2064781" y="426777"/>
                  <a:pt x="2135321" y="415925"/>
                </a:cubicBezTo>
                <a:cubicBezTo>
                  <a:pt x="2150114" y="413649"/>
                  <a:pt x="2165095" y="412510"/>
                  <a:pt x="2179771" y="409575"/>
                </a:cubicBezTo>
                <a:lnTo>
                  <a:pt x="2211521" y="403225"/>
                </a:lnTo>
                <a:cubicBezTo>
                  <a:pt x="2239038" y="404283"/>
                  <a:pt x="2266534" y="406400"/>
                  <a:pt x="2294071" y="406400"/>
                </a:cubicBezTo>
                <a:cubicBezTo>
                  <a:pt x="2390300" y="406400"/>
                  <a:pt x="2239974" y="396336"/>
                  <a:pt x="2360746" y="406400"/>
                </a:cubicBezTo>
                <a:lnTo>
                  <a:pt x="2386146" y="403225"/>
                </a:lnTo>
                <a:cubicBezTo>
                  <a:pt x="2405187" y="401028"/>
                  <a:pt x="2424585" y="401033"/>
                  <a:pt x="2443296" y="396875"/>
                </a:cubicBezTo>
                <a:cubicBezTo>
                  <a:pt x="2478155" y="389128"/>
                  <a:pt x="2462246" y="392129"/>
                  <a:pt x="2490921" y="387350"/>
                </a:cubicBezTo>
                <a:cubicBezTo>
                  <a:pt x="2498329" y="384175"/>
                  <a:pt x="2505413" y="380099"/>
                  <a:pt x="2513146" y="377825"/>
                </a:cubicBezTo>
                <a:cubicBezTo>
                  <a:pt x="2523500" y="374780"/>
                  <a:pt x="2544896" y="371475"/>
                  <a:pt x="2544896" y="371475"/>
                </a:cubicBezTo>
                <a:cubicBezTo>
                  <a:pt x="2557596" y="365125"/>
                  <a:pt x="2569813" y="357698"/>
                  <a:pt x="2582996" y="352425"/>
                </a:cubicBezTo>
                <a:cubicBezTo>
                  <a:pt x="2588288" y="350308"/>
                  <a:pt x="2593773" y="348624"/>
                  <a:pt x="2598871" y="346075"/>
                </a:cubicBezTo>
                <a:cubicBezTo>
                  <a:pt x="2626208" y="332407"/>
                  <a:pt x="2602718" y="338956"/>
                  <a:pt x="2630621" y="333375"/>
                </a:cubicBezTo>
                <a:cubicBezTo>
                  <a:pt x="2633796" y="331258"/>
                  <a:pt x="2636639" y="328528"/>
                  <a:pt x="2640146" y="327025"/>
                </a:cubicBezTo>
                <a:cubicBezTo>
                  <a:pt x="2644157" y="325306"/>
                  <a:pt x="2648650" y="325049"/>
                  <a:pt x="2652846" y="323850"/>
                </a:cubicBezTo>
                <a:cubicBezTo>
                  <a:pt x="2656064" y="322931"/>
                  <a:pt x="2659196" y="321733"/>
                  <a:pt x="2662371" y="320675"/>
                </a:cubicBezTo>
                <a:cubicBezTo>
                  <a:pt x="2666604" y="317500"/>
                  <a:pt x="2671053" y="314594"/>
                  <a:pt x="2675071" y="311150"/>
                </a:cubicBezTo>
                <a:cubicBezTo>
                  <a:pt x="2678480" y="308228"/>
                  <a:pt x="2681147" y="304500"/>
                  <a:pt x="2684596" y="301625"/>
                </a:cubicBezTo>
                <a:cubicBezTo>
                  <a:pt x="2687527" y="299182"/>
                  <a:pt x="2691035" y="297519"/>
                  <a:pt x="2694121" y="295275"/>
                </a:cubicBezTo>
                <a:cubicBezTo>
                  <a:pt x="2702680" y="289050"/>
                  <a:pt x="2719521" y="276225"/>
                  <a:pt x="2719521" y="276225"/>
                </a:cubicBezTo>
                <a:cubicBezTo>
                  <a:pt x="2722696" y="277283"/>
                  <a:pt x="2725745" y="279950"/>
                  <a:pt x="2729046" y="279400"/>
                </a:cubicBezTo>
                <a:cubicBezTo>
                  <a:pt x="2776325" y="271520"/>
                  <a:pt x="2763446" y="270620"/>
                  <a:pt x="2792546" y="260350"/>
                </a:cubicBezTo>
                <a:cubicBezTo>
                  <a:pt x="2805170" y="255895"/>
                  <a:pt x="2817946" y="251883"/>
                  <a:pt x="2830646" y="247650"/>
                </a:cubicBezTo>
                <a:cubicBezTo>
                  <a:pt x="2836996" y="245533"/>
                  <a:pt x="2843481" y="243786"/>
                  <a:pt x="2849696" y="241300"/>
                </a:cubicBezTo>
                <a:cubicBezTo>
                  <a:pt x="2854988" y="239183"/>
                  <a:pt x="2860235" y="236951"/>
                  <a:pt x="2865571" y="234950"/>
                </a:cubicBezTo>
                <a:cubicBezTo>
                  <a:pt x="2868705" y="233775"/>
                  <a:pt x="2872020" y="233093"/>
                  <a:pt x="2875096" y="231775"/>
                </a:cubicBezTo>
                <a:cubicBezTo>
                  <a:pt x="2879446" y="229911"/>
                  <a:pt x="2883364" y="227087"/>
                  <a:pt x="2887796" y="225425"/>
                </a:cubicBezTo>
                <a:cubicBezTo>
                  <a:pt x="2910525" y="216902"/>
                  <a:pt x="2890695" y="228758"/>
                  <a:pt x="2913196" y="215900"/>
                </a:cubicBezTo>
                <a:cubicBezTo>
                  <a:pt x="2928993" y="206873"/>
                  <a:pt x="2917039" y="212467"/>
                  <a:pt x="2932246" y="200025"/>
                </a:cubicBezTo>
                <a:cubicBezTo>
                  <a:pt x="2940437" y="193323"/>
                  <a:pt x="2948840" y="186846"/>
                  <a:pt x="2957646" y="180975"/>
                </a:cubicBezTo>
                <a:cubicBezTo>
                  <a:pt x="2960821" y="178858"/>
                  <a:pt x="2964274" y="177108"/>
                  <a:pt x="2967171" y="174625"/>
                </a:cubicBezTo>
                <a:cubicBezTo>
                  <a:pt x="2992588" y="152839"/>
                  <a:pt x="2967161" y="171460"/>
                  <a:pt x="2992571" y="146050"/>
                </a:cubicBezTo>
                <a:cubicBezTo>
                  <a:pt x="2995269" y="143352"/>
                  <a:pt x="2998921" y="141817"/>
                  <a:pt x="3002096" y="139700"/>
                </a:cubicBezTo>
                <a:cubicBezTo>
                  <a:pt x="3004678" y="131953"/>
                  <a:pt x="3005466" y="126805"/>
                  <a:pt x="3011621" y="120650"/>
                </a:cubicBezTo>
                <a:cubicBezTo>
                  <a:pt x="3014319" y="117952"/>
                  <a:pt x="3017971" y="116417"/>
                  <a:pt x="3021146" y="114300"/>
                </a:cubicBezTo>
                <a:cubicBezTo>
                  <a:pt x="3023263" y="109008"/>
                  <a:pt x="3025181" y="103633"/>
                  <a:pt x="3027496" y="98425"/>
                </a:cubicBezTo>
                <a:cubicBezTo>
                  <a:pt x="3029418" y="94100"/>
                  <a:pt x="3032088" y="90119"/>
                  <a:pt x="3033846" y="85725"/>
                </a:cubicBezTo>
                <a:cubicBezTo>
                  <a:pt x="3036332" y="79510"/>
                  <a:pt x="3037478" y="72792"/>
                  <a:pt x="3040196" y="66675"/>
                </a:cubicBezTo>
                <a:cubicBezTo>
                  <a:pt x="3053173" y="37478"/>
                  <a:pt x="3042160" y="90341"/>
                  <a:pt x="3065596" y="31750"/>
                </a:cubicBezTo>
                <a:cubicBezTo>
                  <a:pt x="3067713" y="26458"/>
                  <a:pt x="3068160" y="20135"/>
                  <a:pt x="3071946" y="15875"/>
                </a:cubicBezTo>
                <a:cubicBezTo>
                  <a:pt x="3085427" y="709"/>
                  <a:pt x="3095008" y="2602"/>
                  <a:pt x="3113221" y="0"/>
                </a:cubicBezTo>
                <a:cubicBezTo>
                  <a:pt x="3116396" y="1058"/>
                  <a:pt x="3119528" y="2256"/>
                  <a:pt x="3122746" y="3175"/>
                </a:cubicBezTo>
                <a:cubicBezTo>
                  <a:pt x="3126942" y="4374"/>
                  <a:pt x="3131418" y="4672"/>
                  <a:pt x="3135446" y="6350"/>
                </a:cubicBezTo>
                <a:cubicBezTo>
                  <a:pt x="3175309" y="22959"/>
                  <a:pt x="3148516" y="12911"/>
                  <a:pt x="3170371" y="25400"/>
                </a:cubicBezTo>
                <a:cubicBezTo>
                  <a:pt x="3174480" y="27748"/>
                  <a:pt x="3178721" y="29886"/>
                  <a:pt x="3183071" y="31750"/>
                </a:cubicBezTo>
                <a:cubicBezTo>
                  <a:pt x="3186147" y="33068"/>
                  <a:pt x="3189603" y="33428"/>
                  <a:pt x="3192596" y="34925"/>
                </a:cubicBezTo>
                <a:cubicBezTo>
                  <a:pt x="3196009" y="36632"/>
                  <a:pt x="3198946" y="39158"/>
                  <a:pt x="3202121" y="41275"/>
                </a:cubicBezTo>
                <a:cubicBezTo>
                  <a:pt x="3204238" y="44450"/>
                  <a:pt x="3206764" y="47387"/>
                  <a:pt x="3208471" y="50800"/>
                </a:cubicBezTo>
                <a:cubicBezTo>
                  <a:pt x="3209968" y="53793"/>
                  <a:pt x="3209555" y="57712"/>
                  <a:pt x="3211646" y="60325"/>
                </a:cubicBezTo>
                <a:cubicBezTo>
                  <a:pt x="3214030" y="63305"/>
                  <a:pt x="3218473" y="63977"/>
                  <a:pt x="3221171" y="66675"/>
                </a:cubicBezTo>
                <a:cubicBezTo>
                  <a:pt x="3225963" y="71467"/>
                  <a:pt x="3229313" y="77536"/>
                  <a:pt x="3233871" y="82550"/>
                </a:cubicBezTo>
                <a:cubicBezTo>
                  <a:pt x="3239912" y="89195"/>
                  <a:pt x="3252921" y="101600"/>
                  <a:pt x="3252921" y="101600"/>
                </a:cubicBezTo>
                <a:cubicBezTo>
                  <a:pt x="3259070" y="126198"/>
                  <a:pt x="3251070" y="103454"/>
                  <a:pt x="3265621" y="123825"/>
                </a:cubicBezTo>
                <a:cubicBezTo>
                  <a:pt x="3282384" y="147293"/>
                  <a:pt x="3259189" y="126938"/>
                  <a:pt x="3284671" y="146050"/>
                </a:cubicBezTo>
                <a:cubicBezTo>
                  <a:pt x="3291951" y="167889"/>
                  <a:pt x="3281994" y="141365"/>
                  <a:pt x="3297371" y="168275"/>
                </a:cubicBezTo>
                <a:cubicBezTo>
                  <a:pt x="3299031" y="171181"/>
                  <a:pt x="3299228" y="174724"/>
                  <a:pt x="3300546" y="177800"/>
                </a:cubicBezTo>
                <a:cubicBezTo>
                  <a:pt x="3312524" y="205749"/>
                  <a:pt x="3301430" y="173882"/>
                  <a:pt x="3313246" y="206375"/>
                </a:cubicBezTo>
                <a:cubicBezTo>
                  <a:pt x="3315533" y="212665"/>
                  <a:pt x="3317022" y="219246"/>
                  <a:pt x="3319596" y="225425"/>
                </a:cubicBezTo>
                <a:cubicBezTo>
                  <a:pt x="3322327" y="231978"/>
                  <a:pt x="3326484" y="237883"/>
                  <a:pt x="3329121" y="244475"/>
                </a:cubicBezTo>
                <a:cubicBezTo>
                  <a:pt x="3330742" y="248527"/>
                  <a:pt x="3331097" y="252979"/>
                  <a:pt x="3332296" y="257175"/>
                </a:cubicBezTo>
                <a:cubicBezTo>
                  <a:pt x="3336331" y="271297"/>
                  <a:pt x="3335337" y="262857"/>
                  <a:pt x="3338646" y="279400"/>
                </a:cubicBezTo>
                <a:cubicBezTo>
                  <a:pt x="3346431" y="318324"/>
                  <a:pt x="3337621" y="281651"/>
                  <a:pt x="3344996" y="311150"/>
                </a:cubicBezTo>
                <a:cubicBezTo>
                  <a:pt x="3325505" y="340387"/>
                  <a:pt x="3343486" y="309876"/>
                  <a:pt x="3335471" y="387350"/>
                </a:cubicBezTo>
                <a:cubicBezTo>
                  <a:pt x="3333028" y="410963"/>
                  <a:pt x="3331210" y="409965"/>
                  <a:pt x="3319596" y="425450"/>
                </a:cubicBezTo>
                <a:cubicBezTo>
                  <a:pt x="3316119" y="442837"/>
                  <a:pt x="3312365" y="465018"/>
                  <a:pt x="3303721" y="479425"/>
                </a:cubicBezTo>
                <a:cubicBezTo>
                  <a:pt x="3287469" y="506511"/>
                  <a:pt x="3298998" y="488740"/>
                  <a:pt x="3271971" y="523875"/>
                </a:cubicBezTo>
                <a:cubicBezTo>
                  <a:pt x="3268745" y="528069"/>
                  <a:pt x="3266849" y="533640"/>
                  <a:pt x="3262446" y="536575"/>
                </a:cubicBezTo>
                <a:cubicBezTo>
                  <a:pt x="3256096" y="540808"/>
                  <a:pt x="3249355" y="544507"/>
                  <a:pt x="3243396" y="549275"/>
                </a:cubicBezTo>
                <a:cubicBezTo>
                  <a:pt x="3238721" y="553015"/>
                  <a:pt x="3235171" y="557998"/>
                  <a:pt x="3230696" y="561975"/>
                </a:cubicBezTo>
                <a:cubicBezTo>
                  <a:pt x="3225631" y="566477"/>
                  <a:pt x="3219921" y="570213"/>
                  <a:pt x="3214821" y="574675"/>
                </a:cubicBezTo>
                <a:cubicBezTo>
                  <a:pt x="3211442" y="577632"/>
                  <a:pt x="3208888" y="581506"/>
                  <a:pt x="3205296" y="584200"/>
                </a:cubicBezTo>
                <a:cubicBezTo>
                  <a:pt x="3200359" y="587903"/>
                  <a:pt x="3194556" y="590302"/>
                  <a:pt x="3189421" y="593725"/>
                </a:cubicBezTo>
                <a:cubicBezTo>
                  <a:pt x="3185018" y="596660"/>
                  <a:pt x="3181027" y="600174"/>
                  <a:pt x="3176721" y="603250"/>
                </a:cubicBezTo>
                <a:cubicBezTo>
                  <a:pt x="3173616" y="605468"/>
                  <a:pt x="3170371" y="607483"/>
                  <a:pt x="3167196" y="609600"/>
                </a:cubicBezTo>
                <a:cubicBezTo>
                  <a:pt x="3165079" y="612775"/>
                  <a:pt x="3163743" y="616642"/>
                  <a:pt x="3160846" y="619125"/>
                </a:cubicBezTo>
                <a:cubicBezTo>
                  <a:pt x="3147046" y="630953"/>
                  <a:pt x="3148144" y="626383"/>
                  <a:pt x="3135446" y="631825"/>
                </a:cubicBezTo>
                <a:cubicBezTo>
                  <a:pt x="3131096" y="633689"/>
                  <a:pt x="3126979" y="636058"/>
                  <a:pt x="3122746" y="638175"/>
                </a:cubicBezTo>
                <a:cubicBezTo>
                  <a:pt x="3120629" y="644525"/>
                  <a:pt x="3116396" y="650532"/>
                  <a:pt x="3116396" y="657225"/>
                </a:cubicBezTo>
                <a:cubicBezTo>
                  <a:pt x="3116396" y="662924"/>
                  <a:pt x="3120745" y="667764"/>
                  <a:pt x="3122746" y="673100"/>
                </a:cubicBezTo>
                <a:cubicBezTo>
                  <a:pt x="3125517" y="680488"/>
                  <a:pt x="3128436" y="692364"/>
                  <a:pt x="3132271" y="698500"/>
                </a:cubicBezTo>
                <a:cubicBezTo>
                  <a:pt x="3134651" y="702308"/>
                  <a:pt x="3139186" y="704371"/>
                  <a:pt x="3141796" y="708025"/>
                </a:cubicBezTo>
                <a:cubicBezTo>
                  <a:pt x="3144547" y="711876"/>
                  <a:pt x="3145847" y="716588"/>
                  <a:pt x="3148146" y="720725"/>
                </a:cubicBezTo>
                <a:cubicBezTo>
                  <a:pt x="3154528" y="732213"/>
                  <a:pt x="3157405" y="736201"/>
                  <a:pt x="3164021" y="746125"/>
                </a:cubicBezTo>
                <a:cubicBezTo>
                  <a:pt x="3165079" y="751417"/>
                  <a:pt x="3164783" y="757173"/>
                  <a:pt x="3167196" y="762000"/>
                </a:cubicBezTo>
                <a:cubicBezTo>
                  <a:pt x="3170252" y="768112"/>
                  <a:pt x="3180776" y="774228"/>
                  <a:pt x="3186246" y="777875"/>
                </a:cubicBezTo>
                <a:cubicBezTo>
                  <a:pt x="3188363" y="782108"/>
                  <a:pt x="3190934" y="786143"/>
                  <a:pt x="3192596" y="790575"/>
                </a:cubicBezTo>
                <a:cubicBezTo>
                  <a:pt x="3194128" y="794661"/>
                  <a:pt x="3194990" y="798982"/>
                  <a:pt x="3195771" y="803275"/>
                </a:cubicBezTo>
                <a:cubicBezTo>
                  <a:pt x="3197483" y="812692"/>
                  <a:pt x="3199084" y="831250"/>
                  <a:pt x="3202121" y="841375"/>
                </a:cubicBezTo>
                <a:cubicBezTo>
                  <a:pt x="3214652" y="883146"/>
                  <a:pt x="3203398" y="831886"/>
                  <a:pt x="3211646" y="873125"/>
                </a:cubicBezTo>
                <a:cubicBezTo>
                  <a:pt x="3210588" y="879475"/>
                  <a:pt x="3209112" y="885769"/>
                  <a:pt x="3208471" y="892175"/>
                </a:cubicBezTo>
                <a:cubicBezTo>
                  <a:pt x="3206993" y="906956"/>
                  <a:pt x="3207500" y="921935"/>
                  <a:pt x="3205296" y="936625"/>
                </a:cubicBezTo>
                <a:cubicBezTo>
                  <a:pt x="3204303" y="943244"/>
                  <a:pt x="3200707" y="949217"/>
                  <a:pt x="3198946" y="955675"/>
                </a:cubicBezTo>
                <a:cubicBezTo>
                  <a:pt x="3185483" y="1005040"/>
                  <a:pt x="3208610" y="933033"/>
                  <a:pt x="3189421" y="990600"/>
                </a:cubicBezTo>
                <a:cubicBezTo>
                  <a:pt x="3186891" y="1015902"/>
                  <a:pt x="3188383" y="1016458"/>
                  <a:pt x="3183071" y="1035050"/>
                </a:cubicBezTo>
                <a:cubicBezTo>
                  <a:pt x="3182152" y="1038268"/>
                  <a:pt x="3181393" y="1041582"/>
                  <a:pt x="3179896" y="1044575"/>
                </a:cubicBezTo>
                <a:cubicBezTo>
                  <a:pt x="3167571" y="1069225"/>
                  <a:pt x="3174140" y="1051879"/>
                  <a:pt x="3160846" y="1073150"/>
                </a:cubicBezTo>
                <a:cubicBezTo>
                  <a:pt x="3139055" y="1108016"/>
                  <a:pt x="3171954" y="1062573"/>
                  <a:pt x="3144971" y="1098550"/>
                </a:cubicBezTo>
                <a:cubicBezTo>
                  <a:pt x="3143913" y="1101725"/>
                  <a:pt x="3143887" y="1105462"/>
                  <a:pt x="3141796" y="1108075"/>
                </a:cubicBezTo>
                <a:lnTo>
                  <a:pt x="3103696" y="1146175"/>
                </a:lnTo>
                <a:cubicBezTo>
                  <a:pt x="3087971" y="1161900"/>
                  <a:pt x="3084621" y="1166300"/>
                  <a:pt x="3062421" y="1181100"/>
                </a:cubicBezTo>
                <a:cubicBezTo>
                  <a:pt x="3056071" y="1185333"/>
                  <a:pt x="3049330" y="1189032"/>
                  <a:pt x="3043371" y="1193800"/>
                </a:cubicBezTo>
                <a:cubicBezTo>
                  <a:pt x="3038079" y="1198033"/>
                  <a:pt x="3033445" y="1203255"/>
                  <a:pt x="3027496" y="1206500"/>
                </a:cubicBezTo>
                <a:cubicBezTo>
                  <a:pt x="3021620" y="1209705"/>
                  <a:pt x="3014186" y="1209406"/>
                  <a:pt x="3008446" y="1212850"/>
                </a:cubicBezTo>
                <a:cubicBezTo>
                  <a:pt x="3003154" y="1216025"/>
                  <a:pt x="2998301" y="1220083"/>
                  <a:pt x="2992571" y="1222375"/>
                </a:cubicBezTo>
                <a:cubicBezTo>
                  <a:pt x="2987561" y="1224379"/>
                  <a:pt x="2981964" y="1224379"/>
                  <a:pt x="2976696" y="1225550"/>
                </a:cubicBezTo>
                <a:cubicBezTo>
                  <a:pt x="2972436" y="1226497"/>
                  <a:pt x="2968229" y="1227667"/>
                  <a:pt x="2963996" y="1228725"/>
                </a:cubicBezTo>
                <a:cubicBezTo>
                  <a:pt x="2955264" y="1227852"/>
                  <a:pt x="2924929" y="1222021"/>
                  <a:pt x="2913196" y="1228725"/>
                </a:cubicBezTo>
                <a:cubicBezTo>
                  <a:pt x="2910290" y="1230385"/>
                  <a:pt x="2911681" y="1235344"/>
                  <a:pt x="2910021" y="1238250"/>
                </a:cubicBezTo>
                <a:cubicBezTo>
                  <a:pt x="2907396" y="1242844"/>
                  <a:pt x="2903301" y="1246463"/>
                  <a:pt x="2900496" y="1250950"/>
                </a:cubicBezTo>
                <a:cubicBezTo>
                  <a:pt x="2896040" y="1258080"/>
                  <a:pt x="2893245" y="1265215"/>
                  <a:pt x="2890971" y="1273175"/>
                </a:cubicBezTo>
                <a:cubicBezTo>
                  <a:pt x="2887933" y="1283809"/>
                  <a:pt x="2886476" y="1294865"/>
                  <a:pt x="2881446" y="1304925"/>
                </a:cubicBezTo>
                <a:cubicBezTo>
                  <a:pt x="2879329" y="1309158"/>
                  <a:pt x="2877444" y="1313516"/>
                  <a:pt x="2875096" y="1317625"/>
                </a:cubicBezTo>
                <a:cubicBezTo>
                  <a:pt x="2873203" y="1320938"/>
                  <a:pt x="2870453" y="1323737"/>
                  <a:pt x="2868746" y="1327150"/>
                </a:cubicBezTo>
                <a:cubicBezTo>
                  <a:pt x="2855886" y="1352870"/>
                  <a:pt x="2870929" y="1334492"/>
                  <a:pt x="2849696" y="1355725"/>
                </a:cubicBezTo>
                <a:cubicBezTo>
                  <a:pt x="2848638" y="1358900"/>
                  <a:pt x="2848295" y="1362412"/>
                  <a:pt x="2846521" y="1365250"/>
                </a:cubicBezTo>
                <a:cubicBezTo>
                  <a:pt x="2831468" y="1389335"/>
                  <a:pt x="2829554" y="1378347"/>
                  <a:pt x="2808421" y="1406525"/>
                </a:cubicBezTo>
                <a:cubicBezTo>
                  <a:pt x="2805246" y="1410758"/>
                  <a:pt x="2802961" y="1415837"/>
                  <a:pt x="2798896" y="1419225"/>
                </a:cubicBezTo>
                <a:cubicBezTo>
                  <a:pt x="2796325" y="1421368"/>
                  <a:pt x="2792364" y="1420903"/>
                  <a:pt x="2789371" y="1422400"/>
                </a:cubicBezTo>
                <a:cubicBezTo>
                  <a:pt x="2785958" y="1424107"/>
                  <a:pt x="2782951" y="1426532"/>
                  <a:pt x="2779846" y="1428750"/>
                </a:cubicBezTo>
                <a:cubicBezTo>
                  <a:pt x="2775540" y="1431826"/>
                  <a:pt x="2771164" y="1434831"/>
                  <a:pt x="2767146" y="1438275"/>
                </a:cubicBezTo>
                <a:cubicBezTo>
                  <a:pt x="2763737" y="1441197"/>
                  <a:pt x="2761275" y="1445190"/>
                  <a:pt x="2757621" y="1447800"/>
                </a:cubicBezTo>
                <a:cubicBezTo>
                  <a:pt x="2750755" y="1452704"/>
                  <a:pt x="2743169" y="1454734"/>
                  <a:pt x="2735396" y="1457325"/>
                </a:cubicBezTo>
                <a:cubicBezTo>
                  <a:pt x="2717301" y="1475420"/>
                  <a:pt x="2735557" y="1460431"/>
                  <a:pt x="2713171" y="1470025"/>
                </a:cubicBezTo>
                <a:cubicBezTo>
                  <a:pt x="2709664" y="1471528"/>
                  <a:pt x="2707059" y="1474668"/>
                  <a:pt x="2703646" y="1476375"/>
                </a:cubicBezTo>
                <a:cubicBezTo>
                  <a:pt x="2700653" y="1477872"/>
                  <a:pt x="2697168" y="1478165"/>
                  <a:pt x="2694121" y="1479550"/>
                </a:cubicBezTo>
                <a:cubicBezTo>
                  <a:pt x="2685503" y="1483467"/>
                  <a:pt x="2678114" y="1491076"/>
                  <a:pt x="2668721" y="1492250"/>
                </a:cubicBezTo>
                <a:cubicBezTo>
                  <a:pt x="2629629" y="1497137"/>
                  <a:pt x="2651828" y="1494771"/>
                  <a:pt x="2602046" y="1498600"/>
                </a:cubicBezTo>
                <a:cubicBezTo>
                  <a:pt x="2593579" y="1500717"/>
                  <a:pt x="2585337" y="1504160"/>
                  <a:pt x="2576646" y="1504950"/>
                </a:cubicBezTo>
                <a:cubicBezTo>
                  <a:pt x="2573313" y="1505253"/>
                  <a:pt x="2570468" y="1501775"/>
                  <a:pt x="2567121" y="1501775"/>
                </a:cubicBezTo>
                <a:cubicBezTo>
                  <a:pt x="2562757" y="1501775"/>
                  <a:pt x="2558654" y="1503892"/>
                  <a:pt x="2554421" y="1504950"/>
                </a:cubicBezTo>
                <a:cubicBezTo>
                  <a:pt x="2509150" y="1489860"/>
                  <a:pt x="2556260" y="1505022"/>
                  <a:pt x="2522671" y="1495425"/>
                </a:cubicBezTo>
                <a:cubicBezTo>
                  <a:pt x="2509486" y="1491658"/>
                  <a:pt x="2504347" y="1487409"/>
                  <a:pt x="2487746" y="1485900"/>
                </a:cubicBezTo>
                <a:lnTo>
                  <a:pt x="2452821" y="1482725"/>
                </a:lnTo>
                <a:cubicBezTo>
                  <a:pt x="2449646" y="1479550"/>
                  <a:pt x="2447032" y="1475691"/>
                  <a:pt x="2443296" y="1473200"/>
                </a:cubicBezTo>
                <a:cubicBezTo>
                  <a:pt x="2440511" y="1471344"/>
                  <a:pt x="2436764" y="1471522"/>
                  <a:pt x="2433771" y="1470025"/>
                </a:cubicBezTo>
                <a:cubicBezTo>
                  <a:pt x="2430358" y="1468318"/>
                  <a:pt x="2427659" y="1465382"/>
                  <a:pt x="2424246" y="1463675"/>
                </a:cubicBezTo>
                <a:cubicBezTo>
                  <a:pt x="2421253" y="1462178"/>
                  <a:pt x="2417714" y="1461997"/>
                  <a:pt x="2414721" y="1460500"/>
                </a:cubicBezTo>
                <a:cubicBezTo>
                  <a:pt x="2398719" y="1452499"/>
                  <a:pt x="2411119" y="1455860"/>
                  <a:pt x="2395671" y="1444625"/>
                </a:cubicBezTo>
                <a:cubicBezTo>
                  <a:pt x="2387596" y="1438753"/>
                  <a:pt x="2377331" y="1435810"/>
                  <a:pt x="2370271" y="1428750"/>
                </a:cubicBezTo>
                <a:cubicBezTo>
                  <a:pt x="2367096" y="1425575"/>
                  <a:pt x="2363237" y="1422961"/>
                  <a:pt x="2360746" y="1419225"/>
                </a:cubicBezTo>
                <a:cubicBezTo>
                  <a:pt x="2356808" y="1413318"/>
                  <a:pt x="2355896" y="1405518"/>
                  <a:pt x="2351221" y="1400175"/>
                </a:cubicBezTo>
                <a:cubicBezTo>
                  <a:pt x="2348104" y="1396613"/>
                  <a:pt x="2342372" y="1396576"/>
                  <a:pt x="2338521" y="1393825"/>
                </a:cubicBezTo>
                <a:cubicBezTo>
                  <a:pt x="2317711" y="1378961"/>
                  <a:pt x="2339903" y="1387936"/>
                  <a:pt x="2319471" y="1381125"/>
                </a:cubicBezTo>
                <a:cubicBezTo>
                  <a:pt x="2316296" y="1375833"/>
                  <a:pt x="2314310" y="1369614"/>
                  <a:pt x="2309946" y="1365250"/>
                </a:cubicBezTo>
                <a:cubicBezTo>
                  <a:pt x="2304412" y="1359716"/>
                  <a:pt x="2291633" y="1357497"/>
                  <a:pt x="2284546" y="1355725"/>
                </a:cubicBezTo>
                <a:cubicBezTo>
                  <a:pt x="2279254" y="1356783"/>
                  <a:pt x="2274045" y="1359389"/>
                  <a:pt x="2268671" y="1358900"/>
                </a:cubicBezTo>
                <a:cubicBezTo>
                  <a:pt x="2245732" y="1356815"/>
                  <a:pt x="2254543" y="1349870"/>
                  <a:pt x="2233746" y="1346200"/>
                </a:cubicBezTo>
                <a:cubicBezTo>
                  <a:pt x="2221196" y="1343985"/>
                  <a:pt x="2208346" y="1344083"/>
                  <a:pt x="2195646" y="1343025"/>
                </a:cubicBezTo>
                <a:cubicBezTo>
                  <a:pt x="2191413" y="1339850"/>
                  <a:pt x="2187252" y="1336576"/>
                  <a:pt x="2182946" y="1333500"/>
                </a:cubicBezTo>
                <a:cubicBezTo>
                  <a:pt x="2179841" y="1331282"/>
                  <a:pt x="2177207" y="1326677"/>
                  <a:pt x="2173421" y="1327150"/>
                </a:cubicBezTo>
                <a:cubicBezTo>
                  <a:pt x="2167298" y="1327915"/>
                  <a:pt x="2162838" y="1333500"/>
                  <a:pt x="2157546" y="1336675"/>
                </a:cubicBezTo>
                <a:cubicBezTo>
                  <a:pt x="2161429" y="1344440"/>
                  <a:pt x="2165202" y="1350491"/>
                  <a:pt x="2167071" y="1358900"/>
                </a:cubicBezTo>
                <a:cubicBezTo>
                  <a:pt x="2168468" y="1365184"/>
                  <a:pt x="2169188" y="1371600"/>
                  <a:pt x="2170246" y="1377950"/>
                </a:cubicBezTo>
                <a:cubicBezTo>
                  <a:pt x="2168129" y="1412875"/>
                  <a:pt x="2166449" y="1447829"/>
                  <a:pt x="2163896" y="1482725"/>
                </a:cubicBezTo>
                <a:cubicBezTo>
                  <a:pt x="2163273" y="1491235"/>
                  <a:pt x="2162790" y="1499847"/>
                  <a:pt x="2160721" y="1508125"/>
                </a:cubicBezTo>
                <a:cubicBezTo>
                  <a:pt x="2159573" y="1512717"/>
                  <a:pt x="2155868" y="1516335"/>
                  <a:pt x="2154371" y="1520825"/>
                </a:cubicBezTo>
                <a:cubicBezTo>
                  <a:pt x="2142245" y="1557202"/>
                  <a:pt x="2154983" y="1535782"/>
                  <a:pt x="2141671" y="1555750"/>
                </a:cubicBezTo>
                <a:cubicBezTo>
                  <a:pt x="2141025" y="1558334"/>
                  <a:pt x="2137314" y="1574559"/>
                  <a:pt x="2135321" y="1577975"/>
                </a:cubicBezTo>
                <a:cubicBezTo>
                  <a:pt x="2129553" y="1587863"/>
                  <a:pt x="2122161" y="1596734"/>
                  <a:pt x="2116271" y="1606550"/>
                </a:cubicBezTo>
                <a:cubicBezTo>
                  <a:pt x="2113096" y="1611842"/>
                  <a:pt x="2110601" y="1617606"/>
                  <a:pt x="2106746" y="1622425"/>
                </a:cubicBezTo>
                <a:cubicBezTo>
                  <a:pt x="2102071" y="1628269"/>
                  <a:pt x="2095799" y="1632668"/>
                  <a:pt x="2090871" y="1638300"/>
                </a:cubicBezTo>
                <a:cubicBezTo>
                  <a:pt x="2088358" y="1641172"/>
                  <a:pt x="2087219" y="1645127"/>
                  <a:pt x="2084521" y="1647825"/>
                </a:cubicBezTo>
                <a:cubicBezTo>
                  <a:pt x="2081823" y="1650523"/>
                  <a:pt x="2078008" y="1651832"/>
                  <a:pt x="2074996" y="1654175"/>
                </a:cubicBezTo>
                <a:cubicBezTo>
                  <a:pt x="2050672" y="1673093"/>
                  <a:pt x="2064882" y="1667071"/>
                  <a:pt x="2046421" y="1673225"/>
                </a:cubicBezTo>
                <a:cubicBezTo>
                  <a:pt x="2020735" y="1707472"/>
                  <a:pt x="2050867" y="1672317"/>
                  <a:pt x="2027371" y="1689100"/>
                </a:cubicBezTo>
                <a:cubicBezTo>
                  <a:pt x="2022499" y="1692580"/>
                  <a:pt x="2019652" y="1698479"/>
                  <a:pt x="2014671" y="1701800"/>
                </a:cubicBezTo>
                <a:cubicBezTo>
                  <a:pt x="2006795" y="1707051"/>
                  <a:pt x="1997738" y="1710267"/>
                  <a:pt x="1989271" y="1714500"/>
                </a:cubicBezTo>
                <a:cubicBezTo>
                  <a:pt x="1985038" y="1716617"/>
                  <a:pt x="1979918" y="1717503"/>
                  <a:pt x="1976571" y="1720850"/>
                </a:cubicBezTo>
                <a:cubicBezTo>
                  <a:pt x="1973396" y="1724025"/>
                  <a:pt x="1971215" y="1728707"/>
                  <a:pt x="1967046" y="1730375"/>
                </a:cubicBezTo>
                <a:cubicBezTo>
                  <a:pt x="1954891" y="1735237"/>
                  <a:pt x="1940655" y="1734046"/>
                  <a:pt x="1928946" y="1739900"/>
                </a:cubicBezTo>
                <a:cubicBezTo>
                  <a:pt x="1924713" y="1742017"/>
                  <a:pt x="1920596" y="1744386"/>
                  <a:pt x="1916246" y="1746250"/>
                </a:cubicBezTo>
                <a:cubicBezTo>
                  <a:pt x="1907947" y="1749807"/>
                  <a:pt x="1902972" y="1749915"/>
                  <a:pt x="1894021" y="1752600"/>
                </a:cubicBezTo>
                <a:cubicBezTo>
                  <a:pt x="1887610" y="1754523"/>
                  <a:pt x="1874971" y="1758950"/>
                  <a:pt x="1874971" y="1758950"/>
                </a:cubicBezTo>
                <a:cubicBezTo>
                  <a:pt x="1872854" y="1765300"/>
                  <a:pt x="1871107" y="1771785"/>
                  <a:pt x="1868621" y="1778000"/>
                </a:cubicBezTo>
                <a:cubicBezTo>
                  <a:pt x="1866504" y="1783292"/>
                  <a:pt x="1863947" y="1788428"/>
                  <a:pt x="1862271" y="1793875"/>
                </a:cubicBezTo>
                <a:cubicBezTo>
                  <a:pt x="1859704" y="1802216"/>
                  <a:pt x="1859824" y="1811469"/>
                  <a:pt x="1855921" y="1819275"/>
                </a:cubicBezTo>
                <a:cubicBezTo>
                  <a:pt x="1847022" y="1837073"/>
                  <a:pt x="1851329" y="1827581"/>
                  <a:pt x="1843221" y="1847850"/>
                </a:cubicBezTo>
                <a:cubicBezTo>
                  <a:pt x="1840468" y="1878128"/>
                  <a:pt x="1841918" y="1875939"/>
                  <a:pt x="1836871" y="1898650"/>
                </a:cubicBezTo>
                <a:cubicBezTo>
                  <a:pt x="1835924" y="1902910"/>
                  <a:pt x="1835228" y="1907264"/>
                  <a:pt x="1833696" y="1911350"/>
                </a:cubicBezTo>
                <a:cubicBezTo>
                  <a:pt x="1832034" y="1915782"/>
                  <a:pt x="1829463" y="1919817"/>
                  <a:pt x="1827346" y="1924050"/>
                </a:cubicBezTo>
                <a:cubicBezTo>
                  <a:pt x="1826288" y="1932517"/>
                  <a:pt x="1827041" y="1941415"/>
                  <a:pt x="1824171" y="1949450"/>
                </a:cubicBezTo>
                <a:cubicBezTo>
                  <a:pt x="1821604" y="1956637"/>
                  <a:pt x="1814884" y="1961674"/>
                  <a:pt x="1811471" y="1968500"/>
                </a:cubicBezTo>
                <a:cubicBezTo>
                  <a:pt x="1805270" y="1980902"/>
                  <a:pt x="1806251" y="1980254"/>
                  <a:pt x="1798771" y="1990725"/>
                </a:cubicBezTo>
                <a:cubicBezTo>
                  <a:pt x="1795695" y="1995031"/>
                  <a:pt x="1792051" y="1998938"/>
                  <a:pt x="1789246" y="2003425"/>
                </a:cubicBezTo>
                <a:cubicBezTo>
                  <a:pt x="1786738" y="2007439"/>
                  <a:pt x="1785736" y="2012339"/>
                  <a:pt x="1782896" y="2016125"/>
                </a:cubicBezTo>
                <a:cubicBezTo>
                  <a:pt x="1779304" y="2020914"/>
                  <a:pt x="1774173" y="2024350"/>
                  <a:pt x="1770196" y="2028825"/>
                </a:cubicBezTo>
                <a:cubicBezTo>
                  <a:pt x="1765694" y="2033890"/>
                  <a:pt x="1762491" y="2040121"/>
                  <a:pt x="1757496" y="2044700"/>
                </a:cubicBezTo>
                <a:cubicBezTo>
                  <a:pt x="1749694" y="2051851"/>
                  <a:pt x="1740902" y="2057879"/>
                  <a:pt x="1732096" y="2063750"/>
                </a:cubicBezTo>
                <a:cubicBezTo>
                  <a:pt x="1724984" y="2068492"/>
                  <a:pt x="1716172" y="2074112"/>
                  <a:pt x="1709871" y="2079625"/>
                </a:cubicBezTo>
                <a:cubicBezTo>
                  <a:pt x="1705365" y="2083567"/>
                  <a:pt x="1701960" y="2088733"/>
                  <a:pt x="1697171" y="2092325"/>
                </a:cubicBezTo>
                <a:cubicBezTo>
                  <a:pt x="1693385" y="2095165"/>
                  <a:pt x="1688257" y="2095835"/>
                  <a:pt x="1684471" y="2098675"/>
                </a:cubicBezTo>
                <a:cubicBezTo>
                  <a:pt x="1674206" y="2106374"/>
                  <a:pt x="1671820" y="2111301"/>
                  <a:pt x="1665421" y="2120900"/>
                </a:cubicBezTo>
                <a:cubicBezTo>
                  <a:pt x="1667538" y="2128308"/>
                  <a:pt x="1669744" y="2135692"/>
                  <a:pt x="1671771" y="2143125"/>
                </a:cubicBezTo>
                <a:cubicBezTo>
                  <a:pt x="1672919" y="2147335"/>
                  <a:pt x="1673414" y="2151739"/>
                  <a:pt x="1674946" y="2155825"/>
                </a:cubicBezTo>
                <a:cubicBezTo>
                  <a:pt x="1678399" y="2165032"/>
                  <a:pt x="1682382" y="2170154"/>
                  <a:pt x="1687646" y="2178050"/>
                </a:cubicBezTo>
                <a:cubicBezTo>
                  <a:pt x="1688704" y="2182283"/>
                  <a:pt x="1689567" y="2186570"/>
                  <a:pt x="1690821" y="2190750"/>
                </a:cubicBezTo>
                <a:cubicBezTo>
                  <a:pt x="1692744" y="2197161"/>
                  <a:pt x="1695858" y="2203236"/>
                  <a:pt x="1697171" y="2209800"/>
                </a:cubicBezTo>
                <a:cubicBezTo>
                  <a:pt x="1699051" y="2219198"/>
                  <a:pt x="1698851" y="2228909"/>
                  <a:pt x="1700346" y="2238375"/>
                </a:cubicBezTo>
                <a:cubicBezTo>
                  <a:pt x="1711092" y="2306431"/>
                  <a:pt x="1702647" y="2246706"/>
                  <a:pt x="1709871" y="2282825"/>
                </a:cubicBezTo>
                <a:cubicBezTo>
                  <a:pt x="1715867" y="2312804"/>
                  <a:pt x="1710368" y="2292157"/>
                  <a:pt x="1716221" y="2327275"/>
                </a:cubicBezTo>
                <a:cubicBezTo>
                  <a:pt x="1716938" y="2331579"/>
                  <a:pt x="1718338" y="2335742"/>
                  <a:pt x="1719396" y="2339975"/>
                </a:cubicBezTo>
                <a:cubicBezTo>
                  <a:pt x="1715512" y="2355513"/>
                  <a:pt x="1714942" y="2355939"/>
                  <a:pt x="1713046" y="2374900"/>
                </a:cubicBezTo>
                <a:cubicBezTo>
                  <a:pt x="1711673" y="2388630"/>
                  <a:pt x="1711483" y="2402471"/>
                  <a:pt x="1709871" y="2416175"/>
                </a:cubicBezTo>
                <a:cubicBezTo>
                  <a:pt x="1708290" y="2429618"/>
                  <a:pt x="1706231" y="2426656"/>
                  <a:pt x="1703521" y="2438400"/>
                </a:cubicBezTo>
                <a:cubicBezTo>
                  <a:pt x="1697365" y="2465075"/>
                  <a:pt x="1699649" y="2467129"/>
                  <a:pt x="1690821" y="2489200"/>
                </a:cubicBezTo>
                <a:cubicBezTo>
                  <a:pt x="1683901" y="2506499"/>
                  <a:pt x="1686453" y="2498000"/>
                  <a:pt x="1674946" y="2511425"/>
                </a:cubicBezTo>
                <a:cubicBezTo>
                  <a:pt x="1671502" y="2515443"/>
                  <a:pt x="1668497" y="2519819"/>
                  <a:pt x="1665421" y="2524125"/>
                </a:cubicBezTo>
                <a:cubicBezTo>
                  <a:pt x="1663203" y="2527230"/>
                  <a:pt x="1661514" y="2530719"/>
                  <a:pt x="1659071" y="2533650"/>
                </a:cubicBezTo>
                <a:cubicBezTo>
                  <a:pt x="1656196" y="2537099"/>
                  <a:pt x="1652468" y="2539766"/>
                  <a:pt x="1649546" y="2543175"/>
                </a:cubicBezTo>
                <a:cubicBezTo>
                  <a:pt x="1646102" y="2547193"/>
                  <a:pt x="1643465" y="2551857"/>
                  <a:pt x="1640021" y="2555875"/>
                </a:cubicBezTo>
                <a:cubicBezTo>
                  <a:pt x="1633481" y="2563506"/>
                  <a:pt x="1626161" y="2569348"/>
                  <a:pt x="1617796" y="2574925"/>
                </a:cubicBezTo>
                <a:cubicBezTo>
                  <a:pt x="1612661" y="2578348"/>
                  <a:pt x="1607560" y="2581944"/>
                  <a:pt x="1601921" y="2584450"/>
                </a:cubicBezTo>
                <a:cubicBezTo>
                  <a:pt x="1597933" y="2586222"/>
                  <a:pt x="1593454" y="2586567"/>
                  <a:pt x="1589221" y="2587625"/>
                </a:cubicBezTo>
                <a:cubicBezTo>
                  <a:pt x="1580754" y="2593975"/>
                  <a:pt x="1571305" y="2599191"/>
                  <a:pt x="1563821" y="2606675"/>
                </a:cubicBezTo>
                <a:cubicBezTo>
                  <a:pt x="1560646" y="2609850"/>
                  <a:pt x="1558032" y="2613709"/>
                  <a:pt x="1554296" y="2616200"/>
                </a:cubicBezTo>
                <a:cubicBezTo>
                  <a:pt x="1551511" y="2618056"/>
                  <a:pt x="1547847" y="2618057"/>
                  <a:pt x="1544771" y="2619375"/>
                </a:cubicBezTo>
                <a:cubicBezTo>
                  <a:pt x="1540421" y="2621239"/>
                  <a:pt x="1536180" y="2623377"/>
                  <a:pt x="1532071" y="2625725"/>
                </a:cubicBezTo>
                <a:cubicBezTo>
                  <a:pt x="1528758" y="2627618"/>
                  <a:pt x="1525959" y="2630368"/>
                  <a:pt x="1522546" y="2632075"/>
                </a:cubicBezTo>
                <a:cubicBezTo>
                  <a:pt x="1519553" y="2633572"/>
                  <a:pt x="1516014" y="2633753"/>
                  <a:pt x="1513021" y="2635250"/>
                </a:cubicBezTo>
                <a:cubicBezTo>
                  <a:pt x="1509608" y="2636957"/>
                  <a:pt x="1506909" y="2639893"/>
                  <a:pt x="1503496" y="2641600"/>
                </a:cubicBezTo>
                <a:cubicBezTo>
                  <a:pt x="1500503" y="2643097"/>
                  <a:pt x="1497047" y="2643457"/>
                  <a:pt x="1493971" y="2644775"/>
                </a:cubicBezTo>
                <a:cubicBezTo>
                  <a:pt x="1489621" y="2646639"/>
                  <a:pt x="1485703" y="2649463"/>
                  <a:pt x="1481271" y="2651125"/>
                </a:cubicBezTo>
                <a:cubicBezTo>
                  <a:pt x="1477185" y="2652657"/>
                  <a:pt x="1472838" y="2653386"/>
                  <a:pt x="1468571" y="2654300"/>
                </a:cubicBezTo>
                <a:cubicBezTo>
                  <a:pt x="1458018" y="2656561"/>
                  <a:pt x="1447338" y="2658223"/>
                  <a:pt x="1436821" y="2660650"/>
                </a:cubicBezTo>
                <a:cubicBezTo>
                  <a:pt x="1433560" y="2661403"/>
                  <a:pt x="1430222" y="2662200"/>
                  <a:pt x="1427296" y="2663825"/>
                </a:cubicBezTo>
                <a:cubicBezTo>
                  <a:pt x="1420625" y="2667531"/>
                  <a:pt x="1415486" y="2674112"/>
                  <a:pt x="1408246" y="2676525"/>
                </a:cubicBezTo>
                <a:cubicBezTo>
                  <a:pt x="1395101" y="2680907"/>
                  <a:pt x="1401506" y="2677844"/>
                  <a:pt x="1389196" y="2686050"/>
                </a:cubicBezTo>
                <a:cubicBezTo>
                  <a:pt x="1384963" y="2684992"/>
                  <a:pt x="1380756" y="2683822"/>
                  <a:pt x="1376496" y="2682875"/>
                </a:cubicBezTo>
                <a:cubicBezTo>
                  <a:pt x="1371228" y="2681704"/>
                  <a:pt x="1365827" y="2681120"/>
                  <a:pt x="1360621" y="2679700"/>
                </a:cubicBezTo>
                <a:cubicBezTo>
                  <a:pt x="1316310" y="2667615"/>
                  <a:pt x="1364373" y="2677910"/>
                  <a:pt x="1325696" y="2670175"/>
                </a:cubicBezTo>
                <a:cubicBezTo>
                  <a:pt x="1321463" y="2668058"/>
                  <a:pt x="1317390" y="2665583"/>
                  <a:pt x="1312996" y="2663825"/>
                </a:cubicBezTo>
                <a:cubicBezTo>
                  <a:pt x="1296883" y="2657380"/>
                  <a:pt x="1294014" y="2657489"/>
                  <a:pt x="1278071" y="2654300"/>
                </a:cubicBezTo>
                <a:cubicBezTo>
                  <a:pt x="1273838" y="2652183"/>
                  <a:pt x="1269385" y="2650458"/>
                  <a:pt x="1265371" y="2647950"/>
                </a:cubicBezTo>
                <a:cubicBezTo>
                  <a:pt x="1260884" y="2645145"/>
                  <a:pt x="1257404" y="2640792"/>
                  <a:pt x="1252671" y="2638425"/>
                </a:cubicBezTo>
                <a:cubicBezTo>
                  <a:pt x="1248768" y="2636474"/>
                  <a:pt x="1244204" y="2636308"/>
                  <a:pt x="1239971" y="2635250"/>
                </a:cubicBezTo>
                <a:cubicBezTo>
                  <a:pt x="1232464" y="2627743"/>
                  <a:pt x="1227250" y="2621631"/>
                  <a:pt x="1217746" y="2616200"/>
                </a:cubicBezTo>
                <a:cubicBezTo>
                  <a:pt x="1214840" y="2614540"/>
                  <a:pt x="1211396" y="2614083"/>
                  <a:pt x="1208221" y="2613025"/>
                </a:cubicBezTo>
                <a:cubicBezTo>
                  <a:pt x="1202929" y="2608792"/>
                  <a:pt x="1197138" y="2605117"/>
                  <a:pt x="1192346" y="2600325"/>
                </a:cubicBezTo>
                <a:cubicBezTo>
                  <a:pt x="1189648" y="2597627"/>
                  <a:pt x="1188439" y="2593731"/>
                  <a:pt x="1185996" y="2590800"/>
                </a:cubicBezTo>
                <a:cubicBezTo>
                  <a:pt x="1183121" y="2587351"/>
                  <a:pt x="1179346" y="2584724"/>
                  <a:pt x="1176471" y="2581275"/>
                </a:cubicBezTo>
                <a:cubicBezTo>
                  <a:pt x="1174028" y="2578344"/>
                  <a:pt x="1172819" y="2574448"/>
                  <a:pt x="1170121" y="2571750"/>
                </a:cubicBezTo>
                <a:cubicBezTo>
                  <a:pt x="1165329" y="2566958"/>
                  <a:pt x="1159038" y="2563842"/>
                  <a:pt x="1154246" y="2559050"/>
                </a:cubicBezTo>
                <a:cubicBezTo>
                  <a:pt x="1150504" y="2555308"/>
                  <a:pt x="1147526" y="2550837"/>
                  <a:pt x="1144721" y="2546350"/>
                </a:cubicBezTo>
                <a:cubicBezTo>
                  <a:pt x="1140571" y="2539709"/>
                  <a:pt x="1137847" y="2529951"/>
                  <a:pt x="1132021" y="2524125"/>
                </a:cubicBezTo>
                <a:cubicBezTo>
                  <a:pt x="1127229" y="2519333"/>
                  <a:pt x="1121438" y="2515658"/>
                  <a:pt x="1116146" y="2511425"/>
                </a:cubicBezTo>
                <a:cubicBezTo>
                  <a:pt x="1109625" y="2491861"/>
                  <a:pt x="1117083" y="2512740"/>
                  <a:pt x="1106621" y="2489200"/>
                </a:cubicBezTo>
                <a:cubicBezTo>
                  <a:pt x="1104306" y="2483992"/>
                  <a:pt x="1102586" y="2478533"/>
                  <a:pt x="1100271" y="2473325"/>
                </a:cubicBezTo>
                <a:cubicBezTo>
                  <a:pt x="1082473" y="2433280"/>
                  <a:pt x="1106394" y="2491808"/>
                  <a:pt x="1087571" y="2444750"/>
                </a:cubicBezTo>
                <a:cubicBezTo>
                  <a:pt x="1086513" y="2423583"/>
                  <a:pt x="1086021" y="2402381"/>
                  <a:pt x="1084396" y="2381250"/>
                </a:cubicBezTo>
                <a:cubicBezTo>
                  <a:pt x="1083036" y="2363570"/>
                  <a:pt x="1081066" y="2364599"/>
                  <a:pt x="1078046" y="2349500"/>
                </a:cubicBezTo>
                <a:cubicBezTo>
                  <a:pt x="1072458" y="2321561"/>
                  <a:pt x="1077875" y="2339462"/>
                  <a:pt x="1071696" y="2320925"/>
                </a:cubicBezTo>
                <a:cubicBezTo>
                  <a:pt x="1070638" y="2294467"/>
                  <a:pt x="1070343" y="2267967"/>
                  <a:pt x="1068521" y="2241550"/>
                </a:cubicBezTo>
                <a:cubicBezTo>
                  <a:pt x="1068221" y="2237197"/>
                  <a:pt x="1066202" y="2233129"/>
                  <a:pt x="1065346" y="2228850"/>
                </a:cubicBezTo>
                <a:cubicBezTo>
                  <a:pt x="1064083" y="2222537"/>
                  <a:pt x="1065742" y="2215156"/>
                  <a:pt x="1062171" y="2209800"/>
                </a:cubicBezTo>
                <a:cubicBezTo>
                  <a:pt x="1053690" y="2197079"/>
                  <a:pt x="1028184" y="2198263"/>
                  <a:pt x="1017721" y="2197100"/>
                </a:cubicBezTo>
                <a:cubicBezTo>
                  <a:pt x="972046" y="2181875"/>
                  <a:pt x="1029085" y="2200347"/>
                  <a:pt x="973271" y="2184400"/>
                </a:cubicBezTo>
                <a:cubicBezTo>
                  <a:pt x="946850" y="2176851"/>
                  <a:pt x="958521" y="2179919"/>
                  <a:pt x="938346" y="2174875"/>
                </a:cubicBezTo>
                <a:cubicBezTo>
                  <a:pt x="914675" y="2159094"/>
                  <a:pt x="947414" y="2179038"/>
                  <a:pt x="909771" y="2165350"/>
                </a:cubicBezTo>
                <a:cubicBezTo>
                  <a:pt x="903971" y="2163241"/>
                  <a:pt x="899416" y="2158585"/>
                  <a:pt x="893896" y="2155825"/>
                </a:cubicBezTo>
                <a:cubicBezTo>
                  <a:pt x="890903" y="2154328"/>
                  <a:pt x="887546" y="2153708"/>
                  <a:pt x="884371" y="2152650"/>
                </a:cubicBezTo>
                <a:cubicBezTo>
                  <a:pt x="880138" y="2154767"/>
                  <a:pt x="875018" y="2155653"/>
                  <a:pt x="871671" y="2159000"/>
                </a:cubicBezTo>
                <a:cubicBezTo>
                  <a:pt x="859697" y="2170974"/>
                  <a:pt x="869736" y="2169840"/>
                  <a:pt x="862146" y="2181225"/>
                </a:cubicBezTo>
                <a:cubicBezTo>
                  <a:pt x="855189" y="2191660"/>
                  <a:pt x="851881" y="2189779"/>
                  <a:pt x="843096" y="2197100"/>
                </a:cubicBezTo>
                <a:cubicBezTo>
                  <a:pt x="839647" y="2199975"/>
                  <a:pt x="837470" y="2204397"/>
                  <a:pt x="833571" y="2206625"/>
                </a:cubicBezTo>
                <a:cubicBezTo>
                  <a:pt x="829782" y="2208790"/>
                  <a:pt x="824957" y="2208268"/>
                  <a:pt x="820871" y="2209800"/>
                </a:cubicBezTo>
                <a:cubicBezTo>
                  <a:pt x="816439" y="2211462"/>
                  <a:pt x="812185" y="2213642"/>
                  <a:pt x="808171" y="2216150"/>
                </a:cubicBezTo>
                <a:cubicBezTo>
                  <a:pt x="802418" y="2219745"/>
                  <a:pt x="792663" y="2228667"/>
                  <a:pt x="785946" y="2232025"/>
                </a:cubicBezTo>
                <a:cubicBezTo>
                  <a:pt x="763126" y="2243435"/>
                  <a:pt x="776274" y="2232446"/>
                  <a:pt x="754196" y="2247900"/>
                </a:cubicBezTo>
                <a:cubicBezTo>
                  <a:pt x="748644" y="2251786"/>
                  <a:pt x="743960" y="2256841"/>
                  <a:pt x="738321" y="2260600"/>
                </a:cubicBezTo>
                <a:cubicBezTo>
                  <a:pt x="734383" y="2263225"/>
                  <a:pt x="729472" y="2264199"/>
                  <a:pt x="725621" y="2266950"/>
                </a:cubicBezTo>
                <a:cubicBezTo>
                  <a:pt x="721967" y="2269560"/>
                  <a:pt x="719750" y="2273865"/>
                  <a:pt x="716096" y="2276475"/>
                </a:cubicBezTo>
                <a:cubicBezTo>
                  <a:pt x="712245" y="2279226"/>
                  <a:pt x="707247" y="2280074"/>
                  <a:pt x="703396" y="2282825"/>
                </a:cubicBezTo>
                <a:cubicBezTo>
                  <a:pt x="683085" y="2297333"/>
                  <a:pt x="706423" y="2289257"/>
                  <a:pt x="677996" y="2305050"/>
                </a:cubicBezTo>
                <a:cubicBezTo>
                  <a:pt x="674182" y="2307169"/>
                  <a:pt x="669529" y="2307167"/>
                  <a:pt x="665296" y="2308225"/>
                </a:cubicBezTo>
                <a:cubicBezTo>
                  <a:pt x="661063" y="2316692"/>
                  <a:pt x="655589" y="2324645"/>
                  <a:pt x="652596" y="2333625"/>
                </a:cubicBezTo>
                <a:cubicBezTo>
                  <a:pt x="644749" y="2357165"/>
                  <a:pt x="649239" y="2346688"/>
                  <a:pt x="639896" y="2365375"/>
                </a:cubicBezTo>
                <a:cubicBezTo>
                  <a:pt x="661063" y="2366433"/>
                  <a:pt x="682261" y="2366984"/>
                  <a:pt x="703396" y="2368550"/>
                </a:cubicBezTo>
                <a:cubicBezTo>
                  <a:pt x="711036" y="2369116"/>
                  <a:pt x="732652" y="2372689"/>
                  <a:pt x="741496" y="2374900"/>
                </a:cubicBezTo>
                <a:cubicBezTo>
                  <a:pt x="748971" y="2376769"/>
                  <a:pt x="756313" y="2379133"/>
                  <a:pt x="763721" y="2381250"/>
                </a:cubicBezTo>
                <a:cubicBezTo>
                  <a:pt x="782824" y="2374882"/>
                  <a:pt x="763745" y="2378087"/>
                  <a:pt x="782771" y="2387600"/>
                </a:cubicBezTo>
                <a:cubicBezTo>
                  <a:pt x="787598" y="2390013"/>
                  <a:pt x="793354" y="2389717"/>
                  <a:pt x="798646" y="2390775"/>
                </a:cubicBezTo>
                <a:cubicBezTo>
                  <a:pt x="801821" y="2389717"/>
                  <a:pt x="804824" y="2387600"/>
                  <a:pt x="808171" y="2387600"/>
                </a:cubicBezTo>
                <a:cubicBezTo>
                  <a:pt x="813567" y="2387600"/>
                  <a:pt x="818778" y="2389604"/>
                  <a:pt x="824046" y="2390775"/>
                </a:cubicBezTo>
                <a:cubicBezTo>
                  <a:pt x="828306" y="2391722"/>
                  <a:pt x="832566" y="2392696"/>
                  <a:pt x="836746" y="2393950"/>
                </a:cubicBezTo>
                <a:cubicBezTo>
                  <a:pt x="843157" y="2395873"/>
                  <a:pt x="849232" y="2398987"/>
                  <a:pt x="855796" y="2400300"/>
                </a:cubicBezTo>
                <a:cubicBezTo>
                  <a:pt x="861088" y="2401358"/>
                  <a:pt x="866436" y="2402166"/>
                  <a:pt x="871671" y="2403475"/>
                </a:cubicBezTo>
                <a:cubicBezTo>
                  <a:pt x="874918" y="2404287"/>
                  <a:pt x="877949" y="2405838"/>
                  <a:pt x="881196" y="2406650"/>
                </a:cubicBezTo>
                <a:cubicBezTo>
                  <a:pt x="886431" y="2407959"/>
                  <a:pt x="891836" y="2408516"/>
                  <a:pt x="897071" y="2409825"/>
                </a:cubicBezTo>
                <a:cubicBezTo>
                  <a:pt x="900318" y="2410637"/>
                  <a:pt x="903378" y="2412081"/>
                  <a:pt x="906596" y="2413000"/>
                </a:cubicBezTo>
                <a:cubicBezTo>
                  <a:pt x="910792" y="2414199"/>
                  <a:pt x="915063" y="2415117"/>
                  <a:pt x="919296" y="2416175"/>
                </a:cubicBezTo>
                <a:cubicBezTo>
                  <a:pt x="922471" y="2419350"/>
                  <a:pt x="925393" y="2422800"/>
                  <a:pt x="928821" y="2425700"/>
                </a:cubicBezTo>
                <a:cubicBezTo>
                  <a:pt x="954620" y="2447530"/>
                  <a:pt x="951808" y="2445258"/>
                  <a:pt x="970096" y="2457450"/>
                </a:cubicBezTo>
                <a:cubicBezTo>
                  <a:pt x="975126" y="2467510"/>
                  <a:pt x="977728" y="2474607"/>
                  <a:pt x="985971" y="2482850"/>
                </a:cubicBezTo>
                <a:cubicBezTo>
                  <a:pt x="989713" y="2486592"/>
                  <a:pt x="994438" y="2489200"/>
                  <a:pt x="998671" y="2492375"/>
                </a:cubicBezTo>
                <a:cubicBezTo>
                  <a:pt x="1006356" y="2515430"/>
                  <a:pt x="995353" y="2485767"/>
                  <a:pt x="1011371" y="2514600"/>
                </a:cubicBezTo>
                <a:cubicBezTo>
                  <a:pt x="1022588" y="2534790"/>
                  <a:pt x="1010186" y="2527963"/>
                  <a:pt x="1027246" y="2533650"/>
                </a:cubicBezTo>
                <a:cubicBezTo>
                  <a:pt x="1030421" y="2537883"/>
                  <a:pt x="1034146" y="2541756"/>
                  <a:pt x="1036771" y="2546350"/>
                </a:cubicBezTo>
                <a:cubicBezTo>
                  <a:pt x="1038431" y="2549256"/>
                  <a:pt x="1038090" y="2553090"/>
                  <a:pt x="1039946" y="2555875"/>
                </a:cubicBezTo>
                <a:cubicBezTo>
                  <a:pt x="1042437" y="2559611"/>
                  <a:pt x="1046596" y="2561951"/>
                  <a:pt x="1049471" y="2565400"/>
                </a:cubicBezTo>
                <a:cubicBezTo>
                  <a:pt x="1073648" y="2594413"/>
                  <a:pt x="1030363" y="2549467"/>
                  <a:pt x="1068521" y="2587625"/>
                </a:cubicBezTo>
                <a:cubicBezTo>
                  <a:pt x="1069579" y="2591858"/>
                  <a:pt x="1070164" y="2596239"/>
                  <a:pt x="1071696" y="2600325"/>
                </a:cubicBezTo>
                <a:cubicBezTo>
                  <a:pt x="1073358" y="2604757"/>
                  <a:pt x="1076686" y="2608492"/>
                  <a:pt x="1078046" y="2613025"/>
                </a:cubicBezTo>
                <a:cubicBezTo>
                  <a:pt x="1079896" y="2619191"/>
                  <a:pt x="1080069" y="2625741"/>
                  <a:pt x="1081221" y="2632075"/>
                </a:cubicBezTo>
                <a:cubicBezTo>
                  <a:pt x="1090096" y="2680888"/>
                  <a:pt x="1078215" y="2610865"/>
                  <a:pt x="1087571" y="2667000"/>
                </a:cubicBezTo>
                <a:cubicBezTo>
                  <a:pt x="1084830" y="2721811"/>
                  <a:pt x="1087651" y="2714188"/>
                  <a:pt x="1081221" y="2749550"/>
                </a:cubicBezTo>
                <a:cubicBezTo>
                  <a:pt x="1080256" y="2754859"/>
                  <a:pt x="1079597" y="2760256"/>
                  <a:pt x="1078046" y="2765425"/>
                </a:cubicBezTo>
                <a:cubicBezTo>
                  <a:pt x="1076408" y="2770884"/>
                  <a:pt x="1073813" y="2776008"/>
                  <a:pt x="1071696" y="2781300"/>
                </a:cubicBezTo>
                <a:cubicBezTo>
                  <a:pt x="1064247" y="2848344"/>
                  <a:pt x="1074248" y="2781468"/>
                  <a:pt x="1062171" y="2825750"/>
                </a:cubicBezTo>
                <a:cubicBezTo>
                  <a:pt x="1060477" y="2831961"/>
                  <a:pt x="1061032" y="2838693"/>
                  <a:pt x="1058996" y="2844800"/>
                </a:cubicBezTo>
                <a:cubicBezTo>
                  <a:pt x="1057789" y="2848420"/>
                  <a:pt x="1054499" y="2850989"/>
                  <a:pt x="1052646" y="2854325"/>
                </a:cubicBezTo>
                <a:cubicBezTo>
                  <a:pt x="1049198" y="2860531"/>
                  <a:pt x="1047381" y="2867695"/>
                  <a:pt x="1043121" y="2873375"/>
                </a:cubicBezTo>
                <a:cubicBezTo>
                  <a:pt x="1040831" y="2876428"/>
                  <a:pt x="1036527" y="2877282"/>
                  <a:pt x="1033596" y="2879725"/>
                </a:cubicBezTo>
                <a:cubicBezTo>
                  <a:pt x="1030147" y="2882600"/>
                  <a:pt x="1026681" y="2885596"/>
                  <a:pt x="1024071" y="2889250"/>
                </a:cubicBezTo>
                <a:cubicBezTo>
                  <a:pt x="989581" y="2937536"/>
                  <a:pt x="1053276" y="2860364"/>
                  <a:pt x="1005021" y="2914650"/>
                </a:cubicBezTo>
                <a:cubicBezTo>
                  <a:pt x="1000519" y="2919715"/>
                  <a:pt x="996307" y="2925044"/>
                  <a:pt x="992321" y="2930525"/>
                </a:cubicBezTo>
                <a:cubicBezTo>
                  <a:pt x="987832" y="2936697"/>
                  <a:pt x="985971" y="2945342"/>
                  <a:pt x="979621" y="2949575"/>
                </a:cubicBezTo>
                <a:lnTo>
                  <a:pt x="970096" y="2955925"/>
                </a:lnTo>
                <a:cubicBezTo>
                  <a:pt x="965033" y="2963520"/>
                  <a:pt x="961999" y="2969419"/>
                  <a:pt x="954221" y="2974975"/>
                </a:cubicBezTo>
                <a:cubicBezTo>
                  <a:pt x="950370" y="2977726"/>
                  <a:pt x="945580" y="2978890"/>
                  <a:pt x="941521" y="2981325"/>
                </a:cubicBezTo>
                <a:cubicBezTo>
                  <a:pt x="934977" y="2985252"/>
                  <a:pt x="928576" y="2989446"/>
                  <a:pt x="922471" y="2994025"/>
                </a:cubicBezTo>
                <a:cubicBezTo>
                  <a:pt x="918238" y="2997200"/>
                  <a:pt x="914504" y="3001183"/>
                  <a:pt x="909771" y="3003550"/>
                </a:cubicBezTo>
                <a:cubicBezTo>
                  <a:pt x="905868" y="3005501"/>
                  <a:pt x="901304" y="3005667"/>
                  <a:pt x="897071" y="3006725"/>
                </a:cubicBezTo>
                <a:cubicBezTo>
                  <a:pt x="894954" y="3009900"/>
                  <a:pt x="893896" y="3014133"/>
                  <a:pt x="890721" y="3016250"/>
                </a:cubicBezTo>
                <a:cubicBezTo>
                  <a:pt x="887090" y="3018671"/>
                  <a:pt x="882049" y="3017747"/>
                  <a:pt x="878021" y="3019425"/>
                </a:cubicBezTo>
                <a:cubicBezTo>
                  <a:pt x="869283" y="3023066"/>
                  <a:pt x="860497" y="3026874"/>
                  <a:pt x="852621" y="3032125"/>
                </a:cubicBezTo>
                <a:cubicBezTo>
                  <a:pt x="849446" y="3034242"/>
                  <a:pt x="846583" y="3036925"/>
                  <a:pt x="843096" y="3038475"/>
                </a:cubicBezTo>
                <a:cubicBezTo>
                  <a:pt x="836979" y="3041193"/>
                  <a:pt x="824046" y="3044825"/>
                  <a:pt x="824046" y="3044825"/>
                </a:cubicBezTo>
                <a:cubicBezTo>
                  <a:pt x="811346" y="3043767"/>
                  <a:pt x="798682" y="3041195"/>
                  <a:pt x="785946" y="3041650"/>
                </a:cubicBezTo>
                <a:cubicBezTo>
                  <a:pt x="693753" y="3044943"/>
                  <a:pt x="768542" y="3052175"/>
                  <a:pt x="709746" y="3044825"/>
                </a:cubicBezTo>
                <a:cubicBezTo>
                  <a:pt x="706571" y="3043767"/>
                  <a:pt x="703214" y="3043147"/>
                  <a:pt x="700221" y="3041650"/>
                </a:cubicBezTo>
                <a:cubicBezTo>
                  <a:pt x="675602" y="3029340"/>
                  <a:pt x="705112" y="3040105"/>
                  <a:pt x="681171" y="3032125"/>
                </a:cubicBezTo>
                <a:cubicBezTo>
                  <a:pt x="662418" y="3013372"/>
                  <a:pt x="681972" y="3029659"/>
                  <a:pt x="658946" y="3019425"/>
                </a:cubicBezTo>
                <a:cubicBezTo>
                  <a:pt x="653307" y="3016919"/>
                  <a:pt x="648710" y="3012406"/>
                  <a:pt x="643071" y="3009900"/>
                </a:cubicBezTo>
                <a:cubicBezTo>
                  <a:pt x="624760" y="3001762"/>
                  <a:pt x="636324" y="3011289"/>
                  <a:pt x="620846" y="3003550"/>
                </a:cubicBezTo>
                <a:cubicBezTo>
                  <a:pt x="615326" y="3000790"/>
                  <a:pt x="610491" y="2996785"/>
                  <a:pt x="604971" y="2994025"/>
                </a:cubicBezTo>
                <a:cubicBezTo>
                  <a:pt x="601978" y="2992528"/>
                  <a:pt x="598504" y="2992209"/>
                  <a:pt x="595446" y="2990850"/>
                </a:cubicBezTo>
                <a:cubicBezTo>
                  <a:pt x="561277" y="2975664"/>
                  <a:pt x="588595" y="2987389"/>
                  <a:pt x="566871" y="2974975"/>
                </a:cubicBezTo>
                <a:cubicBezTo>
                  <a:pt x="562762" y="2972627"/>
                  <a:pt x="558022" y="2971376"/>
                  <a:pt x="554171" y="2968625"/>
                </a:cubicBezTo>
                <a:cubicBezTo>
                  <a:pt x="550517" y="2966015"/>
                  <a:pt x="548121" y="2961943"/>
                  <a:pt x="544646" y="2959100"/>
                </a:cubicBezTo>
                <a:cubicBezTo>
                  <a:pt x="536455" y="2952398"/>
                  <a:pt x="525117" y="2948856"/>
                  <a:pt x="519246" y="2940050"/>
                </a:cubicBezTo>
                <a:cubicBezTo>
                  <a:pt x="512623" y="2930115"/>
                  <a:pt x="502580" y="2913859"/>
                  <a:pt x="493846" y="2905125"/>
                </a:cubicBezTo>
                <a:cubicBezTo>
                  <a:pt x="491148" y="2902427"/>
                  <a:pt x="487496" y="2900892"/>
                  <a:pt x="484321" y="2898775"/>
                </a:cubicBezTo>
                <a:cubicBezTo>
                  <a:pt x="476805" y="2883743"/>
                  <a:pt x="467240" y="2862644"/>
                  <a:pt x="455746" y="2851150"/>
                </a:cubicBezTo>
                <a:lnTo>
                  <a:pt x="446221" y="2841625"/>
                </a:lnTo>
                <a:cubicBezTo>
                  <a:pt x="444104" y="2836333"/>
                  <a:pt x="441872" y="2831086"/>
                  <a:pt x="439871" y="2825750"/>
                </a:cubicBezTo>
                <a:cubicBezTo>
                  <a:pt x="438696" y="2822616"/>
                  <a:pt x="438787" y="2818838"/>
                  <a:pt x="436696" y="2816225"/>
                </a:cubicBezTo>
                <a:cubicBezTo>
                  <a:pt x="434312" y="2813245"/>
                  <a:pt x="430346" y="2811992"/>
                  <a:pt x="427171" y="2809875"/>
                </a:cubicBezTo>
                <a:cubicBezTo>
                  <a:pt x="416124" y="2776733"/>
                  <a:pt x="421298" y="2797501"/>
                  <a:pt x="417646" y="2746375"/>
                </a:cubicBezTo>
                <a:cubicBezTo>
                  <a:pt x="418704" y="2738967"/>
                  <a:pt x="420224" y="2731610"/>
                  <a:pt x="420821" y="2724150"/>
                </a:cubicBezTo>
                <a:cubicBezTo>
                  <a:pt x="426127" y="2657822"/>
                  <a:pt x="417621" y="2686124"/>
                  <a:pt x="427171" y="2657475"/>
                </a:cubicBezTo>
                <a:cubicBezTo>
                  <a:pt x="428229" y="2644775"/>
                  <a:pt x="430346" y="2632119"/>
                  <a:pt x="430346" y="2619375"/>
                </a:cubicBezTo>
                <a:cubicBezTo>
                  <a:pt x="430346" y="2615011"/>
                  <a:pt x="429897" y="2610082"/>
                  <a:pt x="427171" y="2606675"/>
                </a:cubicBezTo>
                <a:cubicBezTo>
                  <a:pt x="425080" y="2604062"/>
                  <a:pt x="420821" y="2604558"/>
                  <a:pt x="417646" y="2603500"/>
                </a:cubicBezTo>
                <a:cubicBezTo>
                  <a:pt x="413413" y="2606675"/>
                  <a:pt x="410112" y="2611877"/>
                  <a:pt x="404946" y="2613025"/>
                </a:cubicBezTo>
                <a:cubicBezTo>
                  <a:pt x="399678" y="2614196"/>
                  <a:pt x="394467" y="2609850"/>
                  <a:pt x="389071" y="2609850"/>
                </a:cubicBezTo>
                <a:cubicBezTo>
                  <a:pt x="364706" y="2609850"/>
                  <a:pt x="340388" y="2611967"/>
                  <a:pt x="316046" y="2613025"/>
                </a:cubicBezTo>
                <a:cubicBezTo>
                  <a:pt x="312871" y="2611967"/>
                  <a:pt x="309739" y="2610769"/>
                  <a:pt x="306521" y="2609850"/>
                </a:cubicBezTo>
                <a:cubicBezTo>
                  <a:pt x="295887" y="2606812"/>
                  <a:pt x="284831" y="2605355"/>
                  <a:pt x="274771" y="2600325"/>
                </a:cubicBezTo>
                <a:cubicBezTo>
                  <a:pt x="270538" y="2598208"/>
                  <a:pt x="266180" y="2596323"/>
                  <a:pt x="262071" y="2593975"/>
                </a:cubicBezTo>
                <a:cubicBezTo>
                  <a:pt x="258758" y="2592082"/>
                  <a:pt x="256119" y="2588965"/>
                  <a:pt x="252546" y="2587625"/>
                </a:cubicBezTo>
                <a:cubicBezTo>
                  <a:pt x="248996" y="2586294"/>
                  <a:pt x="219761" y="2581632"/>
                  <a:pt x="217621" y="2581275"/>
                </a:cubicBezTo>
                <a:cubicBezTo>
                  <a:pt x="212329" y="2579158"/>
                  <a:pt x="207102" y="2576873"/>
                  <a:pt x="201746" y="2574925"/>
                </a:cubicBezTo>
                <a:cubicBezTo>
                  <a:pt x="195456" y="2572638"/>
                  <a:pt x="188911" y="2571061"/>
                  <a:pt x="182696" y="2568575"/>
                </a:cubicBezTo>
                <a:lnTo>
                  <a:pt x="166821" y="2562225"/>
                </a:lnTo>
                <a:cubicBezTo>
                  <a:pt x="163646" y="2559050"/>
                  <a:pt x="160840" y="2555457"/>
                  <a:pt x="157296" y="2552700"/>
                </a:cubicBezTo>
                <a:cubicBezTo>
                  <a:pt x="151272" y="2548015"/>
                  <a:pt x="138246" y="2540000"/>
                  <a:pt x="138246" y="2540000"/>
                </a:cubicBezTo>
                <a:cubicBezTo>
                  <a:pt x="123281" y="2517552"/>
                  <a:pt x="142825" y="2544579"/>
                  <a:pt x="119196" y="2520950"/>
                </a:cubicBezTo>
                <a:cubicBezTo>
                  <a:pt x="115454" y="2517208"/>
                  <a:pt x="113156" y="2512232"/>
                  <a:pt x="109671" y="2508250"/>
                </a:cubicBezTo>
                <a:cubicBezTo>
                  <a:pt x="98892" y="2495931"/>
                  <a:pt x="99008" y="2496908"/>
                  <a:pt x="87446" y="2489200"/>
                </a:cubicBezTo>
                <a:cubicBezTo>
                  <a:pt x="83213" y="2481792"/>
                  <a:pt x="79639" y="2473965"/>
                  <a:pt x="74746" y="2466975"/>
                </a:cubicBezTo>
                <a:cubicBezTo>
                  <a:pt x="72171" y="2463297"/>
                  <a:pt x="67402" y="2461375"/>
                  <a:pt x="65221" y="2457450"/>
                </a:cubicBezTo>
                <a:cubicBezTo>
                  <a:pt x="38198" y="2408808"/>
                  <a:pt x="81813" y="2467077"/>
                  <a:pt x="46171" y="2422525"/>
                </a:cubicBezTo>
                <a:cubicBezTo>
                  <a:pt x="45113" y="2419350"/>
                  <a:pt x="43915" y="2416218"/>
                  <a:pt x="42996" y="2413000"/>
                </a:cubicBezTo>
                <a:cubicBezTo>
                  <a:pt x="41797" y="2408804"/>
                  <a:pt x="41353" y="2404386"/>
                  <a:pt x="39821" y="2400300"/>
                </a:cubicBezTo>
                <a:cubicBezTo>
                  <a:pt x="38159" y="2395868"/>
                  <a:pt x="35588" y="2391833"/>
                  <a:pt x="33471" y="2387600"/>
                </a:cubicBezTo>
                <a:cubicBezTo>
                  <a:pt x="31568" y="2376183"/>
                  <a:pt x="31384" y="2368973"/>
                  <a:pt x="27121" y="2359025"/>
                </a:cubicBezTo>
                <a:cubicBezTo>
                  <a:pt x="21669" y="2346304"/>
                  <a:pt x="20574" y="2348714"/>
                  <a:pt x="17596" y="2336800"/>
                </a:cubicBezTo>
                <a:lnTo>
                  <a:pt x="11246" y="2311400"/>
                </a:lnTo>
                <a:cubicBezTo>
                  <a:pt x="10188" y="2301875"/>
                  <a:pt x="9426" y="2292312"/>
                  <a:pt x="8071" y="2282825"/>
                </a:cubicBezTo>
                <a:cubicBezTo>
                  <a:pt x="7308" y="2277483"/>
                  <a:pt x="5717" y="2272284"/>
                  <a:pt x="4896" y="2266950"/>
                </a:cubicBezTo>
                <a:cubicBezTo>
                  <a:pt x="3599" y="2258517"/>
                  <a:pt x="2779" y="2250017"/>
                  <a:pt x="1721" y="2241550"/>
                </a:cubicBezTo>
                <a:cubicBezTo>
                  <a:pt x="2779" y="2232025"/>
                  <a:pt x="-4557" y="2214551"/>
                  <a:pt x="4896" y="2212975"/>
                </a:cubicBezTo>
                <a:cubicBezTo>
                  <a:pt x="18507" y="2210706"/>
                  <a:pt x="26604" y="2231235"/>
                  <a:pt x="39821" y="2235200"/>
                </a:cubicBezTo>
                <a:lnTo>
                  <a:pt x="71571" y="2244725"/>
                </a:lnTo>
                <a:cubicBezTo>
                  <a:pt x="86388" y="2243667"/>
                  <a:pt x="101167" y="2241550"/>
                  <a:pt x="116021" y="2241550"/>
                </a:cubicBezTo>
                <a:cubicBezTo>
                  <a:pt x="123505" y="2241550"/>
                  <a:pt x="130762" y="2244725"/>
                  <a:pt x="138246" y="2244725"/>
                </a:cubicBezTo>
                <a:cubicBezTo>
                  <a:pt x="144684" y="2244725"/>
                  <a:pt x="150930" y="2242505"/>
                  <a:pt x="157296" y="2241550"/>
                </a:cubicBezTo>
                <a:cubicBezTo>
                  <a:pt x="212114" y="2233327"/>
                  <a:pt x="185944" y="2239715"/>
                  <a:pt x="223971" y="2228850"/>
                </a:cubicBezTo>
                <a:cubicBezTo>
                  <a:pt x="229263" y="2225675"/>
                  <a:pt x="234428" y="2222280"/>
                  <a:pt x="239846" y="2219325"/>
                </a:cubicBezTo>
                <a:cubicBezTo>
                  <a:pt x="246079" y="2215925"/>
                  <a:pt x="253292" y="2214159"/>
                  <a:pt x="258896" y="2209800"/>
                </a:cubicBezTo>
                <a:cubicBezTo>
                  <a:pt x="264314" y="2205586"/>
                  <a:pt x="270098" y="2193182"/>
                  <a:pt x="274771" y="2187575"/>
                </a:cubicBezTo>
                <a:cubicBezTo>
                  <a:pt x="277646" y="2184126"/>
                  <a:pt x="281121" y="2181225"/>
                  <a:pt x="284296" y="2178050"/>
                </a:cubicBezTo>
                <a:cubicBezTo>
                  <a:pt x="286413" y="2169583"/>
                  <a:pt x="293406" y="2160929"/>
                  <a:pt x="290646" y="2152650"/>
                </a:cubicBezTo>
                <a:cubicBezTo>
                  <a:pt x="289588" y="2149475"/>
                  <a:pt x="284296" y="2142067"/>
                  <a:pt x="287471" y="2143125"/>
                </a:cubicBezTo>
                <a:cubicBezTo>
                  <a:pt x="293151" y="2145018"/>
                  <a:pt x="295094" y="2152652"/>
                  <a:pt x="300171" y="2155825"/>
                </a:cubicBezTo>
                <a:cubicBezTo>
                  <a:pt x="303871" y="2158138"/>
                  <a:pt x="308691" y="2157746"/>
                  <a:pt x="312871" y="2159000"/>
                </a:cubicBezTo>
                <a:cubicBezTo>
                  <a:pt x="351892" y="2170706"/>
                  <a:pt x="313648" y="2164132"/>
                  <a:pt x="379546" y="2168525"/>
                </a:cubicBezTo>
                <a:cubicBezTo>
                  <a:pt x="388013" y="2166408"/>
                  <a:pt x="396352" y="2163692"/>
                  <a:pt x="404946" y="2162175"/>
                </a:cubicBezTo>
                <a:cubicBezTo>
                  <a:pt x="436021" y="2156691"/>
                  <a:pt x="430668" y="2163601"/>
                  <a:pt x="458921" y="2149475"/>
                </a:cubicBezTo>
                <a:cubicBezTo>
                  <a:pt x="488990" y="2134441"/>
                  <a:pt x="516789" y="2114780"/>
                  <a:pt x="547821" y="2101850"/>
                </a:cubicBezTo>
                <a:cubicBezTo>
                  <a:pt x="560521" y="2096558"/>
                  <a:pt x="573894" y="2092657"/>
                  <a:pt x="585921" y="2085975"/>
                </a:cubicBezTo>
                <a:cubicBezTo>
                  <a:pt x="651186" y="2049717"/>
                  <a:pt x="568450" y="2084708"/>
                  <a:pt x="620846" y="2063750"/>
                </a:cubicBezTo>
                <a:cubicBezTo>
                  <a:pt x="637385" y="2047211"/>
                  <a:pt x="644632" y="2042359"/>
                  <a:pt x="655771" y="2025650"/>
                </a:cubicBezTo>
                <a:cubicBezTo>
                  <a:pt x="659194" y="2020515"/>
                  <a:pt x="661507" y="2014646"/>
                  <a:pt x="665296" y="2009775"/>
                </a:cubicBezTo>
                <a:cubicBezTo>
                  <a:pt x="668972" y="2005049"/>
                  <a:pt x="674404" y="2001864"/>
                  <a:pt x="677996" y="1997075"/>
                </a:cubicBezTo>
                <a:cubicBezTo>
                  <a:pt x="680836" y="1993289"/>
                  <a:pt x="682047" y="1988512"/>
                  <a:pt x="684346" y="1984375"/>
                </a:cubicBezTo>
                <a:cubicBezTo>
                  <a:pt x="687343" y="1978980"/>
                  <a:pt x="690600" y="1973733"/>
                  <a:pt x="693871" y="1968500"/>
                </a:cubicBezTo>
                <a:cubicBezTo>
                  <a:pt x="695893" y="1965264"/>
                  <a:pt x="698394" y="1962325"/>
                  <a:pt x="700221" y="1958975"/>
                </a:cubicBezTo>
                <a:cubicBezTo>
                  <a:pt x="704754" y="1950665"/>
                  <a:pt x="709928" y="1942555"/>
                  <a:pt x="712921" y="1933575"/>
                </a:cubicBezTo>
                <a:cubicBezTo>
                  <a:pt x="713979" y="1930400"/>
                  <a:pt x="714599" y="1927043"/>
                  <a:pt x="716096" y="1924050"/>
                </a:cubicBezTo>
                <a:cubicBezTo>
                  <a:pt x="718856" y="1918530"/>
                  <a:pt x="722861" y="1913695"/>
                  <a:pt x="725621" y="1908175"/>
                </a:cubicBezTo>
                <a:cubicBezTo>
                  <a:pt x="727118" y="1905182"/>
                  <a:pt x="732143" y="1898650"/>
                  <a:pt x="728796" y="1898650"/>
                </a:cubicBezTo>
                <a:cubicBezTo>
                  <a:pt x="724980" y="1898650"/>
                  <a:pt x="720739" y="1904762"/>
                  <a:pt x="722446" y="1908175"/>
                </a:cubicBezTo>
                <a:cubicBezTo>
                  <a:pt x="723943" y="1911168"/>
                  <a:pt x="728796" y="1906058"/>
                  <a:pt x="731971" y="1905000"/>
                </a:cubicBezTo>
                <a:cubicBezTo>
                  <a:pt x="735146" y="1907117"/>
                  <a:pt x="738798" y="1908652"/>
                  <a:pt x="741496" y="1911350"/>
                </a:cubicBezTo>
                <a:cubicBezTo>
                  <a:pt x="744194" y="1914048"/>
                  <a:pt x="744671" y="1918758"/>
                  <a:pt x="747846" y="1920875"/>
                </a:cubicBezTo>
                <a:cubicBezTo>
                  <a:pt x="751477" y="1923296"/>
                  <a:pt x="756366" y="1922796"/>
                  <a:pt x="760546" y="1924050"/>
                </a:cubicBezTo>
                <a:cubicBezTo>
                  <a:pt x="766957" y="1925973"/>
                  <a:pt x="773856" y="1926956"/>
                  <a:pt x="779596" y="1930400"/>
                </a:cubicBezTo>
                <a:cubicBezTo>
                  <a:pt x="813895" y="1950979"/>
                  <a:pt x="779103" y="1932199"/>
                  <a:pt x="808171" y="1943100"/>
                </a:cubicBezTo>
                <a:cubicBezTo>
                  <a:pt x="812603" y="1944762"/>
                  <a:pt x="816857" y="1946942"/>
                  <a:pt x="820871" y="1949450"/>
                </a:cubicBezTo>
                <a:cubicBezTo>
                  <a:pt x="825358" y="1952255"/>
                  <a:pt x="828437" y="1957692"/>
                  <a:pt x="833571" y="1958975"/>
                </a:cubicBezTo>
                <a:cubicBezTo>
                  <a:pt x="845935" y="1962066"/>
                  <a:pt x="858984" y="1960942"/>
                  <a:pt x="871671" y="1962150"/>
                </a:cubicBezTo>
                <a:cubicBezTo>
                  <a:pt x="881211" y="1963059"/>
                  <a:pt x="890721" y="1964267"/>
                  <a:pt x="900246" y="1965325"/>
                </a:cubicBezTo>
                <a:cubicBezTo>
                  <a:pt x="905538" y="1963208"/>
                  <a:pt x="910913" y="1961290"/>
                  <a:pt x="916121" y="1958975"/>
                </a:cubicBezTo>
                <a:cubicBezTo>
                  <a:pt x="920446" y="1957053"/>
                  <a:pt x="924229" y="1953773"/>
                  <a:pt x="928821" y="1952625"/>
                </a:cubicBezTo>
                <a:cubicBezTo>
                  <a:pt x="937099" y="1950556"/>
                  <a:pt x="945754" y="1950508"/>
                  <a:pt x="954221" y="1949450"/>
                </a:cubicBezTo>
                <a:cubicBezTo>
                  <a:pt x="961629" y="1947333"/>
                  <a:pt x="969205" y="1945733"/>
                  <a:pt x="976446" y="1943100"/>
                </a:cubicBezTo>
                <a:cubicBezTo>
                  <a:pt x="980894" y="1941483"/>
                  <a:pt x="984656" y="1938247"/>
                  <a:pt x="989146" y="1936750"/>
                </a:cubicBezTo>
                <a:cubicBezTo>
                  <a:pt x="994266" y="1935043"/>
                  <a:pt x="999753" y="1934746"/>
                  <a:pt x="1005021" y="1933575"/>
                </a:cubicBezTo>
                <a:cubicBezTo>
                  <a:pt x="1015084" y="1931339"/>
                  <a:pt x="1024335" y="1928989"/>
                  <a:pt x="1033596" y="1924050"/>
                </a:cubicBezTo>
                <a:cubicBezTo>
                  <a:pt x="1038867" y="1921239"/>
                  <a:pt x="1064275" y="1906219"/>
                  <a:pt x="1074871" y="1898650"/>
                </a:cubicBezTo>
                <a:cubicBezTo>
                  <a:pt x="1079177" y="1895574"/>
                  <a:pt x="1083638" y="1892665"/>
                  <a:pt x="1087571" y="1889125"/>
                </a:cubicBezTo>
                <a:cubicBezTo>
                  <a:pt x="1115567" y="1863929"/>
                  <a:pt x="1095638" y="1875567"/>
                  <a:pt x="1119321" y="1863725"/>
                </a:cubicBezTo>
                <a:cubicBezTo>
                  <a:pt x="1131487" y="1847503"/>
                  <a:pt x="1138954" y="1836300"/>
                  <a:pt x="1157421" y="1822450"/>
                </a:cubicBezTo>
                <a:cubicBezTo>
                  <a:pt x="1167459" y="1814921"/>
                  <a:pt x="1171686" y="1812687"/>
                  <a:pt x="1179646" y="1803400"/>
                </a:cubicBezTo>
                <a:cubicBezTo>
                  <a:pt x="1189402" y="1792018"/>
                  <a:pt x="1190497" y="1787943"/>
                  <a:pt x="1198696" y="1774825"/>
                </a:cubicBezTo>
                <a:cubicBezTo>
                  <a:pt x="1200718" y="1771589"/>
                  <a:pt x="1202115" y="1767743"/>
                  <a:pt x="1205046" y="1765300"/>
                </a:cubicBezTo>
                <a:cubicBezTo>
                  <a:pt x="1208682" y="1762270"/>
                  <a:pt x="1213513" y="1761067"/>
                  <a:pt x="1217746" y="1758950"/>
                </a:cubicBezTo>
                <a:cubicBezTo>
                  <a:pt x="1259702" y="1769439"/>
                  <a:pt x="1234486" y="1766382"/>
                  <a:pt x="1293946" y="1758950"/>
                </a:cubicBezTo>
                <a:cubicBezTo>
                  <a:pt x="1306646" y="1753658"/>
                  <a:pt x="1320100" y="1749901"/>
                  <a:pt x="1332046" y="1743075"/>
                </a:cubicBezTo>
                <a:cubicBezTo>
                  <a:pt x="1370837" y="1720909"/>
                  <a:pt x="1347171" y="1735108"/>
                  <a:pt x="1401896" y="1698625"/>
                </a:cubicBezTo>
                <a:cubicBezTo>
                  <a:pt x="1408246" y="1694392"/>
                  <a:pt x="1415920" y="1691668"/>
                  <a:pt x="1420946" y="1685925"/>
                </a:cubicBezTo>
                <a:cubicBezTo>
                  <a:pt x="1447633" y="1655425"/>
                  <a:pt x="1434386" y="1667553"/>
                  <a:pt x="1459046" y="1647825"/>
                </a:cubicBezTo>
                <a:cubicBezTo>
                  <a:pt x="1465396" y="1637242"/>
                  <a:pt x="1472576" y="1627114"/>
                  <a:pt x="1478096" y="1616075"/>
                </a:cubicBezTo>
                <a:lnTo>
                  <a:pt x="1497146" y="1577975"/>
                </a:lnTo>
                <a:cubicBezTo>
                  <a:pt x="1498204" y="1572683"/>
                  <a:pt x="1498477" y="1567172"/>
                  <a:pt x="1500321" y="1562100"/>
                </a:cubicBezTo>
                <a:cubicBezTo>
                  <a:pt x="1502747" y="1555428"/>
                  <a:pt x="1507049" y="1549575"/>
                  <a:pt x="1509846" y="1543050"/>
                </a:cubicBezTo>
                <a:cubicBezTo>
                  <a:pt x="1513408" y="1534739"/>
                  <a:pt x="1516196" y="1526117"/>
                  <a:pt x="1519371" y="1517650"/>
                </a:cubicBezTo>
                <a:cubicBezTo>
                  <a:pt x="1517236" y="1481359"/>
                  <a:pt x="1522455" y="1473017"/>
                  <a:pt x="1509846" y="1447800"/>
                </a:cubicBezTo>
                <a:cubicBezTo>
                  <a:pt x="1508139" y="1444387"/>
                  <a:pt x="1505613" y="1441450"/>
                  <a:pt x="1503496" y="1438275"/>
                </a:cubicBezTo>
                <a:cubicBezTo>
                  <a:pt x="1502438" y="1432983"/>
                  <a:pt x="1500321" y="1427796"/>
                  <a:pt x="1500321" y="1422400"/>
                </a:cubicBezTo>
                <a:cubicBezTo>
                  <a:pt x="1500321" y="1420896"/>
                  <a:pt x="1505973" y="1371682"/>
                  <a:pt x="1506671" y="1368425"/>
                </a:cubicBezTo>
                <a:cubicBezTo>
                  <a:pt x="1508073" y="1361880"/>
                  <a:pt x="1511921" y="1355977"/>
                  <a:pt x="1513021" y="1349375"/>
                </a:cubicBezTo>
                <a:cubicBezTo>
                  <a:pt x="1517083" y="1325002"/>
                  <a:pt x="1514933" y="1336638"/>
                  <a:pt x="1519371" y="1314450"/>
                </a:cubicBezTo>
                <a:cubicBezTo>
                  <a:pt x="1518313" y="1309158"/>
                  <a:pt x="1519056" y="1303151"/>
                  <a:pt x="1516196" y="1298575"/>
                </a:cubicBezTo>
                <a:cubicBezTo>
                  <a:pt x="1513391" y="1294088"/>
                  <a:pt x="1508301" y="1291268"/>
                  <a:pt x="1503496" y="1289050"/>
                </a:cubicBezTo>
                <a:cubicBezTo>
                  <a:pt x="1486318" y="1281122"/>
                  <a:pt x="1475889" y="1279719"/>
                  <a:pt x="1459046" y="1276350"/>
                </a:cubicBezTo>
                <a:lnTo>
                  <a:pt x="1309821" y="1168400"/>
                </a:lnTo>
                <a:cubicBezTo>
                  <a:pt x="1299238" y="1148292"/>
                  <a:pt x="1287106" y="1128925"/>
                  <a:pt x="1278071" y="1108075"/>
                </a:cubicBezTo>
                <a:cubicBezTo>
                  <a:pt x="1268923" y="1086965"/>
                  <a:pt x="1269425" y="1074369"/>
                  <a:pt x="1265371" y="1054100"/>
                </a:cubicBezTo>
                <a:cubicBezTo>
                  <a:pt x="1264515" y="1049821"/>
                  <a:pt x="1262196" y="1045764"/>
                  <a:pt x="1262196" y="1041400"/>
                </a:cubicBezTo>
                <a:cubicBezTo>
                  <a:pt x="1262196" y="1038053"/>
                  <a:pt x="1259550" y="1046692"/>
                  <a:pt x="1259021" y="1047750"/>
                </a:cubicBezTo>
                <a:close/>
              </a:path>
            </a:pathLst>
          </a:custGeom>
          <a:solidFill>
            <a:schemeClr val="bg2">
              <a:lumMod val="1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208542176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6"/>
    </p:ext>
  </p:extLst>
</p:sld>
</file>

<file path=ppt/slides/slide2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489A63-54E9-B64E-53BC-3718841746FE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7594509" y="1093042"/>
            <a:ext cx="4312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Foldings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give rise to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3D conformation </a:t>
            </a:r>
            <a:endParaRPr lang="zh-HK" altLang="en-US" sz="3600" b="1" dirty="0">
              <a:highlight>
                <a:srgbClr val="FFFF00"/>
              </a:highlight>
              <a:latin typeface="Roboto Black" panose="02000000000000000000" pitchFamily="2" charset="0"/>
            </a:endParaRPr>
          </a:p>
        </p:txBody>
      </p: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E5E1675E-90E5-3768-5A35-CFFF72BA0E4F}"/>
              </a:ext>
            </a:extLst>
          </p:cNvPr>
          <p:cNvSpPr/>
          <p:nvPr>
            <p:custDataLst>
              <p:tags r:id="rId33"/>
            </p:custDataLst>
          </p:nvPr>
        </p:nvSpPr>
        <p:spPr>
          <a:xfrm>
            <a:off x="3998779" y="2349500"/>
            <a:ext cx="3344996" cy="3048008"/>
          </a:xfrm>
          <a:custGeom>
            <a:avLst/>
            <a:gdLst>
              <a:gd name="connsiteX0" fmla="*/ 1259021 w 3344996"/>
              <a:gd name="connsiteY0" fmla="*/ 1047750 h 3048008"/>
              <a:gd name="connsiteX1" fmla="*/ 1259021 w 3344996"/>
              <a:gd name="connsiteY1" fmla="*/ 1047750 h 3048008"/>
              <a:gd name="connsiteX2" fmla="*/ 1351096 w 3344996"/>
              <a:gd name="connsiteY2" fmla="*/ 1057275 h 3048008"/>
              <a:gd name="connsiteX3" fmla="*/ 1401896 w 3344996"/>
              <a:gd name="connsiteY3" fmla="*/ 1050925 h 3048008"/>
              <a:gd name="connsiteX4" fmla="*/ 1424121 w 3344996"/>
              <a:gd name="connsiteY4" fmla="*/ 1041400 h 3048008"/>
              <a:gd name="connsiteX5" fmla="*/ 1452696 w 3344996"/>
              <a:gd name="connsiteY5" fmla="*/ 1038225 h 3048008"/>
              <a:gd name="connsiteX6" fmla="*/ 1535246 w 3344996"/>
              <a:gd name="connsiteY6" fmla="*/ 987425 h 3048008"/>
              <a:gd name="connsiteX7" fmla="*/ 1595571 w 3344996"/>
              <a:gd name="connsiteY7" fmla="*/ 955675 h 3048008"/>
              <a:gd name="connsiteX8" fmla="*/ 1636846 w 3344996"/>
              <a:gd name="connsiteY8" fmla="*/ 914400 h 3048008"/>
              <a:gd name="connsiteX9" fmla="*/ 1655896 w 3344996"/>
              <a:gd name="connsiteY9" fmla="*/ 895350 h 3048008"/>
              <a:gd name="connsiteX10" fmla="*/ 1674946 w 3344996"/>
              <a:gd name="connsiteY10" fmla="*/ 873125 h 3048008"/>
              <a:gd name="connsiteX11" fmla="*/ 1693996 w 3344996"/>
              <a:gd name="connsiteY11" fmla="*/ 857250 h 3048008"/>
              <a:gd name="connsiteX12" fmla="*/ 1713046 w 3344996"/>
              <a:gd name="connsiteY12" fmla="*/ 828675 h 3048008"/>
              <a:gd name="connsiteX13" fmla="*/ 1722571 w 3344996"/>
              <a:gd name="connsiteY13" fmla="*/ 812800 h 3048008"/>
              <a:gd name="connsiteX14" fmla="*/ 1728921 w 3344996"/>
              <a:gd name="connsiteY14" fmla="*/ 803275 h 3048008"/>
              <a:gd name="connsiteX15" fmla="*/ 1722571 w 3344996"/>
              <a:gd name="connsiteY15" fmla="*/ 793750 h 3048008"/>
              <a:gd name="connsiteX16" fmla="*/ 1716221 w 3344996"/>
              <a:gd name="connsiteY16" fmla="*/ 774700 h 3048008"/>
              <a:gd name="connsiteX17" fmla="*/ 1722571 w 3344996"/>
              <a:gd name="connsiteY17" fmla="*/ 752475 h 3048008"/>
              <a:gd name="connsiteX18" fmla="*/ 1725746 w 3344996"/>
              <a:gd name="connsiteY18" fmla="*/ 730250 h 3048008"/>
              <a:gd name="connsiteX19" fmla="*/ 1732096 w 3344996"/>
              <a:gd name="connsiteY19" fmla="*/ 714375 h 3048008"/>
              <a:gd name="connsiteX20" fmla="*/ 1735271 w 3344996"/>
              <a:gd name="connsiteY20" fmla="*/ 695325 h 3048008"/>
              <a:gd name="connsiteX21" fmla="*/ 1757496 w 3344996"/>
              <a:gd name="connsiteY21" fmla="*/ 650875 h 3048008"/>
              <a:gd name="connsiteX22" fmla="*/ 1789246 w 3344996"/>
              <a:gd name="connsiteY22" fmla="*/ 606425 h 3048008"/>
              <a:gd name="connsiteX23" fmla="*/ 1830521 w 3344996"/>
              <a:gd name="connsiteY23" fmla="*/ 565150 h 3048008"/>
              <a:gd name="connsiteX24" fmla="*/ 1897196 w 3344996"/>
              <a:gd name="connsiteY24" fmla="*/ 527050 h 3048008"/>
              <a:gd name="connsiteX25" fmla="*/ 1935296 w 3344996"/>
              <a:gd name="connsiteY25" fmla="*/ 501650 h 3048008"/>
              <a:gd name="connsiteX26" fmla="*/ 1963871 w 3344996"/>
              <a:gd name="connsiteY26" fmla="*/ 488950 h 3048008"/>
              <a:gd name="connsiteX27" fmla="*/ 2036896 w 3344996"/>
              <a:gd name="connsiteY27" fmla="*/ 441325 h 3048008"/>
              <a:gd name="connsiteX28" fmla="*/ 2078171 w 3344996"/>
              <a:gd name="connsiteY28" fmla="*/ 428625 h 3048008"/>
              <a:gd name="connsiteX29" fmla="*/ 2135321 w 3344996"/>
              <a:gd name="connsiteY29" fmla="*/ 415925 h 3048008"/>
              <a:gd name="connsiteX30" fmla="*/ 2179771 w 3344996"/>
              <a:gd name="connsiteY30" fmla="*/ 409575 h 3048008"/>
              <a:gd name="connsiteX31" fmla="*/ 2211521 w 3344996"/>
              <a:gd name="connsiteY31" fmla="*/ 403225 h 3048008"/>
              <a:gd name="connsiteX32" fmla="*/ 2294071 w 3344996"/>
              <a:gd name="connsiteY32" fmla="*/ 406400 h 3048008"/>
              <a:gd name="connsiteX33" fmla="*/ 2360746 w 3344996"/>
              <a:gd name="connsiteY33" fmla="*/ 406400 h 3048008"/>
              <a:gd name="connsiteX34" fmla="*/ 2386146 w 3344996"/>
              <a:gd name="connsiteY34" fmla="*/ 403225 h 3048008"/>
              <a:gd name="connsiteX35" fmla="*/ 2443296 w 3344996"/>
              <a:gd name="connsiteY35" fmla="*/ 396875 h 3048008"/>
              <a:gd name="connsiteX36" fmla="*/ 2490921 w 3344996"/>
              <a:gd name="connsiteY36" fmla="*/ 387350 h 3048008"/>
              <a:gd name="connsiteX37" fmla="*/ 2513146 w 3344996"/>
              <a:gd name="connsiteY37" fmla="*/ 377825 h 3048008"/>
              <a:gd name="connsiteX38" fmla="*/ 2544896 w 3344996"/>
              <a:gd name="connsiteY38" fmla="*/ 371475 h 3048008"/>
              <a:gd name="connsiteX39" fmla="*/ 2582996 w 3344996"/>
              <a:gd name="connsiteY39" fmla="*/ 352425 h 3048008"/>
              <a:gd name="connsiteX40" fmla="*/ 2598871 w 3344996"/>
              <a:gd name="connsiteY40" fmla="*/ 346075 h 3048008"/>
              <a:gd name="connsiteX41" fmla="*/ 2630621 w 3344996"/>
              <a:gd name="connsiteY41" fmla="*/ 333375 h 3048008"/>
              <a:gd name="connsiteX42" fmla="*/ 2640146 w 3344996"/>
              <a:gd name="connsiteY42" fmla="*/ 327025 h 3048008"/>
              <a:gd name="connsiteX43" fmla="*/ 2652846 w 3344996"/>
              <a:gd name="connsiteY43" fmla="*/ 323850 h 3048008"/>
              <a:gd name="connsiteX44" fmla="*/ 2662371 w 3344996"/>
              <a:gd name="connsiteY44" fmla="*/ 320675 h 3048008"/>
              <a:gd name="connsiteX45" fmla="*/ 2675071 w 3344996"/>
              <a:gd name="connsiteY45" fmla="*/ 311150 h 3048008"/>
              <a:gd name="connsiteX46" fmla="*/ 2684596 w 3344996"/>
              <a:gd name="connsiteY46" fmla="*/ 301625 h 3048008"/>
              <a:gd name="connsiteX47" fmla="*/ 2694121 w 3344996"/>
              <a:gd name="connsiteY47" fmla="*/ 295275 h 3048008"/>
              <a:gd name="connsiteX48" fmla="*/ 2719521 w 3344996"/>
              <a:gd name="connsiteY48" fmla="*/ 276225 h 3048008"/>
              <a:gd name="connsiteX49" fmla="*/ 2729046 w 3344996"/>
              <a:gd name="connsiteY49" fmla="*/ 279400 h 3048008"/>
              <a:gd name="connsiteX50" fmla="*/ 2792546 w 3344996"/>
              <a:gd name="connsiteY50" fmla="*/ 260350 h 3048008"/>
              <a:gd name="connsiteX51" fmla="*/ 2830646 w 3344996"/>
              <a:gd name="connsiteY51" fmla="*/ 247650 h 3048008"/>
              <a:gd name="connsiteX52" fmla="*/ 2849696 w 3344996"/>
              <a:gd name="connsiteY52" fmla="*/ 241300 h 3048008"/>
              <a:gd name="connsiteX53" fmla="*/ 2865571 w 3344996"/>
              <a:gd name="connsiteY53" fmla="*/ 234950 h 3048008"/>
              <a:gd name="connsiteX54" fmla="*/ 2875096 w 3344996"/>
              <a:gd name="connsiteY54" fmla="*/ 231775 h 3048008"/>
              <a:gd name="connsiteX55" fmla="*/ 2887796 w 3344996"/>
              <a:gd name="connsiteY55" fmla="*/ 225425 h 3048008"/>
              <a:gd name="connsiteX56" fmla="*/ 2913196 w 3344996"/>
              <a:gd name="connsiteY56" fmla="*/ 215900 h 3048008"/>
              <a:gd name="connsiteX57" fmla="*/ 2932246 w 3344996"/>
              <a:gd name="connsiteY57" fmla="*/ 200025 h 3048008"/>
              <a:gd name="connsiteX58" fmla="*/ 2957646 w 3344996"/>
              <a:gd name="connsiteY58" fmla="*/ 180975 h 3048008"/>
              <a:gd name="connsiteX59" fmla="*/ 2967171 w 3344996"/>
              <a:gd name="connsiteY59" fmla="*/ 174625 h 3048008"/>
              <a:gd name="connsiteX60" fmla="*/ 2992571 w 3344996"/>
              <a:gd name="connsiteY60" fmla="*/ 146050 h 3048008"/>
              <a:gd name="connsiteX61" fmla="*/ 3002096 w 3344996"/>
              <a:gd name="connsiteY61" fmla="*/ 139700 h 3048008"/>
              <a:gd name="connsiteX62" fmla="*/ 3011621 w 3344996"/>
              <a:gd name="connsiteY62" fmla="*/ 120650 h 3048008"/>
              <a:gd name="connsiteX63" fmla="*/ 3021146 w 3344996"/>
              <a:gd name="connsiteY63" fmla="*/ 114300 h 3048008"/>
              <a:gd name="connsiteX64" fmla="*/ 3027496 w 3344996"/>
              <a:gd name="connsiteY64" fmla="*/ 98425 h 3048008"/>
              <a:gd name="connsiteX65" fmla="*/ 3033846 w 3344996"/>
              <a:gd name="connsiteY65" fmla="*/ 85725 h 3048008"/>
              <a:gd name="connsiteX66" fmla="*/ 3040196 w 3344996"/>
              <a:gd name="connsiteY66" fmla="*/ 66675 h 3048008"/>
              <a:gd name="connsiteX67" fmla="*/ 3065596 w 3344996"/>
              <a:gd name="connsiteY67" fmla="*/ 31750 h 3048008"/>
              <a:gd name="connsiteX68" fmla="*/ 3071946 w 3344996"/>
              <a:gd name="connsiteY68" fmla="*/ 15875 h 3048008"/>
              <a:gd name="connsiteX69" fmla="*/ 3113221 w 3344996"/>
              <a:gd name="connsiteY69" fmla="*/ 0 h 3048008"/>
              <a:gd name="connsiteX70" fmla="*/ 3122746 w 3344996"/>
              <a:gd name="connsiteY70" fmla="*/ 3175 h 3048008"/>
              <a:gd name="connsiteX71" fmla="*/ 3135446 w 3344996"/>
              <a:gd name="connsiteY71" fmla="*/ 6350 h 3048008"/>
              <a:gd name="connsiteX72" fmla="*/ 3170371 w 3344996"/>
              <a:gd name="connsiteY72" fmla="*/ 25400 h 3048008"/>
              <a:gd name="connsiteX73" fmla="*/ 3183071 w 3344996"/>
              <a:gd name="connsiteY73" fmla="*/ 31750 h 3048008"/>
              <a:gd name="connsiteX74" fmla="*/ 3192596 w 3344996"/>
              <a:gd name="connsiteY74" fmla="*/ 34925 h 3048008"/>
              <a:gd name="connsiteX75" fmla="*/ 3202121 w 3344996"/>
              <a:gd name="connsiteY75" fmla="*/ 41275 h 3048008"/>
              <a:gd name="connsiteX76" fmla="*/ 3208471 w 3344996"/>
              <a:gd name="connsiteY76" fmla="*/ 50800 h 3048008"/>
              <a:gd name="connsiteX77" fmla="*/ 3211646 w 3344996"/>
              <a:gd name="connsiteY77" fmla="*/ 60325 h 3048008"/>
              <a:gd name="connsiteX78" fmla="*/ 3221171 w 3344996"/>
              <a:gd name="connsiteY78" fmla="*/ 66675 h 3048008"/>
              <a:gd name="connsiteX79" fmla="*/ 3233871 w 3344996"/>
              <a:gd name="connsiteY79" fmla="*/ 82550 h 3048008"/>
              <a:gd name="connsiteX80" fmla="*/ 3252921 w 3344996"/>
              <a:gd name="connsiteY80" fmla="*/ 101600 h 3048008"/>
              <a:gd name="connsiteX81" fmla="*/ 3265621 w 3344996"/>
              <a:gd name="connsiteY81" fmla="*/ 123825 h 3048008"/>
              <a:gd name="connsiteX82" fmla="*/ 3284671 w 3344996"/>
              <a:gd name="connsiteY82" fmla="*/ 146050 h 3048008"/>
              <a:gd name="connsiteX83" fmla="*/ 3297371 w 3344996"/>
              <a:gd name="connsiteY83" fmla="*/ 168275 h 3048008"/>
              <a:gd name="connsiteX84" fmla="*/ 3300546 w 3344996"/>
              <a:gd name="connsiteY84" fmla="*/ 177800 h 3048008"/>
              <a:gd name="connsiteX85" fmla="*/ 3313246 w 3344996"/>
              <a:gd name="connsiteY85" fmla="*/ 206375 h 3048008"/>
              <a:gd name="connsiteX86" fmla="*/ 3319596 w 3344996"/>
              <a:gd name="connsiteY86" fmla="*/ 225425 h 3048008"/>
              <a:gd name="connsiteX87" fmla="*/ 3329121 w 3344996"/>
              <a:gd name="connsiteY87" fmla="*/ 244475 h 3048008"/>
              <a:gd name="connsiteX88" fmla="*/ 3332296 w 3344996"/>
              <a:gd name="connsiteY88" fmla="*/ 257175 h 3048008"/>
              <a:gd name="connsiteX89" fmla="*/ 3338646 w 3344996"/>
              <a:gd name="connsiteY89" fmla="*/ 279400 h 3048008"/>
              <a:gd name="connsiteX90" fmla="*/ 3344996 w 3344996"/>
              <a:gd name="connsiteY90" fmla="*/ 311150 h 3048008"/>
              <a:gd name="connsiteX91" fmla="*/ 3335471 w 3344996"/>
              <a:gd name="connsiteY91" fmla="*/ 387350 h 3048008"/>
              <a:gd name="connsiteX92" fmla="*/ 3319596 w 3344996"/>
              <a:gd name="connsiteY92" fmla="*/ 425450 h 3048008"/>
              <a:gd name="connsiteX93" fmla="*/ 3303721 w 3344996"/>
              <a:gd name="connsiteY93" fmla="*/ 479425 h 3048008"/>
              <a:gd name="connsiteX94" fmla="*/ 3271971 w 3344996"/>
              <a:gd name="connsiteY94" fmla="*/ 523875 h 3048008"/>
              <a:gd name="connsiteX95" fmla="*/ 3262446 w 3344996"/>
              <a:gd name="connsiteY95" fmla="*/ 536575 h 3048008"/>
              <a:gd name="connsiteX96" fmla="*/ 3243396 w 3344996"/>
              <a:gd name="connsiteY96" fmla="*/ 549275 h 3048008"/>
              <a:gd name="connsiteX97" fmla="*/ 3230696 w 3344996"/>
              <a:gd name="connsiteY97" fmla="*/ 561975 h 3048008"/>
              <a:gd name="connsiteX98" fmla="*/ 3214821 w 3344996"/>
              <a:gd name="connsiteY98" fmla="*/ 574675 h 3048008"/>
              <a:gd name="connsiteX99" fmla="*/ 3205296 w 3344996"/>
              <a:gd name="connsiteY99" fmla="*/ 584200 h 3048008"/>
              <a:gd name="connsiteX100" fmla="*/ 3189421 w 3344996"/>
              <a:gd name="connsiteY100" fmla="*/ 593725 h 3048008"/>
              <a:gd name="connsiteX101" fmla="*/ 3176721 w 3344996"/>
              <a:gd name="connsiteY101" fmla="*/ 603250 h 3048008"/>
              <a:gd name="connsiteX102" fmla="*/ 3167196 w 3344996"/>
              <a:gd name="connsiteY102" fmla="*/ 609600 h 3048008"/>
              <a:gd name="connsiteX103" fmla="*/ 3160846 w 3344996"/>
              <a:gd name="connsiteY103" fmla="*/ 619125 h 3048008"/>
              <a:gd name="connsiteX104" fmla="*/ 3135446 w 3344996"/>
              <a:gd name="connsiteY104" fmla="*/ 631825 h 3048008"/>
              <a:gd name="connsiteX105" fmla="*/ 3122746 w 3344996"/>
              <a:gd name="connsiteY105" fmla="*/ 638175 h 3048008"/>
              <a:gd name="connsiteX106" fmla="*/ 3116396 w 3344996"/>
              <a:gd name="connsiteY106" fmla="*/ 657225 h 3048008"/>
              <a:gd name="connsiteX107" fmla="*/ 3122746 w 3344996"/>
              <a:gd name="connsiteY107" fmla="*/ 673100 h 3048008"/>
              <a:gd name="connsiteX108" fmla="*/ 3132271 w 3344996"/>
              <a:gd name="connsiteY108" fmla="*/ 698500 h 3048008"/>
              <a:gd name="connsiteX109" fmla="*/ 3141796 w 3344996"/>
              <a:gd name="connsiteY109" fmla="*/ 708025 h 3048008"/>
              <a:gd name="connsiteX110" fmla="*/ 3148146 w 3344996"/>
              <a:gd name="connsiteY110" fmla="*/ 720725 h 3048008"/>
              <a:gd name="connsiteX111" fmla="*/ 3164021 w 3344996"/>
              <a:gd name="connsiteY111" fmla="*/ 746125 h 3048008"/>
              <a:gd name="connsiteX112" fmla="*/ 3167196 w 3344996"/>
              <a:gd name="connsiteY112" fmla="*/ 762000 h 3048008"/>
              <a:gd name="connsiteX113" fmla="*/ 3186246 w 3344996"/>
              <a:gd name="connsiteY113" fmla="*/ 777875 h 3048008"/>
              <a:gd name="connsiteX114" fmla="*/ 3192596 w 3344996"/>
              <a:gd name="connsiteY114" fmla="*/ 790575 h 3048008"/>
              <a:gd name="connsiteX115" fmla="*/ 3195771 w 3344996"/>
              <a:gd name="connsiteY115" fmla="*/ 803275 h 3048008"/>
              <a:gd name="connsiteX116" fmla="*/ 3202121 w 3344996"/>
              <a:gd name="connsiteY116" fmla="*/ 841375 h 3048008"/>
              <a:gd name="connsiteX117" fmla="*/ 3211646 w 3344996"/>
              <a:gd name="connsiteY117" fmla="*/ 873125 h 3048008"/>
              <a:gd name="connsiteX118" fmla="*/ 3208471 w 3344996"/>
              <a:gd name="connsiteY118" fmla="*/ 892175 h 3048008"/>
              <a:gd name="connsiteX119" fmla="*/ 3205296 w 3344996"/>
              <a:gd name="connsiteY119" fmla="*/ 936625 h 3048008"/>
              <a:gd name="connsiteX120" fmla="*/ 3198946 w 3344996"/>
              <a:gd name="connsiteY120" fmla="*/ 955675 h 3048008"/>
              <a:gd name="connsiteX121" fmla="*/ 3189421 w 3344996"/>
              <a:gd name="connsiteY121" fmla="*/ 990600 h 3048008"/>
              <a:gd name="connsiteX122" fmla="*/ 3183071 w 3344996"/>
              <a:gd name="connsiteY122" fmla="*/ 1035050 h 3048008"/>
              <a:gd name="connsiteX123" fmla="*/ 3179896 w 3344996"/>
              <a:gd name="connsiteY123" fmla="*/ 1044575 h 3048008"/>
              <a:gd name="connsiteX124" fmla="*/ 3160846 w 3344996"/>
              <a:gd name="connsiteY124" fmla="*/ 1073150 h 3048008"/>
              <a:gd name="connsiteX125" fmla="*/ 3144971 w 3344996"/>
              <a:gd name="connsiteY125" fmla="*/ 1098550 h 3048008"/>
              <a:gd name="connsiteX126" fmla="*/ 3141796 w 3344996"/>
              <a:gd name="connsiteY126" fmla="*/ 1108075 h 3048008"/>
              <a:gd name="connsiteX127" fmla="*/ 3103696 w 3344996"/>
              <a:gd name="connsiteY127" fmla="*/ 1146175 h 3048008"/>
              <a:gd name="connsiteX128" fmla="*/ 3062421 w 3344996"/>
              <a:gd name="connsiteY128" fmla="*/ 1181100 h 3048008"/>
              <a:gd name="connsiteX129" fmla="*/ 3043371 w 3344996"/>
              <a:gd name="connsiteY129" fmla="*/ 1193800 h 3048008"/>
              <a:gd name="connsiteX130" fmla="*/ 3027496 w 3344996"/>
              <a:gd name="connsiteY130" fmla="*/ 1206500 h 3048008"/>
              <a:gd name="connsiteX131" fmla="*/ 3008446 w 3344996"/>
              <a:gd name="connsiteY131" fmla="*/ 1212850 h 3048008"/>
              <a:gd name="connsiteX132" fmla="*/ 2992571 w 3344996"/>
              <a:gd name="connsiteY132" fmla="*/ 1222375 h 3048008"/>
              <a:gd name="connsiteX133" fmla="*/ 2976696 w 3344996"/>
              <a:gd name="connsiteY133" fmla="*/ 1225550 h 3048008"/>
              <a:gd name="connsiteX134" fmla="*/ 2963996 w 3344996"/>
              <a:gd name="connsiteY134" fmla="*/ 1228725 h 3048008"/>
              <a:gd name="connsiteX135" fmla="*/ 2913196 w 3344996"/>
              <a:gd name="connsiteY135" fmla="*/ 1228725 h 3048008"/>
              <a:gd name="connsiteX136" fmla="*/ 2910021 w 3344996"/>
              <a:gd name="connsiteY136" fmla="*/ 1238250 h 3048008"/>
              <a:gd name="connsiteX137" fmla="*/ 2900496 w 3344996"/>
              <a:gd name="connsiteY137" fmla="*/ 1250950 h 3048008"/>
              <a:gd name="connsiteX138" fmla="*/ 2890971 w 3344996"/>
              <a:gd name="connsiteY138" fmla="*/ 1273175 h 3048008"/>
              <a:gd name="connsiteX139" fmla="*/ 2881446 w 3344996"/>
              <a:gd name="connsiteY139" fmla="*/ 1304925 h 3048008"/>
              <a:gd name="connsiteX140" fmla="*/ 2875096 w 3344996"/>
              <a:gd name="connsiteY140" fmla="*/ 1317625 h 3048008"/>
              <a:gd name="connsiteX141" fmla="*/ 2868746 w 3344996"/>
              <a:gd name="connsiteY141" fmla="*/ 1327150 h 3048008"/>
              <a:gd name="connsiteX142" fmla="*/ 2849696 w 3344996"/>
              <a:gd name="connsiteY142" fmla="*/ 1355725 h 3048008"/>
              <a:gd name="connsiteX143" fmla="*/ 2846521 w 3344996"/>
              <a:gd name="connsiteY143" fmla="*/ 1365250 h 3048008"/>
              <a:gd name="connsiteX144" fmla="*/ 2808421 w 3344996"/>
              <a:gd name="connsiteY144" fmla="*/ 1406525 h 3048008"/>
              <a:gd name="connsiteX145" fmla="*/ 2798896 w 3344996"/>
              <a:gd name="connsiteY145" fmla="*/ 1419225 h 3048008"/>
              <a:gd name="connsiteX146" fmla="*/ 2789371 w 3344996"/>
              <a:gd name="connsiteY146" fmla="*/ 1422400 h 3048008"/>
              <a:gd name="connsiteX147" fmla="*/ 2779846 w 3344996"/>
              <a:gd name="connsiteY147" fmla="*/ 1428750 h 3048008"/>
              <a:gd name="connsiteX148" fmla="*/ 2767146 w 3344996"/>
              <a:gd name="connsiteY148" fmla="*/ 1438275 h 3048008"/>
              <a:gd name="connsiteX149" fmla="*/ 2757621 w 3344996"/>
              <a:gd name="connsiteY149" fmla="*/ 1447800 h 3048008"/>
              <a:gd name="connsiteX150" fmla="*/ 2735396 w 3344996"/>
              <a:gd name="connsiteY150" fmla="*/ 1457325 h 3048008"/>
              <a:gd name="connsiteX151" fmla="*/ 2713171 w 3344996"/>
              <a:gd name="connsiteY151" fmla="*/ 1470025 h 3048008"/>
              <a:gd name="connsiteX152" fmla="*/ 2703646 w 3344996"/>
              <a:gd name="connsiteY152" fmla="*/ 1476375 h 3048008"/>
              <a:gd name="connsiteX153" fmla="*/ 2694121 w 3344996"/>
              <a:gd name="connsiteY153" fmla="*/ 1479550 h 3048008"/>
              <a:gd name="connsiteX154" fmla="*/ 2668721 w 3344996"/>
              <a:gd name="connsiteY154" fmla="*/ 1492250 h 3048008"/>
              <a:gd name="connsiteX155" fmla="*/ 2602046 w 3344996"/>
              <a:gd name="connsiteY155" fmla="*/ 1498600 h 3048008"/>
              <a:gd name="connsiteX156" fmla="*/ 2576646 w 3344996"/>
              <a:gd name="connsiteY156" fmla="*/ 1504950 h 3048008"/>
              <a:gd name="connsiteX157" fmla="*/ 2567121 w 3344996"/>
              <a:gd name="connsiteY157" fmla="*/ 1501775 h 3048008"/>
              <a:gd name="connsiteX158" fmla="*/ 2554421 w 3344996"/>
              <a:gd name="connsiteY158" fmla="*/ 1504950 h 3048008"/>
              <a:gd name="connsiteX159" fmla="*/ 2522671 w 3344996"/>
              <a:gd name="connsiteY159" fmla="*/ 1495425 h 3048008"/>
              <a:gd name="connsiteX160" fmla="*/ 2487746 w 3344996"/>
              <a:gd name="connsiteY160" fmla="*/ 1485900 h 3048008"/>
              <a:gd name="connsiteX161" fmla="*/ 2452821 w 3344996"/>
              <a:gd name="connsiteY161" fmla="*/ 1482725 h 3048008"/>
              <a:gd name="connsiteX162" fmla="*/ 2443296 w 3344996"/>
              <a:gd name="connsiteY162" fmla="*/ 1473200 h 3048008"/>
              <a:gd name="connsiteX163" fmla="*/ 2433771 w 3344996"/>
              <a:gd name="connsiteY163" fmla="*/ 1470025 h 3048008"/>
              <a:gd name="connsiteX164" fmla="*/ 2424246 w 3344996"/>
              <a:gd name="connsiteY164" fmla="*/ 1463675 h 3048008"/>
              <a:gd name="connsiteX165" fmla="*/ 2414721 w 3344996"/>
              <a:gd name="connsiteY165" fmla="*/ 1460500 h 3048008"/>
              <a:gd name="connsiteX166" fmla="*/ 2395671 w 3344996"/>
              <a:gd name="connsiteY166" fmla="*/ 1444625 h 3048008"/>
              <a:gd name="connsiteX167" fmla="*/ 2370271 w 3344996"/>
              <a:gd name="connsiteY167" fmla="*/ 1428750 h 3048008"/>
              <a:gd name="connsiteX168" fmla="*/ 2360746 w 3344996"/>
              <a:gd name="connsiteY168" fmla="*/ 1419225 h 3048008"/>
              <a:gd name="connsiteX169" fmla="*/ 2351221 w 3344996"/>
              <a:gd name="connsiteY169" fmla="*/ 1400175 h 3048008"/>
              <a:gd name="connsiteX170" fmla="*/ 2338521 w 3344996"/>
              <a:gd name="connsiteY170" fmla="*/ 1393825 h 3048008"/>
              <a:gd name="connsiteX171" fmla="*/ 2319471 w 3344996"/>
              <a:gd name="connsiteY171" fmla="*/ 1381125 h 3048008"/>
              <a:gd name="connsiteX172" fmla="*/ 2309946 w 3344996"/>
              <a:gd name="connsiteY172" fmla="*/ 1365250 h 3048008"/>
              <a:gd name="connsiteX173" fmla="*/ 2284546 w 3344996"/>
              <a:gd name="connsiteY173" fmla="*/ 1355725 h 3048008"/>
              <a:gd name="connsiteX174" fmla="*/ 2268671 w 3344996"/>
              <a:gd name="connsiteY174" fmla="*/ 1358900 h 3048008"/>
              <a:gd name="connsiteX175" fmla="*/ 2233746 w 3344996"/>
              <a:gd name="connsiteY175" fmla="*/ 1346200 h 3048008"/>
              <a:gd name="connsiteX176" fmla="*/ 2195646 w 3344996"/>
              <a:gd name="connsiteY176" fmla="*/ 1343025 h 3048008"/>
              <a:gd name="connsiteX177" fmla="*/ 2182946 w 3344996"/>
              <a:gd name="connsiteY177" fmla="*/ 1333500 h 3048008"/>
              <a:gd name="connsiteX178" fmla="*/ 2173421 w 3344996"/>
              <a:gd name="connsiteY178" fmla="*/ 1327150 h 3048008"/>
              <a:gd name="connsiteX179" fmla="*/ 2157546 w 3344996"/>
              <a:gd name="connsiteY179" fmla="*/ 1336675 h 3048008"/>
              <a:gd name="connsiteX180" fmla="*/ 2167071 w 3344996"/>
              <a:gd name="connsiteY180" fmla="*/ 1358900 h 3048008"/>
              <a:gd name="connsiteX181" fmla="*/ 2170246 w 3344996"/>
              <a:gd name="connsiteY181" fmla="*/ 1377950 h 3048008"/>
              <a:gd name="connsiteX182" fmla="*/ 2163896 w 3344996"/>
              <a:gd name="connsiteY182" fmla="*/ 1482725 h 3048008"/>
              <a:gd name="connsiteX183" fmla="*/ 2160721 w 3344996"/>
              <a:gd name="connsiteY183" fmla="*/ 1508125 h 3048008"/>
              <a:gd name="connsiteX184" fmla="*/ 2154371 w 3344996"/>
              <a:gd name="connsiteY184" fmla="*/ 1520825 h 3048008"/>
              <a:gd name="connsiteX185" fmla="*/ 2141671 w 3344996"/>
              <a:gd name="connsiteY185" fmla="*/ 1555750 h 3048008"/>
              <a:gd name="connsiteX186" fmla="*/ 2135321 w 3344996"/>
              <a:gd name="connsiteY186" fmla="*/ 1577975 h 3048008"/>
              <a:gd name="connsiteX187" fmla="*/ 2116271 w 3344996"/>
              <a:gd name="connsiteY187" fmla="*/ 1606550 h 3048008"/>
              <a:gd name="connsiteX188" fmla="*/ 2106746 w 3344996"/>
              <a:gd name="connsiteY188" fmla="*/ 1622425 h 3048008"/>
              <a:gd name="connsiteX189" fmla="*/ 2090871 w 3344996"/>
              <a:gd name="connsiteY189" fmla="*/ 1638300 h 3048008"/>
              <a:gd name="connsiteX190" fmla="*/ 2084521 w 3344996"/>
              <a:gd name="connsiteY190" fmla="*/ 1647825 h 3048008"/>
              <a:gd name="connsiteX191" fmla="*/ 2074996 w 3344996"/>
              <a:gd name="connsiteY191" fmla="*/ 1654175 h 3048008"/>
              <a:gd name="connsiteX192" fmla="*/ 2046421 w 3344996"/>
              <a:gd name="connsiteY192" fmla="*/ 1673225 h 3048008"/>
              <a:gd name="connsiteX193" fmla="*/ 2027371 w 3344996"/>
              <a:gd name="connsiteY193" fmla="*/ 1689100 h 3048008"/>
              <a:gd name="connsiteX194" fmla="*/ 2014671 w 3344996"/>
              <a:gd name="connsiteY194" fmla="*/ 1701800 h 3048008"/>
              <a:gd name="connsiteX195" fmla="*/ 1989271 w 3344996"/>
              <a:gd name="connsiteY195" fmla="*/ 1714500 h 3048008"/>
              <a:gd name="connsiteX196" fmla="*/ 1976571 w 3344996"/>
              <a:gd name="connsiteY196" fmla="*/ 1720850 h 3048008"/>
              <a:gd name="connsiteX197" fmla="*/ 1967046 w 3344996"/>
              <a:gd name="connsiteY197" fmla="*/ 1730375 h 3048008"/>
              <a:gd name="connsiteX198" fmla="*/ 1928946 w 3344996"/>
              <a:gd name="connsiteY198" fmla="*/ 1739900 h 3048008"/>
              <a:gd name="connsiteX199" fmla="*/ 1916246 w 3344996"/>
              <a:gd name="connsiteY199" fmla="*/ 1746250 h 3048008"/>
              <a:gd name="connsiteX200" fmla="*/ 1894021 w 3344996"/>
              <a:gd name="connsiteY200" fmla="*/ 1752600 h 3048008"/>
              <a:gd name="connsiteX201" fmla="*/ 1874971 w 3344996"/>
              <a:gd name="connsiteY201" fmla="*/ 1758950 h 3048008"/>
              <a:gd name="connsiteX202" fmla="*/ 1868621 w 3344996"/>
              <a:gd name="connsiteY202" fmla="*/ 1778000 h 3048008"/>
              <a:gd name="connsiteX203" fmla="*/ 1862271 w 3344996"/>
              <a:gd name="connsiteY203" fmla="*/ 1793875 h 3048008"/>
              <a:gd name="connsiteX204" fmla="*/ 1855921 w 3344996"/>
              <a:gd name="connsiteY204" fmla="*/ 1819275 h 3048008"/>
              <a:gd name="connsiteX205" fmla="*/ 1843221 w 3344996"/>
              <a:gd name="connsiteY205" fmla="*/ 1847850 h 3048008"/>
              <a:gd name="connsiteX206" fmla="*/ 1836871 w 3344996"/>
              <a:gd name="connsiteY206" fmla="*/ 1898650 h 3048008"/>
              <a:gd name="connsiteX207" fmla="*/ 1833696 w 3344996"/>
              <a:gd name="connsiteY207" fmla="*/ 1911350 h 3048008"/>
              <a:gd name="connsiteX208" fmla="*/ 1827346 w 3344996"/>
              <a:gd name="connsiteY208" fmla="*/ 1924050 h 3048008"/>
              <a:gd name="connsiteX209" fmla="*/ 1824171 w 3344996"/>
              <a:gd name="connsiteY209" fmla="*/ 1949450 h 3048008"/>
              <a:gd name="connsiteX210" fmla="*/ 1811471 w 3344996"/>
              <a:gd name="connsiteY210" fmla="*/ 1968500 h 3048008"/>
              <a:gd name="connsiteX211" fmla="*/ 1798771 w 3344996"/>
              <a:gd name="connsiteY211" fmla="*/ 1990725 h 3048008"/>
              <a:gd name="connsiteX212" fmla="*/ 1789246 w 3344996"/>
              <a:gd name="connsiteY212" fmla="*/ 2003425 h 3048008"/>
              <a:gd name="connsiteX213" fmla="*/ 1782896 w 3344996"/>
              <a:gd name="connsiteY213" fmla="*/ 2016125 h 3048008"/>
              <a:gd name="connsiteX214" fmla="*/ 1770196 w 3344996"/>
              <a:gd name="connsiteY214" fmla="*/ 2028825 h 3048008"/>
              <a:gd name="connsiteX215" fmla="*/ 1757496 w 3344996"/>
              <a:gd name="connsiteY215" fmla="*/ 2044700 h 3048008"/>
              <a:gd name="connsiteX216" fmla="*/ 1732096 w 3344996"/>
              <a:gd name="connsiteY216" fmla="*/ 2063750 h 3048008"/>
              <a:gd name="connsiteX217" fmla="*/ 1709871 w 3344996"/>
              <a:gd name="connsiteY217" fmla="*/ 2079625 h 3048008"/>
              <a:gd name="connsiteX218" fmla="*/ 1697171 w 3344996"/>
              <a:gd name="connsiteY218" fmla="*/ 2092325 h 3048008"/>
              <a:gd name="connsiteX219" fmla="*/ 1684471 w 3344996"/>
              <a:gd name="connsiteY219" fmla="*/ 2098675 h 3048008"/>
              <a:gd name="connsiteX220" fmla="*/ 1665421 w 3344996"/>
              <a:gd name="connsiteY220" fmla="*/ 2120900 h 3048008"/>
              <a:gd name="connsiteX221" fmla="*/ 1671771 w 3344996"/>
              <a:gd name="connsiteY221" fmla="*/ 2143125 h 3048008"/>
              <a:gd name="connsiteX222" fmla="*/ 1674946 w 3344996"/>
              <a:gd name="connsiteY222" fmla="*/ 2155825 h 3048008"/>
              <a:gd name="connsiteX223" fmla="*/ 1687646 w 3344996"/>
              <a:gd name="connsiteY223" fmla="*/ 2178050 h 3048008"/>
              <a:gd name="connsiteX224" fmla="*/ 1690821 w 3344996"/>
              <a:gd name="connsiteY224" fmla="*/ 2190750 h 3048008"/>
              <a:gd name="connsiteX225" fmla="*/ 1697171 w 3344996"/>
              <a:gd name="connsiteY225" fmla="*/ 2209800 h 3048008"/>
              <a:gd name="connsiteX226" fmla="*/ 1700346 w 3344996"/>
              <a:gd name="connsiteY226" fmla="*/ 2238375 h 3048008"/>
              <a:gd name="connsiteX227" fmla="*/ 1709871 w 3344996"/>
              <a:gd name="connsiteY227" fmla="*/ 2282825 h 3048008"/>
              <a:gd name="connsiteX228" fmla="*/ 1716221 w 3344996"/>
              <a:gd name="connsiteY228" fmla="*/ 2327275 h 3048008"/>
              <a:gd name="connsiteX229" fmla="*/ 1719396 w 3344996"/>
              <a:gd name="connsiteY229" fmla="*/ 2339975 h 3048008"/>
              <a:gd name="connsiteX230" fmla="*/ 1713046 w 3344996"/>
              <a:gd name="connsiteY230" fmla="*/ 2374900 h 3048008"/>
              <a:gd name="connsiteX231" fmla="*/ 1709871 w 3344996"/>
              <a:gd name="connsiteY231" fmla="*/ 2416175 h 3048008"/>
              <a:gd name="connsiteX232" fmla="*/ 1703521 w 3344996"/>
              <a:gd name="connsiteY232" fmla="*/ 2438400 h 3048008"/>
              <a:gd name="connsiteX233" fmla="*/ 1690821 w 3344996"/>
              <a:gd name="connsiteY233" fmla="*/ 2489200 h 3048008"/>
              <a:gd name="connsiteX234" fmla="*/ 1674946 w 3344996"/>
              <a:gd name="connsiteY234" fmla="*/ 2511425 h 3048008"/>
              <a:gd name="connsiteX235" fmla="*/ 1665421 w 3344996"/>
              <a:gd name="connsiteY235" fmla="*/ 2524125 h 3048008"/>
              <a:gd name="connsiteX236" fmla="*/ 1659071 w 3344996"/>
              <a:gd name="connsiteY236" fmla="*/ 2533650 h 3048008"/>
              <a:gd name="connsiteX237" fmla="*/ 1649546 w 3344996"/>
              <a:gd name="connsiteY237" fmla="*/ 2543175 h 3048008"/>
              <a:gd name="connsiteX238" fmla="*/ 1640021 w 3344996"/>
              <a:gd name="connsiteY238" fmla="*/ 2555875 h 3048008"/>
              <a:gd name="connsiteX239" fmla="*/ 1617796 w 3344996"/>
              <a:gd name="connsiteY239" fmla="*/ 2574925 h 3048008"/>
              <a:gd name="connsiteX240" fmla="*/ 1601921 w 3344996"/>
              <a:gd name="connsiteY240" fmla="*/ 2584450 h 3048008"/>
              <a:gd name="connsiteX241" fmla="*/ 1589221 w 3344996"/>
              <a:gd name="connsiteY241" fmla="*/ 2587625 h 3048008"/>
              <a:gd name="connsiteX242" fmla="*/ 1563821 w 3344996"/>
              <a:gd name="connsiteY242" fmla="*/ 2606675 h 3048008"/>
              <a:gd name="connsiteX243" fmla="*/ 1554296 w 3344996"/>
              <a:gd name="connsiteY243" fmla="*/ 2616200 h 3048008"/>
              <a:gd name="connsiteX244" fmla="*/ 1544771 w 3344996"/>
              <a:gd name="connsiteY244" fmla="*/ 2619375 h 3048008"/>
              <a:gd name="connsiteX245" fmla="*/ 1532071 w 3344996"/>
              <a:gd name="connsiteY245" fmla="*/ 2625725 h 3048008"/>
              <a:gd name="connsiteX246" fmla="*/ 1522546 w 3344996"/>
              <a:gd name="connsiteY246" fmla="*/ 2632075 h 3048008"/>
              <a:gd name="connsiteX247" fmla="*/ 1513021 w 3344996"/>
              <a:gd name="connsiteY247" fmla="*/ 2635250 h 3048008"/>
              <a:gd name="connsiteX248" fmla="*/ 1503496 w 3344996"/>
              <a:gd name="connsiteY248" fmla="*/ 2641600 h 3048008"/>
              <a:gd name="connsiteX249" fmla="*/ 1493971 w 3344996"/>
              <a:gd name="connsiteY249" fmla="*/ 2644775 h 3048008"/>
              <a:gd name="connsiteX250" fmla="*/ 1481271 w 3344996"/>
              <a:gd name="connsiteY250" fmla="*/ 2651125 h 3048008"/>
              <a:gd name="connsiteX251" fmla="*/ 1468571 w 3344996"/>
              <a:gd name="connsiteY251" fmla="*/ 2654300 h 3048008"/>
              <a:gd name="connsiteX252" fmla="*/ 1436821 w 3344996"/>
              <a:gd name="connsiteY252" fmla="*/ 2660650 h 3048008"/>
              <a:gd name="connsiteX253" fmla="*/ 1427296 w 3344996"/>
              <a:gd name="connsiteY253" fmla="*/ 2663825 h 3048008"/>
              <a:gd name="connsiteX254" fmla="*/ 1408246 w 3344996"/>
              <a:gd name="connsiteY254" fmla="*/ 2676525 h 3048008"/>
              <a:gd name="connsiteX255" fmla="*/ 1389196 w 3344996"/>
              <a:gd name="connsiteY255" fmla="*/ 2686050 h 3048008"/>
              <a:gd name="connsiteX256" fmla="*/ 1376496 w 3344996"/>
              <a:gd name="connsiteY256" fmla="*/ 2682875 h 3048008"/>
              <a:gd name="connsiteX257" fmla="*/ 1360621 w 3344996"/>
              <a:gd name="connsiteY257" fmla="*/ 2679700 h 3048008"/>
              <a:gd name="connsiteX258" fmla="*/ 1325696 w 3344996"/>
              <a:gd name="connsiteY258" fmla="*/ 2670175 h 3048008"/>
              <a:gd name="connsiteX259" fmla="*/ 1312996 w 3344996"/>
              <a:gd name="connsiteY259" fmla="*/ 2663825 h 3048008"/>
              <a:gd name="connsiteX260" fmla="*/ 1278071 w 3344996"/>
              <a:gd name="connsiteY260" fmla="*/ 2654300 h 3048008"/>
              <a:gd name="connsiteX261" fmla="*/ 1265371 w 3344996"/>
              <a:gd name="connsiteY261" fmla="*/ 2647950 h 3048008"/>
              <a:gd name="connsiteX262" fmla="*/ 1252671 w 3344996"/>
              <a:gd name="connsiteY262" fmla="*/ 2638425 h 3048008"/>
              <a:gd name="connsiteX263" fmla="*/ 1239971 w 3344996"/>
              <a:gd name="connsiteY263" fmla="*/ 2635250 h 3048008"/>
              <a:gd name="connsiteX264" fmla="*/ 1217746 w 3344996"/>
              <a:gd name="connsiteY264" fmla="*/ 2616200 h 3048008"/>
              <a:gd name="connsiteX265" fmla="*/ 1208221 w 3344996"/>
              <a:gd name="connsiteY265" fmla="*/ 2613025 h 3048008"/>
              <a:gd name="connsiteX266" fmla="*/ 1192346 w 3344996"/>
              <a:gd name="connsiteY266" fmla="*/ 2600325 h 3048008"/>
              <a:gd name="connsiteX267" fmla="*/ 1185996 w 3344996"/>
              <a:gd name="connsiteY267" fmla="*/ 2590800 h 3048008"/>
              <a:gd name="connsiteX268" fmla="*/ 1176471 w 3344996"/>
              <a:gd name="connsiteY268" fmla="*/ 2581275 h 3048008"/>
              <a:gd name="connsiteX269" fmla="*/ 1170121 w 3344996"/>
              <a:gd name="connsiteY269" fmla="*/ 2571750 h 3048008"/>
              <a:gd name="connsiteX270" fmla="*/ 1154246 w 3344996"/>
              <a:gd name="connsiteY270" fmla="*/ 2559050 h 3048008"/>
              <a:gd name="connsiteX271" fmla="*/ 1144721 w 3344996"/>
              <a:gd name="connsiteY271" fmla="*/ 2546350 h 3048008"/>
              <a:gd name="connsiteX272" fmla="*/ 1132021 w 3344996"/>
              <a:gd name="connsiteY272" fmla="*/ 2524125 h 3048008"/>
              <a:gd name="connsiteX273" fmla="*/ 1116146 w 3344996"/>
              <a:gd name="connsiteY273" fmla="*/ 2511425 h 3048008"/>
              <a:gd name="connsiteX274" fmla="*/ 1106621 w 3344996"/>
              <a:gd name="connsiteY274" fmla="*/ 2489200 h 3048008"/>
              <a:gd name="connsiteX275" fmla="*/ 1100271 w 3344996"/>
              <a:gd name="connsiteY275" fmla="*/ 2473325 h 3048008"/>
              <a:gd name="connsiteX276" fmla="*/ 1087571 w 3344996"/>
              <a:gd name="connsiteY276" fmla="*/ 2444750 h 3048008"/>
              <a:gd name="connsiteX277" fmla="*/ 1084396 w 3344996"/>
              <a:gd name="connsiteY277" fmla="*/ 2381250 h 3048008"/>
              <a:gd name="connsiteX278" fmla="*/ 1078046 w 3344996"/>
              <a:gd name="connsiteY278" fmla="*/ 2349500 h 3048008"/>
              <a:gd name="connsiteX279" fmla="*/ 1071696 w 3344996"/>
              <a:gd name="connsiteY279" fmla="*/ 2320925 h 3048008"/>
              <a:gd name="connsiteX280" fmla="*/ 1068521 w 3344996"/>
              <a:gd name="connsiteY280" fmla="*/ 2241550 h 3048008"/>
              <a:gd name="connsiteX281" fmla="*/ 1065346 w 3344996"/>
              <a:gd name="connsiteY281" fmla="*/ 2228850 h 3048008"/>
              <a:gd name="connsiteX282" fmla="*/ 1062171 w 3344996"/>
              <a:gd name="connsiteY282" fmla="*/ 2209800 h 3048008"/>
              <a:gd name="connsiteX283" fmla="*/ 1017721 w 3344996"/>
              <a:gd name="connsiteY283" fmla="*/ 2197100 h 3048008"/>
              <a:gd name="connsiteX284" fmla="*/ 973271 w 3344996"/>
              <a:gd name="connsiteY284" fmla="*/ 2184400 h 3048008"/>
              <a:gd name="connsiteX285" fmla="*/ 938346 w 3344996"/>
              <a:gd name="connsiteY285" fmla="*/ 2174875 h 3048008"/>
              <a:gd name="connsiteX286" fmla="*/ 909771 w 3344996"/>
              <a:gd name="connsiteY286" fmla="*/ 2165350 h 3048008"/>
              <a:gd name="connsiteX287" fmla="*/ 893896 w 3344996"/>
              <a:gd name="connsiteY287" fmla="*/ 2155825 h 3048008"/>
              <a:gd name="connsiteX288" fmla="*/ 884371 w 3344996"/>
              <a:gd name="connsiteY288" fmla="*/ 2152650 h 3048008"/>
              <a:gd name="connsiteX289" fmla="*/ 871671 w 3344996"/>
              <a:gd name="connsiteY289" fmla="*/ 2159000 h 3048008"/>
              <a:gd name="connsiteX290" fmla="*/ 862146 w 3344996"/>
              <a:gd name="connsiteY290" fmla="*/ 2181225 h 3048008"/>
              <a:gd name="connsiteX291" fmla="*/ 843096 w 3344996"/>
              <a:gd name="connsiteY291" fmla="*/ 2197100 h 3048008"/>
              <a:gd name="connsiteX292" fmla="*/ 833571 w 3344996"/>
              <a:gd name="connsiteY292" fmla="*/ 2206625 h 3048008"/>
              <a:gd name="connsiteX293" fmla="*/ 820871 w 3344996"/>
              <a:gd name="connsiteY293" fmla="*/ 2209800 h 3048008"/>
              <a:gd name="connsiteX294" fmla="*/ 808171 w 3344996"/>
              <a:gd name="connsiteY294" fmla="*/ 2216150 h 3048008"/>
              <a:gd name="connsiteX295" fmla="*/ 785946 w 3344996"/>
              <a:gd name="connsiteY295" fmla="*/ 2232025 h 3048008"/>
              <a:gd name="connsiteX296" fmla="*/ 754196 w 3344996"/>
              <a:gd name="connsiteY296" fmla="*/ 2247900 h 3048008"/>
              <a:gd name="connsiteX297" fmla="*/ 738321 w 3344996"/>
              <a:gd name="connsiteY297" fmla="*/ 2260600 h 3048008"/>
              <a:gd name="connsiteX298" fmla="*/ 725621 w 3344996"/>
              <a:gd name="connsiteY298" fmla="*/ 2266950 h 3048008"/>
              <a:gd name="connsiteX299" fmla="*/ 716096 w 3344996"/>
              <a:gd name="connsiteY299" fmla="*/ 2276475 h 3048008"/>
              <a:gd name="connsiteX300" fmla="*/ 703396 w 3344996"/>
              <a:gd name="connsiteY300" fmla="*/ 2282825 h 3048008"/>
              <a:gd name="connsiteX301" fmla="*/ 677996 w 3344996"/>
              <a:gd name="connsiteY301" fmla="*/ 2305050 h 3048008"/>
              <a:gd name="connsiteX302" fmla="*/ 665296 w 3344996"/>
              <a:gd name="connsiteY302" fmla="*/ 2308225 h 3048008"/>
              <a:gd name="connsiteX303" fmla="*/ 652596 w 3344996"/>
              <a:gd name="connsiteY303" fmla="*/ 2333625 h 3048008"/>
              <a:gd name="connsiteX304" fmla="*/ 639896 w 3344996"/>
              <a:gd name="connsiteY304" fmla="*/ 2365375 h 3048008"/>
              <a:gd name="connsiteX305" fmla="*/ 703396 w 3344996"/>
              <a:gd name="connsiteY305" fmla="*/ 2368550 h 3048008"/>
              <a:gd name="connsiteX306" fmla="*/ 741496 w 3344996"/>
              <a:gd name="connsiteY306" fmla="*/ 2374900 h 3048008"/>
              <a:gd name="connsiteX307" fmla="*/ 763721 w 3344996"/>
              <a:gd name="connsiteY307" fmla="*/ 2381250 h 3048008"/>
              <a:gd name="connsiteX308" fmla="*/ 782771 w 3344996"/>
              <a:gd name="connsiteY308" fmla="*/ 2387600 h 3048008"/>
              <a:gd name="connsiteX309" fmla="*/ 798646 w 3344996"/>
              <a:gd name="connsiteY309" fmla="*/ 2390775 h 3048008"/>
              <a:gd name="connsiteX310" fmla="*/ 808171 w 3344996"/>
              <a:gd name="connsiteY310" fmla="*/ 2387600 h 3048008"/>
              <a:gd name="connsiteX311" fmla="*/ 824046 w 3344996"/>
              <a:gd name="connsiteY311" fmla="*/ 2390775 h 3048008"/>
              <a:gd name="connsiteX312" fmla="*/ 836746 w 3344996"/>
              <a:gd name="connsiteY312" fmla="*/ 2393950 h 3048008"/>
              <a:gd name="connsiteX313" fmla="*/ 855796 w 3344996"/>
              <a:gd name="connsiteY313" fmla="*/ 2400300 h 3048008"/>
              <a:gd name="connsiteX314" fmla="*/ 871671 w 3344996"/>
              <a:gd name="connsiteY314" fmla="*/ 2403475 h 3048008"/>
              <a:gd name="connsiteX315" fmla="*/ 881196 w 3344996"/>
              <a:gd name="connsiteY315" fmla="*/ 2406650 h 3048008"/>
              <a:gd name="connsiteX316" fmla="*/ 897071 w 3344996"/>
              <a:gd name="connsiteY316" fmla="*/ 2409825 h 3048008"/>
              <a:gd name="connsiteX317" fmla="*/ 906596 w 3344996"/>
              <a:gd name="connsiteY317" fmla="*/ 2413000 h 3048008"/>
              <a:gd name="connsiteX318" fmla="*/ 919296 w 3344996"/>
              <a:gd name="connsiteY318" fmla="*/ 2416175 h 3048008"/>
              <a:gd name="connsiteX319" fmla="*/ 928821 w 3344996"/>
              <a:gd name="connsiteY319" fmla="*/ 2425700 h 3048008"/>
              <a:gd name="connsiteX320" fmla="*/ 970096 w 3344996"/>
              <a:gd name="connsiteY320" fmla="*/ 2457450 h 3048008"/>
              <a:gd name="connsiteX321" fmla="*/ 985971 w 3344996"/>
              <a:gd name="connsiteY321" fmla="*/ 2482850 h 3048008"/>
              <a:gd name="connsiteX322" fmla="*/ 998671 w 3344996"/>
              <a:gd name="connsiteY322" fmla="*/ 2492375 h 3048008"/>
              <a:gd name="connsiteX323" fmla="*/ 1011371 w 3344996"/>
              <a:gd name="connsiteY323" fmla="*/ 2514600 h 3048008"/>
              <a:gd name="connsiteX324" fmla="*/ 1027246 w 3344996"/>
              <a:gd name="connsiteY324" fmla="*/ 2533650 h 3048008"/>
              <a:gd name="connsiteX325" fmla="*/ 1036771 w 3344996"/>
              <a:gd name="connsiteY325" fmla="*/ 2546350 h 3048008"/>
              <a:gd name="connsiteX326" fmla="*/ 1039946 w 3344996"/>
              <a:gd name="connsiteY326" fmla="*/ 2555875 h 3048008"/>
              <a:gd name="connsiteX327" fmla="*/ 1049471 w 3344996"/>
              <a:gd name="connsiteY327" fmla="*/ 2565400 h 3048008"/>
              <a:gd name="connsiteX328" fmla="*/ 1068521 w 3344996"/>
              <a:gd name="connsiteY328" fmla="*/ 2587625 h 3048008"/>
              <a:gd name="connsiteX329" fmla="*/ 1071696 w 3344996"/>
              <a:gd name="connsiteY329" fmla="*/ 2600325 h 3048008"/>
              <a:gd name="connsiteX330" fmla="*/ 1078046 w 3344996"/>
              <a:gd name="connsiteY330" fmla="*/ 2613025 h 3048008"/>
              <a:gd name="connsiteX331" fmla="*/ 1081221 w 3344996"/>
              <a:gd name="connsiteY331" fmla="*/ 2632075 h 3048008"/>
              <a:gd name="connsiteX332" fmla="*/ 1087571 w 3344996"/>
              <a:gd name="connsiteY332" fmla="*/ 2667000 h 3048008"/>
              <a:gd name="connsiteX333" fmla="*/ 1081221 w 3344996"/>
              <a:gd name="connsiteY333" fmla="*/ 2749550 h 3048008"/>
              <a:gd name="connsiteX334" fmla="*/ 1078046 w 3344996"/>
              <a:gd name="connsiteY334" fmla="*/ 2765425 h 3048008"/>
              <a:gd name="connsiteX335" fmla="*/ 1071696 w 3344996"/>
              <a:gd name="connsiteY335" fmla="*/ 2781300 h 3048008"/>
              <a:gd name="connsiteX336" fmla="*/ 1062171 w 3344996"/>
              <a:gd name="connsiteY336" fmla="*/ 2825750 h 3048008"/>
              <a:gd name="connsiteX337" fmla="*/ 1058996 w 3344996"/>
              <a:gd name="connsiteY337" fmla="*/ 2844800 h 3048008"/>
              <a:gd name="connsiteX338" fmla="*/ 1052646 w 3344996"/>
              <a:gd name="connsiteY338" fmla="*/ 2854325 h 3048008"/>
              <a:gd name="connsiteX339" fmla="*/ 1043121 w 3344996"/>
              <a:gd name="connsiteY339" fmla="*/ 2873375 h 3048008"/>
              <a:gd name="connsiteX340" fmla="*/ 1033596 w 3344996"/>
              <a:gd name="connsiteY340" fmla="*/ 2879725 h 3048008"/>
              <a:gd name="connsiteX341" fmla="*/ 1024071 w 3344996"/>
              <a:gd name="connsiteY341" fmla="*/ 2889250 h 3048008"/>
              <a:gd name="connsiteX342" fmla="*/ 1005021 w 3344996"/>
              <a:gd name="connsiteY342" fmla="*/ 2914650 h 3048008"/>
              <a:gd name="connsiteX343" fmla="*/ 992321 w 3344996"/>
              <a:gd name="connsiteY343" fmla="*/ 2930525 h 3048008"/>
              <a:gd name="connsiteX344" fmla="*/ 979621 w 3344996"/>
              <a:gd name="connsiteY344" fmla="*/ 2949575 h 3048008"/>
              <a:gd name="connsiteX345" fmla="*/ 970096 w 3344996"/>
              <a:gd name="connsiteY345" fmla="*/ 2955925 h 3048008"/>
              <a:gd name="connsiteX346" fmla="*/ 954221 w 3344996"/>
              <a:gd name="connsiteY346" fmla="*/ 2974975 h 3048008"/>
              <a:gd name="connsiteX347" fmla="*/ 941521 w 3344996"/>
              <a:gd name="connsiteY347" fmla="*/ 2981325 h 3048008"/>
              <a:gd name="connsiteX348" fmla="*/ 922471 w 3344996"/>
              <a:gd name="connsiteY348" fmla="*/ 2994025 h 3048008"/>
              <a:gd name="connsiteX349" fmla="*/ 909771 w 3344996"/>
              <a:gd name="connsiteY349" fmla="*/ 3003550 h 3048008"/>
              <a:gd name="connsiteX350" fmla="*/ 897071 w 3344996"/>
              <a:gd name="connsiteY350" fmla="*/ 3006725 h 3048008"/>
              <a:gd name="connsiteX351" fmla="*/ 890721 w 3344996"/>
              <a:gd name="connsiteY351" fmla="*/ 3016250 h 3048008"/>
              <a:gd name="connsiteX352" fmla="*/ 878021 w 3344996"/>
              <a:gd name="connsiteY352" fmla="*/ 3019425 h 3048008"/>
              <a:gd name="connsiteX353" fmla="*/ 852621 w 3344996"/>
              <a:gd name="connsiteY353" fmla="*/ 3032125 h 3048008"/>
              <a:gd name="connsiteX354" fmla="*/ 843096 w 3344996"/>
              <a:gd name="connsiteY354" fmla="*/ 3038475 h 3048008"/>
              <a:gd name="connsiteX355" fmla="*/ 824046 w 3344996"/>
              <a:gd name="connsiteY355" fmla="*/ 3044825 h 3048008"/>
              <a:gd name="connsiteX356" fmla="*/ 785946 w 3344996"/>
              <a:gd name="connsiteY356" fmla="*/ 3041650 h 3048008"/>
              <a:gd name="connsiteX357" fmla="*/ 709746 w 3344996"/>
              <a:gd name="connsiteY357" fmla="*/ 3044825 h 3048008"/>
              <a:gd name="connsiteX358" fmla="*/ 700221 w 3344996"/>
              <a:gd name="connsiteY358" fmla="*/ 3041650 h 3048008"/>
              <a:gd name="connsiteX359" fmla="*/ 681171 w 3344996"/>
              <a:gd name="connsiteY359" fmla="*/ 3032125 h 3048008"/>
              <a:gd name="connsiteX360" fmla="*/ 658946 w 3344996"/>
              <a:gd name="connsiteY360" fmla="*/ 3019425 h 3048008"/>
              <a:gd name="connsiteX361" fmla="*/ 643071 w 3344996"/>
              <a:gd name="connsiteY361" fmla="*/ 3009900 h 3048008"/>
              <a:gd name="connsiteX362" fmla="*/ 620846 w 3344996"/>
              <a:gd name="connsiteY362" fmla="*/ 3003550 h 3048008"/>
              <a:gd name="connsiteX363" fmla="*/ 604971 w 3344996"/>
              <a:gd name="connsiteY363" fmla="*/ 2994025 h 3048008"/>
              <a:gd name="connsiteX364" fmla="*/ 595446 w 3344996"/>
              <a:gd name="connsiteY364" fmla="*/ 2990850 h 3048008"/>
              <a:gd name="connsiteX365" fmla="*/ 566871 w 3344996"/>
              <a:gd name="connsiteY365" fmla="*/ 2974975 h 3048008"/>
              <a:gd name="connsiteX366" fmla="*/ 554171 w 3344996"/>
              <a:gd name="connsiteY366" fmla="*/ 2968625 h 3048008"/>
              <a:gd name="connsiteX367" fmla="*/ 544646 w 3344996"/>
              <a:gd name="connsiteY367" fmla="*/ 2959100 h 3048008"/>
              <a:gd name="connsiteX368" fmla="*/ 519246 w 3344996"/>
              <a:gd name="connsiteY368" fmla="*/ 2940050 h 3048008"/>
              <a:gd name="connsiteX369" fmla="*/ 493846 w 3344996"/>
              <a:gd name="connsiteY369" fmla="*/ 2905125 h 3048008"/>
              <a:gd name="connsiteX370" fmla="*/ 484321 w 3344996"/>
              <a:gd name="connsiteY370" fmla="*/ 2898775 h 3048008"/>
              <a:gd name="connsiteX371" fmla="*/ 455746 w 3344996"/>
              <a:gd name="connsiteY371" fmla="*/ 2851150 h 3048008"/>
              <a:gd name="connsiteX372" fmla="*/ 446221 w 3344996"/>
              <a:gd name="connsiteY372" fmla="*/ 2841625 h 3048008"/>
              <a:gd name="connsiteX373" fmla="*/ 439871 w 3344996"/>
              <a:gd name="connsiteY373" fmla="*/ 2825750 h 3048008"/>
              <a:gd name="connsiteX374" fmla="*/ 436696 w 3344996"/>
              <a:gd name="connsiteY374" fmla="*/ 2816225 h 3048008"/>
              <a:gd name="connsiteX375" fmla="*/ 427171 w 3344996"/>
              <a:gd name="connsiteY375" fmla="*/ 2809875 h 3048008"/>
              <a:gd name="connsiteX376" fmla="*/ 417646 w 3344996"/>
              <a:gd name="connsiteY376" fmla="*/ 2746375 h 3048008"/>
              <a:gd name="connsiteX377" fmla="*/ 420821 w 3344996"/>
              <a:gd name="connsiteY377" fmla="*/ 2724150 h 3048008"/>
              <a:gd name="connsiteX378" fmla="*/ 427171 w 3344996"/>
              <a:gd name="connsiteY378" fmla="*/ 2657475 h 3048008"/>
              <a:gd name="connsiteX379" fmla="*/ 430346 w 3344996"/>
              <a:gd name="connsiteY379" fmla="*/ 2619375 h 3048008"/>
              <a:gd name="connsiteX380" fmla="*/ 427171 w 3344996"/>
              <a:gd name="connsiteY380" fmla="*/ 2606675 h 3048008"/>
              <a:gd name="connsiteX381" fmla="*/ 417646 w 3344996"/>
              <a:gd name="connsiteY381" fmla="*/ 2603500 h 3048008"/>
              <a:gd name="connsiteX382" fmla="*/ 404946 w 3344996"/>
              <a:gd name="connsiteY382" fmla="*/ 2613025 h 3048008"/>
              <a:gd name="connsiteX383" fmla="*/ 389071 w 3344996"/>
              <a:gd name="connsiteY383" fmla="*/ 2609850 h 3048008"/>
              <a:gd name="connsiteX384" fmla="*/ 316046 w 3344996"/>
              <a:gd name="connsiteY384" fmla="*/ 2613025 h 3048008"/>
              <a:gd name="connsiteX385" fmla="*/ 306521 w 3344996"/>
              <a:gd name="connsiteY385" fmla="*/ 2609850 h 3048008"/>
              <a:gd name="connsiteX386" fmla="*/ 274771 w 3344996"/>
              <a:gd name="connsiteY386" fmla="*/ 2600325 h 3048008"/>
              <a:gd name="connsiteX387" fmla="*/ 262071 w 3344996"/>
              <a:gd name="connsiteY387" fmla="*/ 2593975 h 3048008"/>
              <a:gd name="connsiteX388" fmla="*/ 252546 w 3344996"/>
              <a:gd name="connsiteY388" fmla="*/ 2587625 h 3048008"/>
              <a:gd name="connsiteX389" fmla="*/ 217621 w 3344996"/>
              <a:gd name="connsiteY389" fmla="*/ 2581275 h 3048008"/>
              <a:gd name="connsiteX390" fmla="*/ 201746 w 3344996"/>
              <a:gd name="connsiteY390" fmla="*/ 2574925 h 3048008"/>
              <a:gd name="connsiteX391" fmla="*/ 182696 w 3344996"/>
              <a:gd name="connsiteY391" fmla="*/ 2568575 h 3048008"/>
              <a:gd name="connsiteX392" fmla="*/ 166821 w 3344996"/>
              <a:gd name="connsiteY392" fmla="*/ 2562225 h 3048008"/>
              <a:gd name="connsiteX393" fmla="*/ 157296 w 3344996"/>
              <a:gd name="connsiteY393" fmla="*/ 2552700 h 3048008"/>
              <a:gd name="connsiteX394" fmla="*/ 138246 w 3344996"/>
              <a:gd name="connsiteY394" fmla="*/ 2540000 h 3048008"/>
              <a:gd name="connsiteX395" fmla="*/ 119196 w 3344996"/>
              <a:gd name="connsiteY395" fmla="*/ 2520950 h 3048008"/>
              <a:gd name="connsiteX396" fmla="*/ 109671 w 3344996"/>
              <a:gd name="connsiteY396" fmla="*/ 2508250 h 3048008"/>
              <a:gd name="connsiteX397" fmla="*/ 87446 w 3344996"/>
              <a:gd name="connsiteY397" fmla="*/ 2489200 h 3048008"/>
              <a:gd name="connsiteX398" fmla="*/ 74746 w 3344996"/>
              <a:gd name="connsiteY398" fmla="*/ 2466975 h 3048008"/>
              <a:gd name="connsiteX399" fmla="*/ 65221 w 3344996"/>
              <a:gd name="connsiteY399" fmla="*/ 2457450 h 3048008"/>
              <a:gd name="connsiteX400" fmla="*/ 46171 w 3344996"/>
              <a:gd name="connsiteY400" fmla="*/ 2422525 h 3048008"/>
              <a:gd name="connsiteX401" fmla="*/ 42996 w 3344996"/>
              <a:gd name="connsiteY401" fmla="*/ 2413000 h 3048008"/>
              <a:gd name="connsiteX402" fmla="*/ 39821 w 3344996"/>
              <a:gd name="connsiteY402" fmla="*/ 2400300 h 3048008"/>
              <a:gd name="connsiteX403" fmla="*/ 33471 w 3344996"/>
              <a:gd name="connsiteY403" fmla="*/ 2387600 h 3048008"/>
              <a:gd name="connsiteX404" fmla="*/ 27121 w 3344996"/>
              <a:gd name="connsiteY404" fmla="*/ 2359025 h 3048008"/>
              <a:gd name="connsiteX405" fmla="*/ 17596 w 3344996"/>
              <a:gd name="connsiteY405" fmla="*/ 2336800 h 3048008"/>
              <a:gd name="connsiteX406" fmla="*/ 11246 w 3344996"/>
              <a:gd name="connsiteY406" fmla="*/ 2311400 h 3048008"/>
              <a:gd name="connsiteX407" fmla="*/ 8071 w 3344996"/>
              <a:gd name="connsiteY407" fmla="*/ 2282825 h 3048008"/>
              <a:gd name="connsiteX408" fmla="*/ 4896 w 3344996"/>
              <a:gd name="connsiteY408" fmla="*/ 2266950 h 3048008"/>
              <a:gd name="connsiteX409" fmla="*/ 1721 w 3344996"/>
              <a:gd name="connsiteY409" fmla="*/ 2241550 h 3048008"/>
              <a:gd name="connsiteX410" fmla="*/ 4896 w 3344996"/>
              <a:gd name="connsiteY410" fmla="*/ 2212975 h 3048008"/>
              <a:gd name="connsiteX411" fmla="*/ 39821 w 3344996"/>
              <a:gd name="connsiteY411" fmla="*/ 2235200 h 3048008"/>
              <a:gd name="connsiteX412" fmla="*/ 71571 w 3344996"/>
              <a:gd name="connsiteY412" fmla="*/ 2244725 h 3048008"/>
              <a:gd name="connsiteX413" fmla="*/ 116021 w 3344996"/>
              <a:gd name="connsiteY413" fmla="*/ 2241550 h 3048008"/>
              <a:gd name="connsiteX414" fmla="*/ 138246 w 3344996"/>
              <a:gd name="connsiteY414" fmla="*/ 2244725 h 3048008"/>
              <a:gd name="connsiteX415" fmla="*/ 157296 w 3344996"/>
              <a:gd name="connsiteY415" fmla="*/ 2241550 h 3048008"/>
              <a:gd name="connsiteX416" fmla="*/ 223971 w 3344996"/>
              <a:gd name="connsiteY416" fmla="*/ 2228850 h 3048008"/>
              <a:gd name="connsiteX417" fmla="*/ 239846 w 3344996"/>
              <a:gd name="connsiteY417" fmla="*/ 2219325 h 3048008"/>
              <a:gd name="connsiteX418" fmla="*/ 258896 w 3344996"/>
              <a:gd name="connsiteY418" fmla="*/ 2209800 h 3048008"/>
              <a:gd name="connsiteX419" fmla="*/ 274771 w 3344996"/>
              <a:gd name="connsiteY419" fmla="*/ 2187575 h 3048008"/>
              <a:gd name="connsiteX420" fmla="*/ 284296 w 3344996"/>
              <a:gd name="connsiteY420" fmla="*/ 2178050 h 3048008"/>
              <a:gd name="connsiteX421" fmla="*/ 290646 w 3344996"/>
              <a:gd name="connsiteY421" fmla="*/ 2152650 h 3048008"/>
              <a:gd name="connsiteX422" fmla="*/ 287471 w 3344996"/>
              <a:gd name="connsiteY422" fmla="*/ 2143125 h 3048008"/>
              <a:gd name="connsiteX423" fmla="*/ 300171 w 3344996"/>
              <a:gd name="connsiteY423" fmla="*/ 2155825 h 3048008"/>
              <a:gd name="connsiteX424" fmla="*/ 312871 w 3344996"/>
              <a:gd name="connsiteY424" fmla="*/ 2159000 h 3048008"/>
              <a:gd name="connsiteX425" fmla="*/ 379546 w 3344996"/>
              <a:gd name="connsiteY425" fmla="*/ 2168525 h 3048008"/>
              <a:gd name="connsiteX426" fmla="*/ 404946 w 3344996"/>
              <a:gd name="connsiteY426" fmla="*/ 2162175 h 3048008"/>
              <a:gd name="connsiteX427" fmla="*/ 458921 w 3344996"/>
              <a:gd name="connsiteY427" fmla="*/ 2149475 h 3048008"/>
              <a:gd name="connsiteX428" fmla="*/ 547821 w 3344996"/>
              <a:gd name="connsiteY428" fmla="*/ 2101850 h 3048008"/>
              <a:gd name="connsiteX429" fmla="*/ 585921 w 3344996"/>
              <a:gd name="connsiteY429" fmla="*/ 2085975 h 3048008"/>
              <a:gd name="connsiteX430" fmla="*/ 620846 w 3344996"/>
              <a:gd name="connsiteY430" fmla="*/ 2063750 h 3048008"/>
              <a:gd name="connsiteX431" fmla="*/ 655771 w 3344996"/>
              <a:gd name="connsiteY431" fmla="*/ 2025650 h 3048008"/>
              <a:gd name="connsiteX432" fmla="*/ 665296 w 3344996"/>
              <a:gd name="connsiteY432" fmla="*/ 2009775 h 3048008"/>
              <a:gd name="connsiteX433" fmla="*/ 677996 w 3344996"/>
              <a:gd name="connsiteY433" fmla="*/ 1997075 h 3048008"/>
              <a:gd name="connsiteX434" fmla="*/ 684346 w 3344996"/>
              <a:gd name="connsiteY434" fmla="*/ 1984375 h 3048008"/>
              <a:gd name="connsiteX435" fmla="*/ 693871 w 3344996"/>
              <a:gd name="connsiteY435" fmla="*/ 1968500 h 3048008"/>
              <a:gd name="connsiteX436" fmla="*/ 700221 w 3344996"/>
              <a:gd name="connsiteY436" fmla="*/ 1958975 h 3048008"/>
              <a:gd name="connsiteX437" fmla="*/ 712921 w 3344996"/>
              <a:gd name="connsiteY437" fmla="*/ 1933575 h 3048008"/>
              <a:gd name="connsiteX438" fmla="*/ 716096 w 3344996"/>
              <a:gd name="connsiteY438" fmla="*/ 1924050 h 3048008"/>
              <a:gd name="connsiteX439" fmla="*/ 725621 w 3344996"/>
              <a:gd name="connsiteY439" fmla="*/ 1908175 h 3048008"/>
              <a:gd name="connsiteX440" fmla="*/ 728796 w 3344996"/>
              <a:gd name="connsiteY440" fmla="*/ 1898650 h 3048008"/>
              <a:gd name="connsiteX441" fmla="*/ 722446 w 3344996"/>
              <a:gd name="connsiteY441" fmla="*/ 1908175 h 3048008"/>
              <a:gd name="connsiteX442" fmla="*/ 731971 w 3344996"/>
              <a:gd name="connsiteY442" fmla="*/ 1905000 h 3048008"/>
              <a:gd name="connsiteX443" fmla="*/ 741496 w 3344996"/>
              <a:gd name="connsiteY443" fmla="*/ 1911350 h 3048008"/>
              <a:gd name="connsiteX444" fmla="*/ 747846 w 3344996"/>
              <a:gd name="connsiteY444" fmla="*/ 1920875 h 3048008"/>
              <a:gd name="connsiteX445" fmla="*/ 760546 w 3344996"/>
              <a:gd name="connsiteY445" fmla="*/ 1924050 h 3048008"/>
              <a:gd name="connsiteX446" fmla="*/ 779596 w 3344996"/>
              <a:gd name="connsiteY446" fmla="*/ 1930400 h 3048008"/>
              <a:gd name="connsiteX447" fmla="*/ 808171 w 3344996"/>
              <a:gd name="connsiteY447" fmla="*/ 1943100 h 3048008"/>
              <a:gd name="connsiteX448" fmla="*/ 820871 w 3344996"/>
              <a:gd name="connsiteY448" fmla="*/ 1949450 h 3048008"/>
              <a:gd name="connsiteX449" fmla="*/ 833571 w 3344996"/>
              <a:gd name="connsiteY449" fmla="*/ 1958975 h 3048008"/>
              <a:gd name="connsiteX450" fmla="*/ 871671 w 3344996"/>
              <a:gd name="connsiteY450" fmla="*/ 1962150 h 3048008"/>
              <a:gd name="connsiteX451" fmla="*/ 900246 w 3344996"/>
              <a:gd name="connsiteY451" fmla="*/ 1965325 h 3048008"/>
              <a:gd name="connsiteX452" fmla="*/ 916121 w 3344996"/>
              <a:gd name="connsiteY452" fmla="*/ 1958975 h 3048008"/>
              <a:gd name="connsiteX453" fmla="*/ 928821 w 3344996"/>
              <a:gd name="connsiteY453" fmla="*/ 1952625 h 3048008"/>
              <a:gd name="connsiteX454" fmla="*/ 954221 w 3344996"/>
              <a:gd name="connsiteY454" fmla="*/ 1949450 h 3048008"/>
              <a:gd name="connsiteX455" fmla="*/ 976446 w 3344996"/>
              <a:gd name="connsiteY455" fmla="*/ 1943100 h 3048008"/>
              <a:gd name="connsiteX456" fmla="*/ 989146 w 3344996"/>
              <a:gd name="connsiteY456" fmla="*/ 1936750 h 3048008"/>
              <a:gd name="connsiteX457" fmla="*/ 1005021 w 3344996"/>
              <a:gd name="connsiteY457" fmla="*/ 1933575 h 3048008"/>
              <a:gd name="connsiteX458" fmla="*/ 1033596 w 3344996"/>
              <a:gd name="connsiteY458" fmla="*/ 1924050 h 3048008"/>
              <a:gd name="connsiteX459" fmla="*/ 1074871 w 3344996"/>
              <a:gd name="connsiteY459" fmla="*/ 1898650 h 3048008"/>
              <a:gd name="connsiteX460" fmla="*/ 1087571 w 3344996"/>
              <a:gd name="connsiteY460" fmla="*/ 1889125 h 3048008"/>
              <a:gd name="connsiteX461" fmla="*/ 1119321 w 3344996"/>
              <a:gd name="connsiteY461" fmla="*/ 1863725 h 3048008"/>
              <a:gd name="connsiteX462" fmla="*/ 1157421 w 3344996"/>
              <a:gd name="connsiteY462" fmla="*/ 1822450 h 3048008"/>
              <a:gd name="connsiteX463" fmla="*/ 1179646 w 3344996"/>
              <a:gd name="connsiteY463" fmla="*/ 1803400 h 3048008"/>
              <a:gd name="connsiteX464" fmla="*/ 1198696 w 3344996"/>
              <a:gd name="connsiteY464" fmla="*/ 1774825 h 3048008"/>
              <a:gd name="connsiteX465" fmla="*/ 1205046 w 3344996"/>
              <a:gd name="connsiteY465" fmla="*/ 1765300 h 3048008"/>
              <a:gd name="connsiteX466" fmla="*/ 1217746 w 3344996"/>
              <a:gd name="connsiteY466" fmla="*/ 1758950 h 3048008"/>
              <a:gd name="connsiteX467" fmla="*/ 1293946 w 3344996"/>
              <a:gd name="connsiteY467" fmla="*/ 1758950 h 3048008"/>
              <a:gd name="connsiteX468" fmla="*/ 1332046 w 3344996"/>
              <a:gd name="connsiteY468" fmla="*/ 1743075 h 3048008"/>
              <a:gd name="connsiteX469" fmla="*/ 1401896 w 3344996"/>
              <a:gd name="connsiteY469" fmla="*/ 1698625 h 3048008"/>
              <a:gd name="connsiteX470" fmla="*/ 1420946 w 3344996"/>
              <a:gd name="connsiteY470" fmla="*/ 1685925 h 3048008"/>
              <a:gd name="connsiteX471" fmla="*/ 1459046 w 3344996"/>
              <a:gd name="connsiteY471" fmla="*/ 1647825 h 3048008"/>
              <a:gd name="connsiteX472" fmla="*/ 1478096 w 3344996"/>
              <a:gd name="connsiteY472" fmla="*/ 1616075 h 3048008"/>
              <a:gd name="connsiteX473" fmla="*/ 1497146 w 3344996"/>
              <a:gd name="connsiteY473" fmla="*/ 1577975 h 3048008"/>
              <a:gd name="connsiteX474" fmla="*/ 1500321 w 3344996"/>
              <a:gd name="connsiteY474" fmla="*/ 1562100 h 3048008"/>
              <a:gd name="connsiteX475" fmla="*/ 1509846 w 3344996"/>
              <a:gd name="connsiteY475" fmla="*/ 1543050 h 3048008"/>
              <a:gd name="connsiteX476" fmla="*/ 1519371 w 3344996"/>
              <a:gd name="connsiteY476" fmla="*/ 1517650 h 3048008"/>
              <a:gd name="connsiteX477" fmla="*/ 1509846 w 3344996"/>
              <a:gd name="connsiteY477" fmla="*/ 1447800 h 3048008"/>
              <a:gd name="connsiteX478" fmla="*/ 1503496 w 3344996"/>
              <a:gd name="connsiteY478" fmla="*/ 1438275 h 3048008"/>
              <a:gd name="connsiteX479" fmla="*/ 1500321 w 3344996"/>
              <a:gd name="connsiteY479" fmla="*/ 1422400 h 3048008"/>
              <a:gd name="connsiteX480" fmla="*/ 1506671 w 3344996"/>
              <a:gd name="connsiteY480" fmla="*/ 1368425 h 3048008"/>
              <a:gd name="connsiteX481" fmla="*/ 1513021 w 3344996"/>
              <a:gd name="connsiteY481" fmla="*/ 1349375 h 3048008"/>
              <a:gd name="connsiteX482" fmla="*/ 1519371 w 3344996"/>
              <a:gd name="connsiteY482" fmla="*/ 1314450 h 3048008"/>
              <a:gd name="connsiteX483" fmla="*/ 1516196 w 3344996"/>
              <a:gd name="connsiteY483" fmla="*/ 1298575 h 3048008"/>
              <a:gd name="connsiteX484" fmla="*/ 1503496 w 3344996"/>
              <a:gd name="connsiteY484" fmla="*/ 1289050 h 3048008"/>
              <a:gd name="connsiteX485" fmla="*/ 1459046 w 3344996"/>
              <a:gd name="connsiteY485" fmla="*/ 1276350 h 3048008"/>
              <a:gd name="connsiteX486" fmla="*/ 1309821 w 3344996"/>
              <a:gd name="connsiteY486" fmla="*/ 1168400 h 3048008"/>
              <a:gd name="connsiteX487" fmla="*/ 1278071 w 3344996"/>
              <a:gd name="connsiteY487" fmla="*/ 1108075 h 3048008"/>
              <a:gd name="connsiteX488" fmla="*/ 1265371 w 3344996"/>
              <a:gd name="connsiteY488" fmla="*/ 1054100 h 3048008"/>
              <a:gd name="connsiteX489" fmla="*/ 1262196 w 3344996"/>
              <a:gd name="connsiteY489" fmla="*/ 1041400 h 3048008"/>
              <a:gd name="connsiteX490" fmla="*/ 1259021 w 3344996"/>
              <a:gd name="connsiteY490" fmla="*/ 1047750 h 30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</a:cxnLst>
            <a:rect l="l" t="t" r="r" b="b"/>
            <a:pathLst>
              <a:path w="3344996" h="3048008">
                <a:moveTo>
                  <a:pt x="1259021" y="1047750"/>
                </a:moveTo>
                <a:lnTo>
                  <a:pt x="1259021" y="1047750"/>
                </a:lnTo>
                <a:cubicBezTo>
                  <a:pt x="1341977" y="1062833"/>
                  <a:pt x="1303628" y="1063467"/>
                  <a:pt x="1351096" y="1057275"/>
                </a:cubicBezTo>
                <a:lnTo>
                  <a:pt x="1401896" y="1050925"/>
                </a:lnTo>
                <a:cubicBezTo>
                  <a:pt x="1409304" y="1047750"/>
                  <a:pt x="1416302" y="1043355"/>
                  <a:pt x="1424121" y="1041400"/>
                </a:cubicBezTo>
                <a:cubicBezTo>
                  <a:pt x="1433418" y="1039076"/>
                  <a:pt x="1443821" y="1041841"/>
                  <a:pt x="1452696" y="1038225"/>
                </a:cubicBezTo>
                <a:cubicBezTo>
                  <a:pt x="1568459" y="991062"/>
                  <a:pt x="1468440" y="1024539"/>
                  <a:pt x="1535246" y="987425"/>
                </a:cubicBezTo>
                <a:cubicBezTo>
                  <a:pt x="1574794" y="965454"/>
                  <a:pt x="1560355" y="986089"/>
                  <a:pt x="1595571" y="955675"/>
                </a:cubicBezTo>
                <a:cubicBezTo>
                  <a:pt x="1610297" y="942957"/>
                  <a:pt x="1623088" y="928158"/>
                  <a:pt x="1636846" y="914400"/>
                </a:cubicBezTo>
                <a:cubicBezTo>
                  <a:pt x="1643196" y="908050"/>
                  <a:pt x="1650052" y="902168"/>
                  <a:pt x="1655896" y="895350"/>
                </a:cubicBezTo>
                <a:cubicBezTo>
                  <a:pt x="1662246" y="887942"/>
                  <a:pt x="1668047" y="880024"/>
                  <a:pt x="1674946" y="873125"/>
                </a:cubicBezTo>
                <a:cubicBezTo>
                  <a:pt x="1680791" y="867280"/>
                  <a:pt x="1687646" y="862542"/>
                  <a:pt x="1693996" y="857250"/>
                </a:cubicBezTo>
                <a:cubicBezTo>
                  <a:pt x="1717028" y="811186"/>
                  <a:pt x="1691228" y="857765"/>
                  <a:pt x="1713046" y="828675"/>
                </a:cubicBezTo>
                <a:cubicBezTo>
                  <a:pt x="1716749" y="823738"/>
                  <a:pt x="1719300" y="818033"/>
                  <a:pt x="1722571" y="812800"/>
                </a:cubicBezTo>
                <a:cubicBezTo>
                  <a:pt x="1724593" y="809564"/>
                  <a:pt x="1726804" y="806450"/>
                  <a:pt x="1728921" y="803275"/>
                </a:cubicBezTo>
                <a:cubicBezTo>
                  <a:pt x="1726804" y="800100"/>
                  <a:pt x="1724121" y="797237"/>
                  <a:pt x="1722571" y="793750"/>
                </a:cubicBezTo>
                <a:cubicBezTo>
                  <a:pt x="1719853" y="787633"/>
                  <a:pt x="1716221" y="774700"/>
                  <a:pt x="1716221" y="774700"/>
                </a:cubicBezTo>
                <a:cubicBezTo>
                  <a:pt x="1718941" y="766539"/>
                  <a:pt x="1720976" y="761246"/>
                  <a:pt x="1722571" y="752475"/>
                </a:cubicBezTo>
                <a:cubicBezTo>
                  <a:pt x="1723910" y="745112"/>
                  <a:pt x="1723931" y="737510"/>
                  <a:pt x="1725746" y="730250"/>
                </a:cubicBezTo>
                <a:cubicBezTo>
                  <a:pt x="1727128" y="724721"/>
                  <a:pt x="1729979" y="719667"/>
                  <a:pt x="1732096" y="714375"/>
                </a:cubicBezTo>
                <a:cubicBezTo>
                  <a:pt x="1733154" y="708025"/>
                  <a:pt x="1733378" y="701478"/>
                  <a:pt x="1735271" y="695325"/>
                </a:cubicBezTo>
                <a:cubicBezTo>
                  <a:pt x="1739154" y="682706"/>
                  <a:pt x="1750328" y="661627"/>
                  <a:pt x="1757496" y="650875"/>
                </a:cubicBezTo>
                <a:cubicBezTo>
                  <a:pt x="1767596" y="635725"/>
                  <a:pt x="1777396" y="620250"/>
                  <a:pt x="1789246" y="606425"/>
                </a:cubicBezTo>
                <a:cubicBezTo>
                  <a:pt x="1805650" y="587287"/>
                  <a:pt x="1809884" y="580055"/>
                  <a:pt x="1830521" y="565150"/>
                </a:cubicBezTo>
                <a:cubicBezTo>
                  <a:pt x="1881664" y="528213"/>
                  <a:pt x="1847757" y="556264"/>
                  <a:pt x="1897196" y="527050"/>
                </a:cubicBezTo>
                <a:cubicBezTo>
                  <a:pt x="1910337" y="519285"/>
                  <a:pt x="1922044" y="509223"/>
                  <a:pt x="1935296" y="501650"/>
                </a:cubicBezTo>
                <a:cubicBezTo>
                  <a:pt x="1944346" y="496479"/>
                  <a:pt x="1954933" y="494313"/>
                  <a:pt x="1963871" y="488950"/>
                </a:cubicBezTo>
                <a:cubicBezTo>
                  <a:pt x="1983838" y="476970"/>
                  <a:pt x="2012552" y="452686"/>
                  <a:pt x="2036896" y="441325"/>
                </a:cubicBezTo>
                <a:cubicBezTo>
                  <a:pt x="2068502" y="426576"/>
                  <a:pt x="2052741" y="435560"/>
                  <a:pt x="2078171" y="428625"/>
                </a:cubicBezTo>
                <a:cubicBezTo>
                  <a:pt x="2122868" y="416435"/>
                  <a:pt x="2064781" y="426777"/>
                  <a:pt x="2135321" y="415925"/>
                </a:cubicBezTo>
                <a:cubicBezTo>
                  <a:pt x="2150114" y="413649"/>
                  <a:pt x="2165095" y="412510"/>
                  <a:pt x="2179771" y="409575"/>
                </a:cubicBezTo>
                <a:lnTo>
                  <a:pt x="2211521" y="403225"/>
                </a:lnTo>
                <a:cubicBezTo>
                  <a:pt x="2239038" y="404283"/>
                  <a:pt x="2266534" y="406400"/>
                  <a:pt x="2294071" y="406400"/>
                </a:cubicBezTo>
                <a:cubicBezTo>
                  <a:pt x="2390300" y="406400"/>
                  <a:pt x="2239974" y="396336"/>
                  <a:pt x="2360746" y="406400"/>
                </a:cubicBezTo>
                <a:lnTo>
                  <a:pt x="2386146" y="403225"/>
                </a:lnTo>
                <a:cubicBezTo>
                  <a:pt x="2405187" y="401028"/>
                  <a:pt x="2424585" y="401033"/>
                  <a:pt x="2443296" y="396875"/>
                </a:cubicBezTo>
                <a:cubicBezTo>
                  <a:pt x="2478155" y="389128"/>
                  <a:pt x="2462246" y="392129"/>
                  <a:pt x="2490921" y="387350"/>
                </a:cubicBezTo>
                <a:cubicBezTo>
                  <a:pt x="2498329" y="384175"/>
                  <a:pt x="2505413" y="380099"/>
                  <a:pt x="2513146" y="377825"/>
                </a:cubicBezTo>
                <a:cubicBezTo>
                  <a:pt x="2523500" y="374780"/>
                  <a:pt x="2544896" y="371475"/>
                  <a:pt x="2544896" y="371475"/>
                </a:cubicBezTo>
                <a:cubicBezTo>
                  <a:pt x="2557596" y="365125"/>
                  <a:pt x="2569813" y="357698"/>
                  <a:pt x="2582996" y="352425"/>
                </a:cubicBezTo>
                <a:cubicBezTo>
                  <a:pt x="2588288" y="350308"/>
                  <a:pt x="2593773" y="348624"/>
                  <a:pt x="2598871" y="346075"/>
                </a:cubicBezTo>
                <a:cubicBezTo>
                  <a:pt x="2626208" y="332407"/>
                  <a:pt x="2602718" y="338956"/>
                  <a:pt x="2630621" y="333375"/>
                </a:cubicBezTo>
                <a:cubicBezTo>
                  <a:pt x="2633796" y="331258"/>
                  <a:pt x="2636639" y="328528"/>
                  <a:pt x="2640146" y="327025"/>
                </a:cubicBezTo>
                <a:cubicBezTo>
                  <a:pt x="2644157" y="325306"/>
                  <a:pt x="2648650" y="325049"/>
                  <a:pt x="2652846" y="323850"/>
                </a:cubicBezTo>
                <a:cubicBezTo>
                  <a:pt x="2656064" y="322931"/>
                  <a:pt x="2659196" y="321733"/>
                  <a:pt x="2662371" y="320675"/>
                </a:cubicBezTo>
                <a:cubicBezTo>
                  <a:pt x="2666604" y="317500"/>
                  <a:pt x="2671053" y="314594"/>
                  <a:pt x="2675071" y="311150"/>
                </a:cubicBezTo>
                <a:cubicBezTo>
                  <a:pt x="2678480" y="308228"/>
                  <a:pt x="2681147" y="304500"/>
                  <a:pt x="2684596" y="301625"/>
                </a:cubicBezTo>
                <a:cubicBezTo>
                  <a:pt x="2687527" y="299182"/>
                  <a:pt x="2691035" y="297519"/>
                  <a:pt x="2694121" y="295275"/>
                </a:cubicBezTo>
                <a:cubicBezTo>
                  <a:pt x="2702680" y="289050"/>
                  <a:pt x="2719521" y="276225"/>
                  <a:pt x="2719521" y="276225"/>
                </a:cubicBezTo>
                <a:cubicBezTo>
                  <a:pt x="2722696" y="277283"/>
                  <a:pt x="2725745" y="279950"/>
                  <a:pt x="2729046" y="279400"/>
                </a:cubicBezTo>
                <a:cubicBezTo>
                  <a:pt x="2776325" y="271520"/>
                  <a:pt x="2763446" y="270620"/>
                  <a:pt x="2792546" y="260350"/>
                </a:cubicBezTo>
                <a:cubicBezTo>
                  <a:pt x="2805170" y="255895"/>
                  <a:pt x="2817946" y="251883"/>
                  <a:pt x="2830646" y="247650"/>
                </a:cubicBezTo>
                <a:cubicBezTo>
                  <a:pt x="2836996" y="245533"/>
                  <a:pt x="2843481" y="243786"/>
                  <a:pt x="2849696" y="241300"/>
                </a:cubicBezTo>
                <a:cubicBezTo>
                  <a:pt x="2854988" y="239183"/>
                  <a:pt x="2860235" y="236951"/>
                  <a:pt x="2865571" y="234950"/>
                </a:cubicBezTo>
                <a:cubicBezTo>
                  <a:pt x="2868705" y="233775"/>
                  <a:pt x="2872020" y="233093"/>
                  <a:pt x="2875096" y="231775"/>
                </a:cubicBezTo>
                <a:cubicBezTo>
                  <a:pt x="2879446" y="229911"/>
                  <a:pt x="2883364" y="227087"/>
                  <a:pt x="2887796" y="225425"/>
                </a:cubicBezTo>
                <a:cubicBezTo>
                  <a:pt x="2910525" y="216902"/>
                  <a:pt x="2890695" y="228758"/>
                  <a:pt x="2913196" y="215900"/>
                </a:cubicBezTo>
                <a:cubicBezTo>
                  <a:pt x="2928993" y="206873"/>
                  <a:pt x="2917039" y="212467"/>
                  <a:pt x="2932246" y="200025"/>
                </a:cubicBezTo>
                <a:cubicBezTo>
                  <a:pt x="2940437" y="193323"/>
                  <a:pt x="2948840" y="186846"/>
                  <a:pt x="2957646" y="180975"/>
                </a:cubicBezTo>
                <a:cubicBezTo>
                  <a:pt x="2960821" y="178858"/>
                  <a:pt x="2964274" y="177108"/>
                  <a:pt x="2967171" y="174625"/>
                </a:cubicBezTo>
                <a:cubicBezTo>
                  <a:pt x="2992588" y="152839"/>
                  <a:pt x="2967161" y="171460"/>
                  <a:pt x="2992571" y="146050"/>
                </a:cubicBezTo>
                <a:cubicBezTo>
                  <a:pt x="2995269" y="143352"/>
                  <a:pt x="2998921" y="141817"/>
                  <a:pt x="3002096" y="139700"/>
                </a:cubicBezTo>
                <a:cubicBezTo>
                  <a:pt x="3004678" y="131953"/>
                  <a:pt x="3005466" y="126805"/>
                  <a:pt x="3011621" y="120650"/>
                </a:cubicBezTo>
                <a:cubicBezTo>
                  <a:pt x="3014319" y="117952"/>
                  <a:pt x="3017971" y="116417"/>
                  <a:pt x="3021146" y="114300"/>
                </a:cubicBezTo>
                <a:cubicBezTo>
                  <a:pt x="3023263" y="109008"/>
                  <a:pt x="3025181" y="103633"/>
                  <a:pt x="3027496" y="98425"/>
                </a:cubicBezTo>
                <a:cubicBezTo>
                  <a:pt x="3029418" y="94100"/>
                  <a:pt x="3032088" y="90119"/>
                  <a:pt x="3033846" y="85725"/>
                </a:cubicBezTo>
                <a:cubicBezTo>
                  <a:pt x="3036332" y="79510"/>
                  <a:pt x="3037478" y="72792"/>
                  <a:pt x="3040196" y="66675"/>
                </a:cubicBezTo>
                <a:cubicBezTo>
                  <a:pt x="3053173" y="37478"/>
                  <a:pt x="3042160" y="90341"/>
                  <a:pt x="3065596" y="31750"/>
                </a:cubicBezTo>
                <a:cubicBezTo>
                  <a:pt x="3067713" y="26458"/>
                  <a:pt x="3068160" y="20135"/>
                  <a:pt x="3071946" y="15875"/>
                </a:cubicBezTo>
                <a:cubicBezTo>
                  <a:pt x="3085427" y="709"/>
                  <a:pt x="3095008" y="2602"/>
                  <a:pt x="3113221" y="0"/>
                </a:cubicBezTo>
                <a:cubicBezTo>
                  <a:pt x="3116396" y="1058"/>
                  <a:pt x="3119528" y="2256"/>
                  <a:pt x="3122746" y="3175"/>
                </a:cubicBezTo>
                <a:cubicBezTo>
                  <a:pt x="3126942" y="4374"/>
                  <a:pt x="3131418" y="4672"/>
                  <a:pt x="3135446" y="6350"/>
                </a:cubicBezTo>
                <a:cubicBezTo>
                  <a:pt x="3175309" y="22959"/>
                  <a:pt x="3148516" y="12911"/>
                  <a:pt x="3170371" y="25400"/>
                </a:cubicBezTo>
                <a:cubicBezTo>
                  <a:pt x="3174480" y="27748"/>
                  <a:pt x="3178721" y="29886"/>
                  <a:pt x="3183071" y="31750"/>
                </a:cubicBezTo>
                <a:cubicBezTo>
                  <a:pt x="3186147" y="33068"/>
                  <a:pt x="3189603" y="33428"/>
                  <a:pt x="3192596" y="34925"/>
                </a:cubicBezTo>
                <a:cubicBezTo>
                  <a:pt x="3196009" y="36632"/>
                  <a:pt x="3198946" y="39158"/>
                  <a:pt x="3202121" y="41275"/>
                </a:cubicBezTo>
                <a:cubicBezTo>
                  <a:pt x="3204238" y="44450"/>
                  <a:pt x="3206764" y="47387"/>
                  <a:pt x="3208471" y="50800"/>
                </a:cubicBezTo>
                <a:cubicBezTo>
                  <a:pt x="3209968" y="53793"/>
                  <a:pt x="3209555" y="57712"/>
                  <a:pt x="3211646" y="60325"/>
                </a:cubicBezTo>
                <a:cubicBezTo>
                  <a:pt x="3214030" y="63305"/>
                  <a:pt x="3218473" y="63977"/>
                  <a:pt x="3221171" y="66675"/>
                </a:cubicBezTo>
                <a:cubicBezTo>
                  <a:pt x="3225963" y="71467"/>
                  <a:pt x="3229313" y="77536"/>
                  <a:pt x="3233871" y="82550"/>
                </a:cubicBezTo>
                <a:cubicBezTo>
                  <a:pt x="3239912" y="89195"/>
                  <a:pt x="3252921" y="101600"/>
                  <a:pt x="3252921" y="101600"/>
                </a:cubicBezTo>
                <a:cubicBezTo>
                  <a:pt x="3259070" y="126198"/>
                  <a:pt x="3251070" y="103454"/>
                  <a:pt x="3265621" y="123825"/>
                </a:cubicBezTo>
                <a:cubicBezTo>
                  <a:pt x="3282384" y="147293"/>
                  <a:pt x="3259189" y="126938"/>
                  <a:pt x="3284671" y="146050"/>
                </a:cubicBezTo>
                <a:cubicBezTo>
                  <a:pt x="3291951" y="167889"/>
                  <a:pt x="3281994" y="141365"/>
                  <a:pt x="3297371" y="168275"/>
                </a:cubicBezTo>
                <a:cubicBezTo>
                  <a:pt x="3299031" y="171181"/>
                  <a:pt x="3299228" y="174724"/>
                  <a:pt x="3300546" y="177800"/>
                </a:cubicBezTo>
                <a:cubicBezTo>
                  <a:pt x="3312524" y="205749"/>
                  <a:pt x="3301430" y="173882"/>
                  <a:pt x="3313246" y="206375"/>
                </a:cubicBezTo>
                <a:cubicBezTo>
                  <a:pt x="3315533" y="212665"/>
                  <a:pt x="3317022" y="219246"/>
                  <a:pt x="3319596" y="225425"/>
                </a:cubicBezTo>
                <a:cubicBezTo>
                  <a:pt x="3322327" y="231978"/>
                  <a:pt x="3326484" y="237883"/>
                  <a:pt x="3329121" y="244475"/>
                </a:cubicBezTo>
                <a:cubicBezTo>
                  <a:pt x="3330742" y="248527"/>
                  <a:pt x="3331097" y="252979"/>
                  <a:pt x="3332296" y="257175"/>
                </a:cubicBezTo>
                <a:cubicBezTo>
                  <a:pt x="3336331" y="271297"/>
                  <a:pt x="3335337" y="262857"/>
                  <a:pt x="3338646" y="279400"/>
                </a:cubicBezTo>
                <a:cubicBezTo>
                  <a:pt x="3346431" y="318324"/>
                  <a:pt x="3337621" y="281651"/>
                  <a:pt x="3344996" y="311150"/>
                </a:cubicBezTo>
                <a:cubicBezTo>
                  <a:pt x="3325505" y="340387"/>
                  <a:pt x="3343486" y="309876"/>
                  <a:pt x="3335471" y="387350"/>
                </a:cubicBezTo>
                <a:cubicBezTo>
                  <a:pt x="3333028" y="410963"/>
                  <a:pt x="3331210" y="409965"/>
                  <a:pt x="3319596" y="425450"/>
                </a:cubicBezTo>
                <a:cubicBezTo>
                  <a:pt x="3316119" y="442837"/>
                  <a:pt x="3312365" y="465018"/>
                  <a:pt x="3303721" y="479425"/>
                </a:cubicBezTo>
                <a:cubicBezTo>
                  <a:pt x="3287469" y="506511"/>
                  <a:pt x="3298998" y="488740"/>
                  <a:pt x="3271971" y="523875"/>
                </a:cubicBezTo>
                <a:cubicBezTo>
                  <a:pt x="3268745" y="528069"/>
                  <a:pt x="3266849" y="533640"/>
                  <a:pt x="3262446" y="536575"/>
                </a:cubicBezTo>
                <a:cubicBezTo>
                  <a:pt x="3256096" y="540808"/>
                  <a:pt x="3249355" y="544507"/>
                  <a:pt x="3243396" y="549275"/>
                </a:cubicBezTo>
                <a:cubicBezTo>
                  <a:pt x="3238721" y="553015"/>
                  <a:pt x="3235171" y="557998"/>
                  <a:pt x="3230696" y="561975"/>
                </a:cubicBezTo>
                <a:cubicBezTo>
                  <a:pt x="3225631" y="566477"/>
                  <a:pt x="3219921" y="570213"/>
                  <a:pt x="3214821" y="574675"/>
                </a:cubicBezTo>
                <a:cubicBezTo>
                  <a:pt x="3211442" y="577632"/>
                  <a:pt x="3208888" y="581506"/>
                  <a:pt x="3205296" y="584200"/>
                </a:cubicBezTo>
                <a:cubicBezTo>
                  <a:pt x="3200359" y="587903"/>
                  <a:pt x="3194556" y="590302"/>
                  <a:pt x="3189421" y="593725"/>
                </a:cubicBezTo>
                <a:cubicBezTo>
                  <a:pt x="3185018" y="596660"/>
                  <a:pt x="3181027" y="600174"/>
                  <a:pt x="3176721" y="603250"/>
                </a:cubicBezTo>
                <a:cubicBezTo>
                  <a:pt x="3173616" y="605468"/>
                  <a:pt x="3170371" y="607483"/>
                  <a:pt x="3167196" y="609600"/>
                </a:cubicBezTo>
                <a:cubicBezTo>
                  <a:pt x="3165079" y="612775"/>
                  <a:pt x="3163743" y="616642"/>
                  <a:pt x="3160846" y="619125"/>
                </a:cubicBezTo>
                <a:cubicBezTo>
                  <a:pt x="3147046" y="630953"/>
                  <a:pt x="3148144" y="626383"/>
                  <a:pt x="3135446" y="631825"/>
                </a:cubicBezTo>
                <a:cubicBezTo>
                  <a:pt x="3131096" y="633689"/>
                  <a:pt x="3126979" y="636058"/>
                  <a:pt x="3122746" y="638175"/>
                </a:cubicBezTo>
                <a:cubicBezTo>
                  <a:pt x="3120629" y="644525"/>
                  <a:pt x="3116396" y="650532"/>
                  <a:pt x="3116396" y="657225"/>
                </a:cubicBezTo>
                <a:cubicBezTo>
                  <a:pt x="3116396" y="662924"/>
                  <a:pt x="3120745" y="667764"/>
                  <a:pt x="3122746" y="673100"/>
                </a:cubicBezTo>
                <a:cubicBezTo>
                  <a:pt x="3125517" y="680488"/>
                  <a:pt x="3128436" y="692364"/>
                  <a:pt x="3132271" y="698500"/>
                </a:cubicBezTo>
                <a:cubicBezTo>
                  <a:pt x="3134651" y="702308"/>
                  <a:pt x="3139186" y="704371"/>
                  <a:pt x="3141796" y="708025"/>
                </a:cubicBezTo>
                <a:cubicBezTo>
                  <a:pt x="3144547" y="711876"/>
                  <a:pt x="3145847" y="716588"/>
                  <a:pt x="3148146" y="720725"/>
                </a:cubicBezTo>
                <a:cubicBezTo>
                  <a:pt x="3154528" y="732213"/>
                  <a:pt x="3157405" y="736201"/>
                  <a:pt x="3164021" y="746125"/>
                </a:cubicBezTo>
                <a:cubicBezTo>
                  <a:pt x="3165079" y="751417"/>
                  <a:pt x="3164783" y="757173"/>
                  <a:pt x="3167196" y="762000"/>
                </a:cubicBezTo>
                <a:cubicBezTo>
                  <a:pt x="3170252" y="768112"/>
                  <a:pt x="3180776" y="774228"/>
                  <a:pt x="3186246" y="777875"/>
                </a:cubicBezTo>
                <a:cubicBezTo>
                  <a:pt x="3188363" y="782108"/>
                  <a:pt x="3190934" y="786143"/>
                  <a:pt x="3192596" y="790575"/>
                </a:cubicBezTo>
                <a:cubicBezTo>
                  <a:pt x="3194128" y="794661"/>
                  <a:pt x="3194990" y="798982"/>
                  <a:pt x="3195771" y="803275"/>
                </a:cubicBezTo>
                <a:cubicBezTo>
                  <a:pt x="3197483" y="812692"/>
                  <a:pt x="3199084" y="831250"/>
                  <a:pt x="3202121" y="841375"/>
                </a:cubicBezTo>
                <a:cubicBezTo>
                  <a:pt x="3214652" y="883146"/>
                  <a:pt x="3203398" y="831886"/>
                  <a:pt x="3211646" y="873125"/>
                </a:cubicBezTo>
                <a:cubicBezTo>
                  <a:pt x="3210588" y="879475"/>
                  <a:pt x="3209112" y="885769"/>
                  <a:pt x="3208471" y="892175"/>
                </a:cubicBezTo>
                <a:cubicBezTo>
                  <a:pt x="3206993" y="906956"/>
                  <a:pt x="3207500" y="921935"/>
                  <a:pt x="3205296" y="936625"/>
                </a:cubicBezTo>
                <a:cubicBezTo>
                  <a:pt x="3204303" y="943244"/>
                  <a:pt x="3200707" y="949217"/>
                  <a:pt x="3198946" y="955675"/>
                </a:cubicBezTo>
                <a:cubicBezTo>
                  <a:pt x="3185483" y="1005040"/>
                  <a:pt x="3208610" y="933033"/>
                  <a:pt x="3189421" y="990600"/>
                </a:cubicBezTo>
                <a:cubicBezTo>
                  <a:pt x="3186891" y="1015902"/>
                  <a:pt x="3188383" y="1016458"/>
                  <a:pt x="3183071" y="1035050"/>
                </a:cubicBezTo>
                <a:cubicBezTo>
                  <a:pt x="3182152" y="1038268"/>
                  <a:pt x="3181393" y="1041582"/>
                  <a:pt x="3179896" y="1044575"/>
                </a:cubicBezTo>
                <a:cubicBezTo>
                  <a:pt x="3167571" y="1069225"/>
                  <a:pt x="3174140" y="1051879"/>
                  <a:pt x="3160846" y="1073150"/>
                </a:cubicBezTo>
                <a:cubicBezTo>
                  <a:pt x="3139055" y="1108016"/>
                  <a:pt x="3171954" y="1062573"/>
                  <a:pt x="3144971" y="1098550"/>
                </a:cubicBezTo>
                <a:cubicBezTo>
                  <a:pt x="3143913" y="1101725"/>
                  <a:pt x="3143887" y="1105462"/>
                  <a:pt x="3141796" y="1108075"/>
                </a:cubicBezTo>
                <a:lnTo>
                  <a:pt x="3103696" y="1146175"/>
                </a:lnTo>
                <a:cubicBezTo>
                  <a:pt x="3087971" y="1161900"/>
                  <a:pt x="3084621" y="1166300"/>
                  <a:pt x="3062421" y="1181100"/>
                </a:cubicBezTo>
                <a:cubicBezTo>
                  <a:pt x="3056071" y="1185333"/>
                  <a:pt x="3049330" y="1189032"/>
                  <a:pt x="3043371" y="1193800"/>
                </a:cubicBezTo>
                <a:cubicBezTo>
                  <a:pt x="3038079" y="1198033"/>
                  <a:pt x="3033445" y="1203255"/>
                  <a:pt x="3027496" y="1206500"/>
                </a:cubicBezTo>
                <a:cubicBezTo>
                  <a:pt x="3021620" y="1209705"/>
                  <a:pt x="3014186" y="1209406"/>
                  <a:pt x="3008446" y="1212850"/>
                </a:cubicBezTo>
                <a:cubicBezTo>
                  <a:pt x="3003154" y="1216025"/>
                  <a:pt x="2998301" y="1220083"/>
                  <a:pt x="2992571" y="1222375"/>
                </a:cubicBezTo>
                <a:cubicBezTo>
                  <a:pt x="2987561" y="1224379"/>
                  <a:pt x="2981964" y="1224379"/>
                  <a:pt x="2976696" y="1225550"/>
                </a:cubicBezTo>
                <a:cubicBezTo>
                  <a:pt x="2972436" y="1226497"/>
                  <a:pt x="2968229" y="1227667"/>
                  <a:pt x="2963996" y="1228725"/>
                </a:cubicBezTo>
                <a:cubicBezTo>
                  <a:pt x="2955264" y="1227852"/>
                  <a:pt x="2924929" y="1222021"/>
                  <a:pt x="2913196" y="1228725"/>
                </a:cubicBezTo>
                <a:cubicBezTo>
                  <a:pt x="2910290" y="1230385"/>
                  <a:pt x="2911681" y="1235344"/>
                  <a:pt x="2910021" y="1238250"/>
                </a:cubicBezTo>
                <a:cubicBezTo>
                  <a:pt x="2907396" y="1242844"/>
                  <a:pt x="2903301" y="1246463"/>
                  <a:pt x="2900496" y="1250950"/>
                </a:cubicBezTo>
                <a:cubicBezTo>
                  <a:pt x="2896040" y="1258080"/>
                  <a:pt x="2893245" y="1265215"/>
                  <a:pt x="2890971" y="1273175"/>
                </a:cubicBezTo>
                <a:cubicBezTo>
                  <a:pt x="2887933" y="1283809"/>
                  <a:pt x="2886476" y="1294865"/>
                  <a:pt x="2881446" y="1304925"/>
                </a:cubicBezTo>
                <a:cubicBezTo>
                  <a:pt x="2879329" y="1309158"/>
                  <a:pt x="2877444" y="1313516"/>
                  <a:pt x="2875096" y="1317625"/>
                </a:cubicBezTo>
                <a:cubicBezTo>
                  <a:pt x="2873203" y="1320938"/>
                  <a:pt x="2870453" y="1323737"/>
                  <a:pt x="2868746" y="1327150"/>
                </a:cubicBezTo>
                <a:cubicBezTo>
                  <a:pt x="2855886" y="1352870"/>
                  <a:pt x="2870929" y="1334492"/>
                  <a:pt x="2849696" y="1355725"/>
                </a:cubicBezTo>
                <a:cubicBezTo>
                  <a:pt x="2848638" y="1358900"/>
                  <a:pt x="2848295" y="1362412"/>
                  <a:pt x="2846521" y="1365250"/>
                </a:cubicBezTo>
                <a:cubicBezTo>
                  <a:pt x="2831468" y="1389335"/>
                  <a:pt x="2829554" y="1378347"/>
                  <a:pt x="2808421" y="1406525"/>
                </a:cubicBezTo>
                <a:cubicBezTo>
                  <a:pt x="2805246" y="1410758"/>
                  <a:pt x="2802961" y="1415837"/>
                  <a:pt x="2798896" y="1419225"/>
                </a:cubicBezTo>
                <a:cubicBezTo>
                  <a:pt x="2796325" y="1421368"/>
                  <a:pt x="2792364" y="1420903"/>
                  <a:pt x="2789371" y="1422400"/>
                </a:cubicBezTo>
                <a:cubicBezTo>
                  <a:pt x="2785958" y="1424107"/>
                  <a:pt x="2782951" y="1426532"/>
                  <a:pt x="2779846" y="1428750"/>
                </a:cubicBezTo>
                <a:cubicBezTo>
                  <a:pt x="2775540" y="1431826"/>
                  <a:pt x="2771164" y="1434831"/>
                  <a:pt x="2767146" y="1438275"/>
                </a:cubicBezTo>
                <a:cubicBezTo>
                  <a:pt x="2763737" y="1441197"/>
                  <a:pt x="2761275" y="1445190"/>
                  <a:pt x="2757621" y="1447800"/>
                </a:cubicBezTo>
                <a:cubicBezTo>
                  <a:pt x="2750755" y="1452704"/>
                  <a:pt x="2743169" y="1454734"/>
                  <a:pt x="2735396" y="1457325"/>
                </a:cubicBezTo>
                <a:cubicBezTo>
                  <a:pt x="2717301" y="1475420"/>
                  <a:pt x="2735557" y="1460431"/>
                  <a:pt x="2713171" y="1470025"/>
                </a:cubicBezTo>
                <a:cubicBezTo>
                  <a:pt x="2709664" y="1471528"/>
                  <a:pt x="2707059" y="1474668"/>
                  <a:pt x="2703646" y="1476375"/>
                </a:cubicBezTo>
                <a:cubicBezTo>
                  <a:pt x="2700653" y="1477872"/>
                  <a:pt x="2697168" y="1478165"/>
                  <a:pt x="2694121" y="1479550"/>
                </a:cubicBezTo>
                <a:cubicBezTo>
                  <a:pt x="2685503" y="1483467"/>
                  <a:pt x="2678114" y="1491076"/>
                  <a:pt x="2668721" y="1492250"/>
                </a:cubicBezTo>
                <a:cubicBezTo>
                  <a:pt x="2629629" y="1497137"/>
                  <a:pt x="2651828" y="1494771"/>
                  <a:pt x="2602046" y="1498600"/>
                </a:cubicBezTo>
                <a:cubicBezTo>
                  <a:pt x="2593579" y="1500717"/>
                  <a:pt x="2585337" y="1504160"/>
                  <a:pt x="2576646" y="1504950"/>
                </a:cubicBezTo>
                <a:cubicBezTo>
                  <a:pt x="2573313" y="1505253"/>
                  <a:pt x="2570468" y="1501775"/>
                  <a:pt x="2567121" y="1501775"/>
                </a:cubicBezTo>
                <a:cubicBezTo>
                  <a:pt x="2562757" y="1501775"/>
                  <a:pt x="2558654" y="1503892"/>
                  <a:pt x="2554421" y="1504950"/>
                </a:cubicBezTo>
                <a:cubicBezTo>
                  <a:pt x="2509150" y="1489860"/>
                  <a:pt x="2556260" y="1505022"/>
                  <a:pt x="2522671" y="1495425"/>
                </a:cubicBezTo>
                <a:cubicBezTo>
                  <a:pt x="2509486" y="1491658"/>
                  <a:pt x="2504347" y="1487409"/>
                  <a:pt x="2487746" y="1485900"/>
                </a:cubicBezTo>
                <a:lnTo>
                  <a:pt x="2452821" y="1482725"/>
                </a:lnTo>
                <a:cubicBezTo>
                  <a:pt x="2449646" y="1479550"/>
                  <a:pt x="2447032" y="1475691"/>
                  <a:pt x="2443296" y="1473200"/>
                </a:cubicBezTo>
                <a:cubicBezTo>
                  <a:pt x="2440511" y="1471344"/>
                  <a:pt x="2436764" y="1471522"/>
                  <a:pt x="2433771" y="1470025"/>
                </a:cubicBezTo>
                <a:cubicBezTo>
                  <a:pt x="2430358" y="1468318"/>
                  <a:pt x="2427659" y="1465382"/>
                  <a:pt x="2424246" y="1463675"/>
                </a:cubicBezTo>
                <a:cubicBezTo>
                  <a:pt x="2421253" y="1462178"/>
                  <a:pt x="2417714" y="1461997"/>
                  <a:pt x="2414721" y="1460500"/>
                </a:cubicBezTo>
                <a:cubicBezTo>
                  <a:pt x="2398719" y="1452499"/>
                  <a:pt x="2411119" y="1455860"/>
                  <a:pt x="2395671" y="1444625"/>
                </a:cubicBezTo>
                <a:cubicBezTo>
                  <a:pt x="2387596" y="1438753"/>
                  <a:pt x="2377331" y="1435810"/>
                  <a:pt x="2370271" y="1428750"/>
                </a:cubicBezTo>
                <a:cubicBezTo>
                  <a:pt x="2367096" y="1425575"/>
                  <a:pt x="2363237" y="1422961"/>
                  <a:pt x="2360746" y="1419225"/>
                </a:cubicBezTo>
                <a:cubicBezTo>
                  <a:pt x="2356808" y="1413318"/>
                  <a:pt x="2355896" y="1405518"/>
                  <a:pt x="2351221" y="1400175"/>
                </a:cubicBezTo>
                <a:cubicBezTo>
                  <a:pt x="2348104" y="1396613"/>
                  <a:pt x="2342372" y="1396576"/>
                  <a:pt x="2338521" y="1393825"/>
                </a:cubicBezTo>
                <a:cubicBezTo>
                  <a:pt x="2317711" y="1378961"/>
                  <a:pt x="2339903" y="1387936"/>
                  <a:pt x="2319471" y="1381125"/>
                </a:cubicBezTo>
                <a:cubicBezTo>
                  <a:pt x="2316296" y="1375833"/>
                  <a:pt x="2314310" y="1369614"/>
                  <a:pt x="2309946" y="1365250"/>
                </a:cubicBezTo>
                <a:cubicBezTo>
                  <a:pt x="2304412" y="1359716"/>
                  <a:pt x="2291633" y="1357497"/>
                  <a:pt x="2284546" y="1355725"/>
                </a:cubicBezTo>
                <a:cubicBezTo>
                  <a:pt x="2279254" y="1356783"/>
                  <a:pt x="2274045" y="1359389"/>
                  <a:pt x="2268671" y="1358900"/>
                </a:cubicBezTo>
                <a:cubicBezTo>
                  <a:pt x="2245732" y="1356815"/>
                  <a:pt x="2254543" y="1349870"/>
                  <a:pt x="2233746" y="1346200"/>
                </a:cubicBezTo>
                <a:cubicBezTo>
                  <a:pt x="2221196" y="1343985"/>
                  <a:pt x="2208346" y="1344083"/>
                  <a:pt x="2195646" y="1343025"/>
                </a:cubicBezTo>
                <a:cubicBezTo>
                  <a:pt x="2191413" y="1339850"/>
                  <a:pt x="2187252" y="1336576"/>
                  <a:pt x="2182946" y="1333500"/>
                </a:cubicBezTo>
                <a:cubicBezTo>
                  <a:pt x="2179841" y="1331282"/>
                  <a:pt x="2177207" y="1326677"/>
                  <a:pt x="2173421" y="1327150"/>
                </a:cubicBezTo>
                <a:cubicBezTo>
                  <a:pt x="2167298" y="1327915"/>
                  <a:pt x="2162838" y="1333500"/>
                  <a:pt x="2157546" y="1336675"/>
                </a:cubicBezTo>
                <a:cubicBezTo>
                  <a:pt x="2161429" y="1344440"/>
                  <a:pt x="2165202" y="1350491"/>
                  <a:pt x="2167071" y="1358900"/>
                </a:cubicBezTo>
                <a:cubicBezTo>
                  <a:pt x="2168468" y="1365184"/>
                  <a:pt x="2169188" y="1371600"/>
                  <a:pt x="2170246" y="1377950"/>
                </a:cubicBezTo>
                <a:cubicBezTo>
                  <a:pt x="2168129" y="1412875"/>
                  <a:pt x="2166449" y="1447829"/>
                  <a:pt x="2163896" y="1482725"/>
                </a:cubicBezTo>
                <a:cubicBezTo>
                  <a:pt x="2163273" y="1491235"/>
                  <a:pt x="2162790" y="1499847"/>
                  <a:pt x="2160721" y="1508125"/>
                </a:cubicBezTo>
                <a:cubicBezTo>
                  <a:pt x="2159573" y="1512717"/>
                  <a:pt x="2155868" y="1516335"/>
                  <a:pt x="2154371" y="1520825"/>
                </a:cubicBezTo>
                <a:cubicBezTo>
                  <a:pt x="2142245" y="1557202"/>
                  <a:pt x="2154983" y="1535782"/>
                  <a:pt x="2141671" y="1555750"/>
                </a:cubicBezTo>
                <a:cubicBezTo>
                  <a:pt x="2141025" y="1558334"/>
                  <a:pt x="2137314" y="1574559"/>
                  <a:pt x="2135321" y="1577975"/>
                </a:cubicBezTo>
                <a:cubicBezTo>
                  <a:pt x="2129553" y="1587863"/>
                  <a:pt x="2122161" y="1596734"/>
                  <a:pt x="2116271" y="1606550"/>
                </a:cubicBezTo>
                <a:cubicBezTo>
                  <a:pt x="2113096" y="1611842"/>
                  <a:pt x="2110601" y="1617606"/>
                  <a:pt x="2106746" y="1622425"/>
                </a:cubicBezTo>
                <a:cubicBezTo>
                  <a:pt x="2102071" y="1628269"/>
                  <a:pt x="2095799" y="1632668"/>
                  <a:pt x="2090871" y="1638300"/>
                </a:cubicBezTo>
                <a:cubicBezTo>
                  <a:pt x="2088358" y="1641172"/>
                  <a:pt x="2087219" y="1645127"/>
                  <a:pt x="2084521" y="1647825"/>
                </a:cubicBezTo>
                <a:cubicBezTo>
                  <a:pt x="2081823" y="1650523"/>
                  <a:pt x="2078008" y="1651832"/>
                  <a:pt x="2074996" y="1654175"/>
                </a:cubicBezTo>
                <a:cubicBezTo>
                  <a:pt x="2050672" y="1673093"/>
                  <a:pt x="2064882" y="1667071"/>
                  <a:pt x="2046421" y="1673225"/>
                </a:cubicBezTo>
                <a:cubicBezTo>
                  <a:pt x="2020735" y="1707472"/>
                  <a:pt x="2050867" y="1672317"/>
                  <a:pt x="2027371" y="1689100"/>
                </a:cubicBezTo>
                <a:cubicBezTo>
                  <a:pt x="2022499" y="1692580"/>
                  <a:pt x="2019652" y="1698479"/>
                  <a:pt x="2014671" y="1701800"/>
                </a:cubicBezTo>
                <a:cubicBezTo>
                  <a:pt x="2006795" y="1707051"/>
                  <a:pt x="1997738" y="1710267"/>
                  <a:pt x="1989271" y="1714500"/>
                </a:cubicBezTo>
                <a:cubicBezTo>
                  <a:pt x="1985038" y="1716617"/>
                  <a:pt x="1979918" y="1717503"/>
                  <a:pt x="1976571" y="1720850"/>
                </a:cubicBezTo>
                <a:cubicBezTo>
                  <a:pt x="1973396" y="1724025"/>
                  <a:pt x="1971215" y="1728707"/>
                  <a:pt x="1967046" y="1730375"/>
                </a:cubicBezTo>
                <a:cubicBezTo>
                  <a:pt x="1954891" y="1735237"/>
                  <a:pt x="1940655" y="1734046"/>
                  <a:pt x="1928946" y="1739900"/>
                </a:cubicBezTo>
                <a:cubicBezTo>
                  <a:pt x="1924713" y="1742017"/>
                  <a:pt x="1920596" y="1744386"/>
                  <a:pt x="1916246" y="1746250"/>
                </a:cubicBezTo>
                <a:cubicBezTo>
                  <a:pt x="1907947" y="1749807"/>
                  <a:pt x="1902972" y="1749915"/>
                  <a:pt x="1894021" y="1752600"/>
                </a:cubicBezTo>
                <a:cubicBezTo>
                  <a:pt x="1887610" y="1754523"/>
                  <a:pt x="1874971" y="1758950"/>
                  <a:pt x="1874971" y="1758950"/>
                </a:cubicBezTo>
                <a:cubicBezTo>
                  <a:pt x="1872854" y="1765300"/>
                  <a:pt x="1871107" y="1771785"/>
                  <a:pt x="1868621" y="1778000"/>
                </a:cubicBezTo>
                <a:cubicBezTo>
                  <a:pt x="1866504" y="1783292"/>
                  <a:pt x="1863947" y="1788428"/>
                  <a:pt x="1862271" y="1793875"/>
                </a:cubicBezTo>
                <a:cubicBezTo>
                  <a:pt x="1859704" y="1802216"/>
                  <a:pt x="1859824" y="1811469"/>
                  <a:pt x="1855921" y="1819275"/>
                </a:cubicBezTo>
                <a:cubicBezTo>
                  <a:pt x="1847022" y="1837073"/>
                  <a:pt x="1851329" y="1827581"/>
                  <a:pt x="1843221" y="1847850"/>
                </a:cubicBezTo>
                <a:cubicBezTo>
                  <a:pt x="1840468" y="1878128"/>
                  <a:pt x="1841918" y="1875939"/>
                  <a:pt x="1836871" y="1898650"/>
                </a:cubicBezTo>
                <a:cubicBezTo>
                  <a:pt x="1835924" y="1902910"/>
                  <a:pt x="1835228" y="1907264"/>
                  <a:pt x="1833696" y="1911350"/>
                </a:cubicBezTo>
                <a:cubicBezTo>
                  <a:pt x="1832034" y="1915782"/>
                  <a:pt x="1829463" y="1919817"/>
                  <a:pt x="1827346" y="1924050"/>
                </a:cubicBezTo>
                <a:cubicBezTo>
                  <a:pt x="1826288" y="1932517"/>
                  <a:pt x="1827041" y="1941415"/>
                  <a:pt x="1824171" y="1949450"/>
                </a:cubicBezTo>
                <a:cubicBezTo>
                  <a:pt x="1821604" y="1956637"/>
                  <a:pt x="1814884" y="1961674"/>
                  <a:pt x="1811471" y="1968500"/>
                </a:cubicBezTo>
                <a:cubicBezTo>
                  <a:pt x="1805270" y="1980902"/>
                  <a:pt x="1806251" y="1980254"/>
                  <a:pt x="1798771" y="1990725"/>
                </a:cubicBezTo>
                <a:cubicBezTo>
                  <a:pt x="1795695" y="1995031"/>
                  <a:pt x="1792051" y="1998938"/>
                  <a:pt x="1789246" y="2003425"/>
                </a:cubicBezTo>
                <a:cubicBezTo>
                  <a:pt x="1786738" y="2007439"/>
                  <a:pt x="1785736" y="2012339"/>
                  <a:pt x="1782896" y="2016125"/>
                </a:cubicBezTo>
                <a:cubicBezTo>
                  <a:pt x="1779304" y="2020914"/>
                  <a:pt x="1774173" y="2024350"/>
                  <a:pt x="1770196" y="2028825"/>
                </a:cubicBezTo>
                <a:cubicBezTo>
                  <a:pt x="1765694" y="2033890"/>
                  <a:pt x="1762491" y="2040121"/>
                  <a:pt x="1757496" y="2044700"/>
                </a:cubicBezTo>
                <a:cubicBezTo>
                  <a:pt x="1749694" y="2051851"/>
                  <a:pt x="1740902" y="2057879"/>
                  <a:pt x="1732096" y="2063750"/>
                </a:cubicBezTo>
                <a:cubicBezTo>
                  <a:pt x="1724984" y="2068492"/>
                  <a:pt x="1716172" y="2074112"/>
                  <a:pt x="1709871" y="2079625"/>
                </a:cubicBezTo>
                <a:cubicBezTo>
                  <a:pt x="1705365" y="2083567"/>
                  <a:pt x="1701960" y="2088733"/>
                  <a:pt x="1697171" y="2092325"/>
                </a:cubicBezTo>
                <a:cubicBezTo>
                  <a:pt x="1693385" y="2095165"/>
                  <a:pt x="1688257" y="2095835"/>
                  <a:pt x="1684471" y="2098675"/>
                </a:cubicBezTo>
                <a:cubicBezTo>
                  <a:pt x="1674206" y="2106374"/>
                  <a:pt x="1671820" y="2111301"/>
                  <a:pt x="1665421" y="2120900"/>
                </a:cubicBezTo>
                <a:cubicBezTo>
                  <a:pt x="1667538" y="2128308"/>
                  <a:pt x="1669744" y="2135692"/>
                  <a:pt x="1671771" y="2143125"/>
                </a:cubicBezTo>
                <a:cubicBezTo>
                  <a:pt x="1672919" y="2147335"/>
                  <a:pt x="1673414" y="2151739"/>
                  <a:pt x="1674946" y="2155825"/>
                </a:cubicBezTo>
                <a:cubicBezTo>
                  <a:pt x="1678399" y="2165032"/>
                  <a:pt x="1682382" y="2170154"/>
                  <a:pt x="1687646" y="2178050"/>
                </a:cubicBezTo>
                <a:cubicBezTo>
                  <a:pt x="1688704" y="2182283"/>
                  <a:pt x="1689567" y="2186570"/>
                  <a:pt x="1690821" y="2190750"/>
                </a:cubicBezTo>
                <a:cubicBezTo>
                  <a:pt x="1692744" y="2197161"/>
                  <a:pt x="1695858" y="2203236"/>
                  <a:pt x="1697171" y="2209800"/>
                </a:cubicBezTo>
                <a:cubicBezTo>
                  <a:pt x="1699051" y="2219198"/>
                  <a:pt x="1698851" y="2228909"/>
                  <a:pt x="1700346" y="2238375"/>
                </a:cubicBezTo>
                <a:cubicBezTo>
                  <a:pt x="1711092" y="2306431"/>
                  <a:pt x="1702647" y="2246706"/>
                  <a:pt x="1709871" y="2282825"/>
                </a:cubicBezTo>
                <a:cubicBezTo>
                  <a:pt x="1715867" y="2312804"/>
                  <a:pt x="1710368" y="2292157"/>
                  <a:pt x="1716221" y="2327275"/>
                </a:cubicBezTo>
                <a:cubicBezTo>
                  <a:pt x="1716938" y="2331579"/>
                  <a:pt x="1718338" y="2335742"/>
                  <a:pt x="1719396" y="2339975"/>
                </a:cubicBezTo>
                <a:cubicBezTo>
                  <a:pt x="1715512" y="2355513"/>
                  <a:pt x="1714942" y="2355939"/>
                  <a:pt x="1713046" y="2374900"/>
                </a:cubicBezTo>
                <a:cubicBezTo>
                  <a:pt x="1711673" y="2388630"/>
                  <a:pt x="1711483" y="2402471"/>
                  <a:pt x="1709871" y="2416175"/>
                </a:cubicBezTo>
                <a:cubicBezTo>
                  <a:pt x="1708290" y="2429618"/>
                  <a:pt x="1706231" y="2426656"/>
                  <a:pt x="1703521" y="2438400"/>
                </a:cubicBezTo>
                <a:cubicBezTo>
                  <a:pt x="1697365" y="2465075"/>
                  <a:pt x="1699649" y="2467129"/>
                  <a:pt x="1690821" y="2489200"/>
                </a:cubicBezTo>
                <a:cubicBezTo>
                  <a:pt x="1683901" y="2506499"/>
                  <a:pt x="1686453" y="2498000"/>
                  <a:pt x="1674946" y="2511425"/>
                </a:cubicBezTo>
                <a:cubicBezTo>
                  <a:pt x="1671502" y="2515443"/>
                  <a:pt x="1668497" y="2519819"/>
                  <a:pt x="1665421" y="2524125"/>
                </a:cubicBezTo>
                <a:cubicBezTo>
                  <a:pt x="1663203" y="2527230"/>
                  <a:pt x="1661514" y="2530719"/>
                  <a:pt x="1659071" y="2533650"/>
                </a:cubicBezTo>
                <a:cubicBezTo>
                  <a:pt x="1656196" y="2537099"/>
                  <a:pt x="1652468" y="2539766"/>
                  <a:pt x="1649546" y="2543175"/>
                </a:cubicBezTo>
                <a:cubicBezTo>
                  <a:pt x="1646102" y="2547193"/>
                  <a:pt x="1643465" y="2551857"/>
                  <a:pt x="1640021" y="2555875"/>
                </a:cubicBezTo>
                <a:cubicBezTo>
                  <a:pt x="1633481" y="2563506"/>
                  <a:pt x="1626161" y="2569348"/>
                  <a:pt x="1617796" y="2574925"/>
                </a:cubicBezTo>
                <a:cubicBezTo>
                  <a:pt x="1612661" y="2578348"/>
                  <a:pt x="1607560" y="2581944"/>
                  <a:pt x="1601921" y="2584450"/>
                </a:cubicBezTo>
                <a:cubicBezTo>
                  <a:pt x="1597933" y="2586222"/>
                  <a:pt x="1593454" y="2586567"/>
                  <a:pt x="1589221" y="2587625"/>
                </a:cubicBezTo>
                <a:cubicBezTo>
                  <a:pt x="1580754" y="2593975"/>
                  <a:pt x="1571305" y="2599191"/>
                  <a:pt x="1563821" y="2606675"/>
                </a:cubicBezTo>
                <a:cubicBezTo>
                  <a:pt x="1560646" y="2609850"/>
                  <a:pt x="1558032" y="2613709"/>
                  <a:pt x="1554296" y="2616200"/>
                </a:cubicBezTo>
                <a:cubicBezTo>
                  <a:pt x="1551511" y="2618056"/>
                  <a:pt x="1547847" y="2618057"/>
                  <a:pt x="1544771" y="2619375"/>
                </a:cubicBezTo>
                <a:cubicBezTo>
                  <a:pt x="1540421" y="2621239"/>
                  <a:pt x="1536180" y="2623377"/>
                  <a:pt x="1532071" y="2625725"/>
                </a:cubicBezTo>
                <a:cubicBezTo>
                  <a:pt x="1528758" y="2627618"/>
                  <a:pt x="1525959" y="2630368"/>
                  <a:pt x="1522546" y="2632075"/>
                </a:cubicBezTo>
                <a:cubicBezTo>
                  <a:pt x="1519553" y="2633572"/>
                  <a:pt x="1516014" y="2633753"/>
                  <a:pt x="1513021" y="2635250"/>
                </a:cubicBezTo>
                <a:cubicBezTo>
                  <a:pt x="1509608" y="2636957"/>
                  <a:pt x="1506909" y="2639893"/>
                  <a:pt x="1503496" y="2641600"/>
                </a:cubicBezTo>
                <a:cubicBezTo>
                  <a:pt x="1500503" y="2643097"/>
                  <a:pt x="1497047" y="2643457"/>
                  <a:pt x="1493971" y="2644775"/>
                </a:cubicBezTo>
                <a:cubicBezTo>
                  <a:pt x="1489621" y="2646639"/>
                  <a:pt x="1485703" y="2649463"/>
                  <a:pt x="1481271" y="2651125"/>
                </a:cubicBezTo>
                <a:cubicBezTo>
                  <a:pt x="1477185" y="2652657"/>
                  <a:pt x="1472838" y="2653386"/>
                  <a:pt x="1468571" y="2654300"/>
                </a:cubicBezTo>
                <a:cubicBezTo>
                  <a:pt x="1458018" y="2656561"/>
                  <a:pt x="1447338" y="2658223"/>
                  <a:pt x="1436821" y="2660650"/>
                </a:cubicBezTo>
                <a:cubicBezTo>
                  <a:pt x="1433560" y="2661403"/>
                  <a:pt x="1430222" y="2662200"/>
                  <a:pt x="1427296" y="2663825"/>
                </a:cubicBezTo>
                <a:cubicBezTo>
                  <a:pt x="1420625" y="2667531"/>
                  <a:pt x="1415486" y="2674112"/>
                  <a:pt x="1408246" y="2676525"/>
                </a:cubicBezTo>
                <a:cubicBezTo>
                  <a:pt x="1395101" y="2680907"/>
                  <a:pt x="1401506" y="2677844"/>
                  <a:pt x="1389196" y="2686050"/>
                </a:cubicBezTo>
                <a:cubicBezTo>
                  <a:pt x="1384963" y="2684992"/>
                  <a:pt x="1380756" y="2683822"/>
                  <a:pt x="1376496" y="2682875"/>
                </a:cubicBezTo>
                <a:cubicBezTo>
                  <a:pt x="1371228" y="2681704"/>
                  <a:pt x="1365827" y="2681120"/>
                  <a:pt x="1360621" y="2679700"/>
                </a:cubicBezTo>
                <a:cubicBezTo>
                  <a:pt x="1316310" y="2667615"/>
                  <a:pt x="1364373" y="2677910"/>
                  <a:pt x="1325696" y="2670175"/>
                </a:cubicBezTo>
                <a:cubicBezTo>
                  <a:pt x="1321463" y="2668058"/>
                  <a:pt x="1317390" y="2665583"/>
                  <a:pt x="1312996" y="2663825"/>
                </a:cubicBezTo>
                <a:cubicBezTo>
                  <a:pt x="1296883" y="2657380"/>
                  <a:pt x="1294014" y="2657489"/>
                  <a:pt x="1278071" y="2654300"/>
                </a:cubicBezTo>
                <a:cubicBezTo>
                  <a:pt x="1273838" y="2652183"/>
                  <a:pt x="1269385" y="2650458"/>
                  <a:pt x="1265371" y="2647950"/>
                </a:cubicBezTo>
                <a:cubicBezTo>
                  <a:pt x="1260884" y="2645145"/>
                  <a:pt x="1257404" y="2640792"/>
                  <a:pt x="1252671" y="2638425"/>
                </a:cubicBezTo>
                <a:cubicBezTo>
                  <a:pt x="1248768" y="2636474"/>
                  <a:pt x="1244204" y="2636308"/>
                  <a:pt x="1239971" y="2635250"/>
                </a:cubicBezTo>
                <a:cubicBezTo>
                  <a:pt x="1232464" y="2627743"/>
                  <a:pt x="1227250" y="2621631"/>
                  <a:pt x="1217746" y="2616200"/>
                </a:cubicBezTo>
                <a:cubicBezTo>
                  <a:pt x="1214840" y="2614540"/>
                  <a:pt x="1211396" y="2614083"/>
                  <a:pt x="1208221" y="2613025"/>
                </a:cubicBezTo>
                <a:cubicBezTo>
                  <a:pt x="1202929" y="2608792"/>
                  <a:pt x="1197138" y="2605117"/>
                  <a:pt x="1192346" y="2600325"/>
                </a:cubicBezTo>
                <a:cubicBezTo>
                  <a:pt x="1189648" y="2597627"/>
                  <a:pt x="1188439" y="2593731"/>
                  <a:pt x="1185996" y="2590800"/>
                </a:cubicBezTo>
                <a:cubicBezTo>
                  <a:pt x="1183121" y="2587351"/>
                  <a:pt x="1179346" y="2584724"/>
                  <a:pt x="1176471" y="2581275"/>
                </a:cubicBezTo>
                <a:cubicBezTo>
                  <a:pt x="1174028" y="2578344"/>
                  <a:pt x="1172819" y="2574448"/>
                  <a:pt x="1170121" y="2571750"/>
                </a:cubicBezTo>
                <a:cubicBezTo>
                  <a:pt x="1165329" y="2566958"/>
                  <a:pt x="1159038" y="2563842"/>
                  <a:pt x="1154246" y="2559050"/>
                </a:cubicBezTo>
                <a:cubicBezTo>
                  <a:pt x="1150504" y="2555308"/>
                  <a:pt x="1147526" y="2550837"/>
                  <a:pt x="1144721" y="2546350"/>
                </a:cubicBezTo>
                <a:cubicBezTo>
                  <a:pt x="1140571" y="2539709"/>
                  <a:pt x="1137847" y="2529951"/>
                  <a:pt x="1132021" y="2524125"/>
                </a:cubicBezTo>
                <a:cubicBezTo>
                  <a:pt x="1127229" y="2519333"/>
                  <a:pt x="1121438" y="2515658"/>
                  <a:pt x="1116146" y="2511425"/>
                </a:cubicBezTo>
                <a:cubicBezTo>
                  <a:pt x="1109625" y="2491861"/>
                  <a:pt x="1117083" y="2512740"/>
                  <a:pt x="1106621" y="2489200"/>
                </a:cubicBezTo>
                <a:cubicBezTo>
                  <a:pt x="1104306" y="2483992"/>
                  <a:pt x="1102586" y="2478533"/>
                  <a:pt x="1100271" y="2473325"/>
                </a:cubicBezTo>
                <a:cubicBezTo>
                  <a:pt x="1082473" y="2433280"/>
                  <a:pt x="1106394" y="2491808"/>
                  <a:pt x="1087571" y="2444750"/>
                </a:cubicBezTo>
                <a:cubicBezTo>
                  <a:pt x="1086513" y="2423583"/>
                  <a:pt x="1086021" y="2402381"/>
                  <a:pt x="1084396" y="2381250"/>
                </a:cubicBezTo>
                <a:cubicBezTo>
                  <a:pt x="1083036" y="2363570"/>
                  <a:pt x="1081066" y="2364599"/>
                  <a:pt x="1078046" y="2349500"/>
                </a:cubicBezTo>
                <a:cubicBezTo>
                  <a:pt x="1072458" y="2321561"/>
                  <a:pt x="1077875" y="2339462"/>
                  <a:pt x="1071696" y="2320925"/>
                </a:cubicBezTo>
                <a:cubicBezTo>
                  <a:pt x="1070638" y="2294467"/>
                  <a:pt x="1070343" y="2267967"/>
                  <a:pt x="1068521" y="2241550"/>
                </a:cubicBezTo>
                <a:cubicBezTo>
                  <a:pt x="1068221" y="2237197"/>
                  <a:pt x="1066202" y="2233129"/>
                  <a:pt x="1065346" y="2228850"/>
                </a:cubicBezTo>
                <a:cubicBezTo>
                  <a:pt x="1064083" y="2222537"/>
                  <a:pt x="1065742" y="2215156"/>
                  <a:pt x="1062171" y="2209800"/>
                </a:cubicBezTo>
                <a:cubicBezTo>
                  <a:pt x="1053690" y="2197079"/>
                  <a:pt x="1028184" y="2198263"/>
                  <a:pt x="1017721" y="2197100"/>
                </a:cubicBezTo>
                <a:cubicBezTo>
                  <a:pt x="972046" y="2181875"/>
                  <a:pt x="1029085" y="2200347"/>
                  <a:pt x="973271" y="2184400"/>
                </a:cubicBezTo>
                <a:cubicBezTo>
                  <a:pt x="946850" y="2176851"/>
                  <a:pt x="958521" y="2179919"/>
                  <a:pt x="938346" y="2174875"/>
                </a:cubicBezTo>
                <a:cubicBezTo>
                  <a:pt x="914675" y="2159094"/>
                  <a:pt x="947414" y="2179038"/>
                  <a:pt x="909771" y="2165350"/>
                </a:cubicBezTo>
                <a:cubicBezTo>
                  <a:pt x="903971" y="2163241"/>
                  <a:pt x="899416" y="2158585"/>
                  <a:pt x="893896" y="2155825"/>
                </a:cubicBezTo>
                <a:cubicBezTo>
                  <a:pt x="890903" y="2154328"/>
                  <a:pt x="887546" y="2153708"/>
                  <a:pt x="884371" y="2152650"/>
                </a:cubicBezTo>
                <a:cubicBezTo>
                  <a:pt x="880138" y="2154767"/>
                  <a:pt x="875018" y="2155653"/>
                  <a:pt x="871671" y="2159000"/>
                </a:cubicBezTo>
                <a:cubicBezTo>
                  <a:pt x="859697" y="2170974"/>
                  <a:pt x="869736" y="2169840"/>
                  <a:pt x="862146" y="2181225"/>
                </a:cubicBezTo>
                <a:cubicBezTo>
                  <a:pt x="855189" y="2191660"/>
                  <a:pt x="851881" y="2189779"/>
                  <a:pt x="843096" y="2197100"/>
                </a:cubicBezTo>
                <a:cubicBezTo>
                  <a:pt x="839647" y="2199975"/>
                  <a:pt x="837470" y="2204397"/>
                  <a:pt x="833571" y="2206625"/>
                </a:cubicBezTo>
                <a:cubicBezTo>
                  <a:pt x="829782" y="2208790"/>
                  <a:pt x="824957" y="2208268"/>
                  <a:pt x="820871" y="2209800"/>
                </a:cubicBezTo>
                <a:cubicBezTo>
                  <a:pt x="816439" y="2211462"/>
                  <a:pt x="812185" y="2213642"/>
                  <a:pt x="808171" y="2216150"/>
                </a:cubicBezTo>
                <a:cubicBezTo>
                  <a:pt x="802418" y="2219745"/>
                  <a:pt x="792663" y="2228667"/>
                  <a:pt x="785946" y="2232025"/>
                </a:cubicBezTo>
                <a:cubicBezTo>
                  <a:pt x="763126" y="2243435"/>
                  <a:pt x="776274" y="2232446"/>
                  <a:pt x="754196" y="2247900"/>
                </a:cubicBezTo>
                <a:cubicBezTo>
                  <a:pt x="748644" y="2251786"/>
                  <a:pt x="743960" y="2256841"/>
                  <a:pt x="738321" y="2260600"/>
                </a:cubicBezTo>
                <a:cubicBezTo>
                  <a:pt x="734383" y="2263225"/>
                  <a:pt x="729472" y="2264199"/>
                  <a:pt x="725621" y="2266950"/>
                </a:cubicBezTo>
                <a:cubicBezTo>
                  <a:pt x="721967" y="2269560"/>
                  <a:pt x="719750" y="2273865"/>
                  <a:pt x="716096" y="2276475"/>
                </a:cubicBezTo>
                <a:cubicBezTo>
                  <a:pt x="712245" y="2279226"/>
                  <a:pt x="707247" y="2280074"/>
                  <a:pt x="703396" y="2282825"/>
                </a:cubicBezTo>
                <a:cubicBezTo>
                  <a:pt x="683085" y="2297333"/>
                  <a:pt x="706423" y="2289257"/>
                  <a:pt x="677996" y="2305050"/>
                </a:cubicBezTo>
                <a:cubicBezTo>
                  <a:pt x="674182" y="2307169"/>
                  <a:pt x="669529" y="2307167"/>
                  <a:pt x="665296" y="2308225"/>
                </a:cubicBezTo>
                <a:cubicBezTo>
                  <a:pt x="661063" y="2316692"/>
                  <a:pt x="655589" y="2324645"/>
                  <a:pt x="652596" y="2333625"/>
                </a:cubicBezTo>
                <a:cubicBezTo>
                  <a:pt x="644749" y="2357165"/>
                  <a:pt x="649239" y="2346688"/>
                  <a:pt x="639896" y="2365375"/>
                </a:cubicBezTo>
                <a:cubicBezTo>
                  <a:pt x="661063" y="2366433"/>
                  <a:pt x="682261" y="2366984"/>
                  <a:pt x="703396" y="2368550"/>
                </a:cubicBezTo>
                <a:cubicBezTo>
                  <a:pt x="711036" y="2369116"/>
                  <a:pt x="732652" y="2372689"/>
                  <a:pt x="741496" y="2374900"/>
                </a:cubicBezTo>
                <a:cubicBezTo>
                  <a:pt x="748971" y="2376769"/>
                  <a:pt x="756313" y="2379133"/>
                  <a:pt x="763721" y="2381250"/>
                </a:cubicBezTo>
                <a:cubicBezTo>
                  <a:pt x="782824" y="2374882"/>
                  <a:pt x="763745" y="2378087"/>
                  <a:pt x="782771" y="2387600"/>
                </a:cubicBezTo>
                <a:cubicBezTo>
                  <a:pt x="787598" y="2390013"/>
                  <a:pt x="793354" y="2389717"/>
                  <a:pt x="798646" y="2390775"/>
                </a:cubicBezTo>
                <a:cubicBezTo>
                  <a:pt x="801821" y="2389717"/>
                  <a:pt x="804824" y="2387600"/>
                  <a:pt x="808171" y="2387600"/>
                </a:cubicBezTo>
                <a:cubicBezTo>
                  <a:pt x="813567" y="2387600"/>
                  <a:pt x="818778" y="2389604"/>
                  <a:pt x="824046" y="2390775"/>
                </a:cubicBezTo>
                <a:cubicBezTo>
                  <a:pt x="828306" y="2391722"/>
                  <a:pt x="832566" y="2392696"/>
                  <a:pt x="836746" y="2393950"/>
                </a:cubicBezTo>
                <a:cubicBezTo>
                  <a:pt x="843157" y="2395873"/>
                  <a:pt x="849232" y="2398987"/>
                  <a:pt x="855796" y="2400300"/>
                </a:cubicBezTo>
                <a:cubicBezTo>
                  <a:pt x="861088" y="2401358"/>
                  <a:pt x="866436" y="2402166"/>
                  <a:pt x="871671" y="2403475"/>
                </a:cubicBezTo>
                <a:cubicBezTo>
                  <a:pt x="874918" y="2404287"/>
                  <a:pt x="877949" y="2405838"/>
                  <a:pt x="881196" y="2406650"/>
                </a:cubicBezTo>
                <a:cubicBezTo>
                  <a:pt x="886431" y="2407959"/>
                  <a:pt x="891836" y="2408516"/>
                  <a:pt x="897071" y="2409825"/>
                </a:cubicBezTo>
                <a:cubicBezTo>
                  <a:pt x="900318" y="2410637"/>
                  <a:pt x="903378" y="2412081"/>
                  <a:pt x="906596" y="2413000"/>
                </a:cubicBezTo>
                <a:cubicBezTo>
                  <a:pt x="910792" y="2414199"/>
                  <a:pt x="915063" y="2415117"/>
                  <a:pt x="919296" y="2416175"/>
                </a:cubicBezTo>
                <a:cubicBezTo>
                  <a:pt x="922471" y="2419350"/>
                  <a:pt x="925393" y="2422800"/>
                  <a:pt x="928821" y="2425700"/>
                </a:cubicBezTo>
                <a:cubicBezTo>
                  <a:pt x="954620" y="2447530"/>
                  <a:pt x="951808" y="2445258"/>
                  <a:pt x="970096" y="2457450"/>
                </a:cubicBezTo>
                <a:cubicBezTo>
                  <a:pt x="975126" y="2467510"/>
                  <a:pt x="977728" y="2474607"/>
                  <a:pt x="985971" y="2482850"/>
                </a:cubicBezTo>
                <a:cubicBezTo>
                  <a:pt x="989713" y="2486592"/>
                  <a:pt x="994438" y="2489200"/>
                  <a:pt x="998671" y="2492375"/>
                </a:cubicBezTo>
                <a:cubicBezTo>
                  <a:pt x="1006356" y="2515430"/>
                  <a:pt x="995353" y="2485767"/>
                  <a:pt x="1011371" y="2514600"/>
                </a:cubicBezTo>
                <a:cubicBezTo>
                  <a:pt x="1022588" y="2534790"/>
                  <a:pt x="1010186" y="2527963"/>
                  <a:pt x="1027246" y="2533650"/>
                </a:cubicBezTo>
                <a:cubicBezTo>
                  <a:pt x="1030421" y="2537883"/>
                  <a:pt x="1034146" y="2541756"/>
                  <a:pt x="1036771" y="2546350"/>
                </a:cubicBezTo>
                <a:cubicBezTo>
                  <a:pt x="1038431" y="2549256"/>
                  <a:pt x="1038090" y="2553090"/>
                  <a:pt x="1039946" y="2555875"/>
                </a:cubicBezTo>
                <a:cubicBezTo>
                  <a:pt x="1042437" y="2559611"/>
                  <a:pt x="1046596" y="2561951"/>
                  <a:pt x="1049471" y="2565400"/>
                </a:cubicBezTo>
                <a:cubicBezTo>
                  <a:pt x="1073648" y="2594413"/>
                  <a:pt x="1030363" y="2549467"/>
                  <a:pt x="1068521" y="2587625"/>
                </a:cubicBezTo>
                <a:cubicBezTo>
                  <a:pt x="1069579" y="2591858"/>
                  <a:pt x="1070164" y="2596239"/>
                  <a:pt x="1071696" y="2600325"/>
                </a:cubicBezTo>
                <a:cubicBezTo>
                  <a:pt x="1073358" y="2604757"/>
                  <a:pt x="1076686" y="2608492"/>
                  <a:pt x="1078046" y="2613025"/>
                </a:cubicBezTo>
                <a:cubicBezTo>
                  <a:pt x="1079896" y="2619191"/>
                  <a:pt x="1080069" y="2625741"/>
                  <a:pt x="1081221" y="2632075"/>
                </a:cubicBezTo>
                <a:cubicBezTo>
                  <a:pt x="1090096" y="2680888"/>
                  <a:pt x="1078215" y="2610865"/>
                  <a:pt x="1087571" y="2667000"/>
                </a:cubicBezTo>
                <a:cubicBezTo>
                  <a:pt x="1084830" y="2721811"/>
                  <a:pt x="1087651" y="2714188"/>
                  <a:pt x="1081221" y="2749550"/>
                </a:cubicBezTo>
                <a:cubicBezTo>
                  <a:pt x="1080256" y="2754859"/>
                  <a:pt x="1079597" y="2760256"/>
                  <a:pt x="1078046" y="2765425"/>
                </a:cubicBezTo>
                <a:cubicBezTo>
                  <a:pt x="1076408" y="2770884"/>
                  <a:pt x="1073813" y="2776008"/>
                  <a:pt x="1071696" y="2781300"/>
                </a:cubicBezTo>
                <a:cubicBezTo>
                  <a:pt x="1064247" y="2848344"/>
                  <a:pt x="1074248" y="2781468"/>
                  <a:pt x="1062171" y="2825750"/>
                </a:cubicBezTo>
                <a:cubicBezTo>
                  <a:pt x="1060477" y="2831961"/>
                  <a:pt x="1061032" y="2838693"/>
                  <a:pt x="1058996" y="2844800"/>
                </a:cubicBezTo>
                <a:cubicBezTo>
                  <a:pt x="1057789" y="2848420"/>
                  <a:pt x="1054499" y="2850989"/>
                  <a:pt x="1052646" y="2854325"/>
                </a:cubicBezTo>
                <a:cubicBezTo>
                  <a:pt x="1049198" y="2860531"/>
                  <a:pt x="1047381" y="2867695"/>
                  <a:pt x="1043121" y="2873375"/>
                </a:cubicBezTo>
                <a:cubicBezTo>
                  <a:pt x="1040831" y="2876428"/>
                  <a:pt x="1036527" y="2877282"/>
                  <a:pt x="1033596" y="2879725"/>
                </a:cubicBezTo>
                <a:cubicBezTo>
                  <a:pt x="1030147" y="2882600"/>
                  <a:pt x="1026681" y="2885596"/>
                  <a:pt x="1024071" y="2889250"/>
                </a:cubicBezTo>
                <a:cubicBezTo>
                  <a:pt x="989581" y="2937536"/>
                  <a:pt x="1053276" y="2860364"/>
                  <a:pt x="1005021" y="2914650"/>
                </a:cubicBezTo>
                <a:cubicBezTo>
                  <a:pt x="1000519" y="2919715"/>
                  <a:pt x="996307" y="2925044"/>
                  <a:pt x="992321" y="2930525"/>
                </a:cubicBezTo>
                <a:cubicBezTo>
                  <a:pt x="987832" y="2936697"/>
                  <a:pt x="985971" y="2945342"/>
                  <a:pt x="979621" y="2949575"/>
                </a:cubicBezTo>
                <a:lnTo>
                  <a:pt x="970096" y="2955925"/>
                </a:lnTo>
                <a:cubicBezTo>
                  <a:pt x="965033" y="2963520"/>
                  <a:pt x="961999" y="2969419"/>
                  <a:pt x="954221" y="2974975"/>
                </a:cubicBezTo>
                <a:cubicBezTo>
                  <a:pt x="950370" y="2977726"/>
                  <a:pt x="945580" y="2978890"/>
                  <a:pt x="941521" y="2981325"/>
                </a:cubicBezTo>
                <a:cubicBezTo>
                  <a:pt x="934977" y="2985252"/>
                  <a:pt x="928576" y="2989446"/>
                  <a:pt x="922471" y="2994025"/>
                </a:cubicBezTo>
                <a:cubicBezTo>
                  <a:pt x="918238" y="2997200"/>
                  <a:pt x="914504" y="3001183"/>
                  <a:pt x="909771" y="3003550"/>
                </a:cubicBezTo>
                <a:cubicBezTo>
                  <a:pt x="905868" y="3005501"/>
                  <a:pt x="901304" y="3005667"/>
                  <a:pt x="897071" y="3006725"/>
                </a:cubicBezTo>
                <a:cubicBezTo>
                  <a:pt x="894954" y="3009900"/>
                  <a:pt x="893896" y="3014133"/>
                  <a:pt x="890721" y="3016250"/>
                </a:cubicBezTo>
                <a:cubicBezTo>
                  <a:pt x="887090" y="3018671"/>
                  <a:pt x="882049" y="3017747"/>
                  <a:pt x="878021" y="3019425"/>
                </a:cubicBezTo>
                <a:cubicBezTo>
                  <a:pt x="869283" y="3023066"/>
                  <a:pt x="860497" y="3026874"/>
                  <a:pt x="852621" y="3032125"/>
                </a:cubicBezTo>
                <a:cubicBezTo>
                  <a:pt x="849446" y="3034242"/>
                  <a:pt x="846583" y="3036925"/>
                  <a:pt x="843096" y="3038475"/>
                </a:cubicBezTo>
                <a:cubicBezTo>
                  <a:pt x="836979" y="3041193"/>
                  <a:pt x="824046" y="3044825"/>
                  <a:pt x="824046" y="3044825"/>
                </a:cubicBezTo>
                <a:cubicBezTo>
                  <a:pt x="811346" y="3043767"/>
                  <a:pt x="798682" y="3041195"/>
                  <a:pt x="785946" y="3041650"/>
                </a:cubicBezTo>
                <a:cubicBezTo>
                  <a:pt x="693753" y="3044943"/>
                  <a:pt x="768542" y="3052175"/>
                  <a:pt x="709746" y="3044825"/>
                </a:cubicBezTo>
                <a:cubicBezTo>
                  <a:pt x="706571" y="3043767"/>
                  <a:pt x="703214" y="3043147"/>
                  <a:pt x="700221" y="3041650"/>
                </a:cubicBezTo>
                <a:cubicBezTo>
                  <a:pt x="675602" y="3029340"/>
                  <a:pt x="705112" y="3040105"/>
                  <a:pt x="681171" y="3032125"/>
                </a:cubicBezTo>
                <a:cubicBezTo>
                  <a:pt x="662418" y="3013372"/>
                  <a:pt x="681972" y="3029659"/>
                  <a:pt x="658946" y="3019425"/>
                </a:cubicBezTo>
                <a:cubicBezTo>
                  <a:pt x="653307" y="3016919"/>
                  <a:pt x="648710" y="3012406"/>
                  <a:pt x="643071" y="3009900"/>
                </a:cubicBezTo>
                <a:cubicBezTo>
                  <a:pt x="624760" y="3001762"/>
                  <a:pt x="636324" y="3011289"/>
                  <a:pt x="620846" y="3003550"/>
                </a:cubicBezTo>
                <a:cubicBezTo>
                  <a:pt x="615326" y="3000790"/>
                  <a:pt x="610491" y="2996785"/>
                  <a:pt x="604971" y="2994025"/>
                </a:cubicBezTo>
                <a:cubicBezTo>
                  <a:pt x="601978" y="2992528"/>
                  <a:pt x="598504" y="2992209"/>
                  <a:pt x="595446" y="2990850"/>
                </a:cubicBezTo>
                <a:cubicBezTo>
                  <a:pt x="561277" y="2975664"/>
                  <a:pt x="588595" y="2987389"/>
                  <a:pt x="566871" y="2974975"/>
                </a:cubicBezTo>
                <a:cubicBezTo>
                  <a:pt x="562762" y="2972627"/>
                  <a:pt x="558022" y="2971376"/>
                  <a:pt x="554171" y="2968625"/>
                </a:cubicBezTo>
                <a:cubicBezTo>
                  <a:pt x="550517" y="2966015"/>
                  <a:pt x="548121" y="2961943"/>
                  <a:pt x="544646" y="2959100"/>
                </a:cubicBezTo>
                <a:cubicBezTo>
                  <a:pt x="536455" y="2952398"/>
                  <a:pt x="525117" y="2948856"/>
                  <a:pt x="519246" y="2940050"/>
                </a:cubicBezTo>
                <a:cubicBezTo>
                  <a:pt x="512623" y="2930115"/>
                  <a:pt x="502580" y="2913859"/>
                  <a:pt x="493846" y="2905125"/>
                </a:cubicBezTo>
                <a:cubicBezTo>
                  <a:pt x="491148" y="2902427"/>
                  <a:pt x="487496" y="2900892"/>
                  <a:pt x="484321" y="2898775"/>
                </a:cubicBezTo>
                <a:cubicBezTo>
                  <a:pt x="476805" y="2883743"/>
                  <a:pt x="467240" y="2862644"/>
                  <a:pt x="455746" y="2851150"/>
                </a:cubicBezTo>
                <a:lnTo>
                  <a:pt x="446221" y="2841625"/>
                </a:lnTo>
                <a:cubicBezTo>
                  <a:pt x="444104" y="2836333"/>
                  <a:pt x="441872" y="2831086"/>
                  <a:pt x="439871" y="2825750"/>
                </a:cubicBezTo>
                <a:cubicBezTo>
                  <a:pt x="438696" y="2822616"/>
                  <a:pt x="438787" y="2818838"/>
                  <a:pt x="436696" y="2816225"/>
                </a:cubicBezTo>
                <a:cubicBezTo>
                  <a:pt x="434312" y="2813245"/>
                  <a:pt x="430346" y="2811992"/>
                  <a:pt x="427171" y="2809875"/>
                </a:cubicBezTo>
                <a:cubicBezTo>
                  <a:pt x="416124" y="2776733"/>
                  <a:pt x="421298" y="2797501"/>
                  <a:pt x="417646" y="2746375"/>
                </a:cubicBezTo>
                <a:cubicBezTo>
                  <a:pt x="418704" y="2738967"/>
                  <a:pt x="420224" y="2731610"/>
                  <a:pt x="420821" y="2724150"/>
                </a:cubicBezTo>
                <a:cubicBezTo>
                  <a:pt x="426127" y="2657822"/>
                  <a:pt x="417621" y="2686124"/>
                  <a:pt x="427171" y="2657475"/>
                </a:cubicBezTo>
                <a:cubicBezTo>
                  <a:pt x="428229" y="2644775"/>
                  <a:pt x="430346" y="2632119"/>
                  <a:pt x="430346" y="2619375"/>
                </a:cubicBezTo>
                <a:cubicBezTo>
                  <a:pt x="430346" y="2615011"/>
                  <a:pt x="429897" y="2610082"/>
                  <a:pt x="427171" y="2606675"/>
                </a:cubicBezTo>
                <a:cubicBezTo>
                  <a:pt x="425080" y="2604062"/>
                  <a:pt x="420821" y="2604558"/>
                  <a:pt x="417646" y="2603500"/>
                </a:cubicBezTo>
                <a:cubicBezTo>
                  <a:pt x="413413" y="2606675"/>
                  <a:pt x="410112" y="2611877"/>
                  <a:pt x="404946" y="2613025"/>
                </a:cubicBezTo>
                <a:cubicBezTo>
                  <a:pt x="399678" y="2614196"/>
                  <a:pt x="394467" y="2609850"/>
                  <a:pt x="389071" y="2609850"/>
                </a:cubicBezTo>
                <a:cubicBezTo>
                  <a:pt x="364706" y="2609850"/>
                  <a:pt x="340388" y="2611967"/>
                  <a:pt x="316046" y="2613025"/>
                </a:cubicBezTo>
                <a:cubicBezTo>
                  <a:pt x="312871" y="2611967"/>
                  <a:pt x="309739" y="2610769"/>
                  <a:pt x="306521" y="2609850"/>
                </a:cubicBezTo>
                <a:cubicBezTo>
                  <a:pt x="295887" y="2606812"/>
                  <a:pt x="284831" y="2605355"/>
                  <a:pt x="274771" y="2600325"/>
                </a:cubicBezTo>
                <a:cubicBezTo>
                  <a:pt x="270538" y="2598208"/>
                  <a:pt x="266180" y="2596323"/>
                  <a:pt x="262071" y="2593975"/>
                </a:cubicBezTo>
                <a:cubicBezTo>
                  <a:pt x="258758" y="2592082"/>
                  <a:pt x="256119" y="2588965"/>
                  <a:pt x="252546" y="2587625"/>
                </a:cubicBezTo>
                <a:cubicBezTo>
                  <a:pt x="248996" y="2586294"/>
                  <a:pt x="219761" y="2581632"/>
                  <a:pt x="217621" y="2581275"/>
                </a:cubicBezTo>
                <a:cubicBezTo>
                  <a:pt x="212329" y="2579158"/>
                  <a:pt x="207102" y="2576873"/>
                  <a:pt x="201746" y="2574925"/>
                </a:cubicBezTo>
                <a:cubicBezTo>
                  <a:pt x="195456" y="2572638"/>
                  <a:pt x="188911" y="2571061"/>
                  <a:pt x="182696" y="2568575"/>
                </a:cubicBezTo>
                <a:lnTo>
                  <a:pt x="166821" y="2562225"/>
                </a:lnTo>
                <a:cubicBezTo>
                  <a:pt x="163646" y="2559050"/>
                  <a:pt x="160840" y="2555457"/>
                  <a:pt x="157296" y="2552700"/>
                </a:cubicBezTo>
                <a:cubicBezTo>
                  <a:pt x="151272" y="2548015"/>
                  <a:pt x="138246" y="2540000"/>
                  <a:pt x="138246" y="2540000"/>
                </a:cubicBezTo>
                <a:cubicBezTo>
                  <a:pt x="123281" y="2517552"/>
                  <a:pt x="142825" y="2544579"/>
                  <a:pt x="119196" y="2520950"/>
                </a:cubicBezTo>
                <a:cubicBezTo>
                  <a:pt x="115454" y="2517208"/>
                  <a:pt x="113156" y="2512232"/>
                  <a:pt x="109671" y="2508250"/>
                </a:cubicBezTo>
                <a:cubicBezTo>
                  <a:pt x="98892" y="2495931"/>
                  <a:pt x="99008" y="2496908"/>
                  <a:pt x="87446" y="2489200"/>
                </a:cubicBezTo>
                <a:cubicBezTo>
                  <a:pt x="83213" y="2481792"/>
                  <a:pt x="79639" y="2473965"/>
                  <a:pt x="74746" y="2466975"/>
                </a:cubicBezTo>
                <a:cubicBezTo>
                  <a:pt x="72171" y="2463297"/>
                  <a:pt x="67402" y="2461375"/>
                  <a:pt x="65221" y="2457450"/>
                </a:cubicBezTo>
                <a:cubicBezTo>
                  <a:pt x="38198" y="2408808"/>
                  <a:pt x="81813" y="2467077"/>
                  <a:pt x="46171" y="2422525"/>
                </a:cubicBezTo>
                <a:cubicBezTo>
                  <a:pt x="45113" y="2419350"/>
                  <a:pt x="43915" y="2416218"/>
                  <a:pt x="42996" y="2413000"/>
                </a:cubicBezTo>
                <a:cubicBezTo>
                  <a:pt x="41797" y="2408804"/>
                  <a:pt x="41353" y="2404386"/>
                  <a:pt x="39821" y="2400300"/>
                </a:cubicBezTo>
                <a:cubicBezTo>
                  <a:pt x="38159" y="2395868"/>
                  <a:pt x="35588" y="2391833"/>
                  <a:pt x="33471" y="2387600"/>
                </a:cubicBezTo>
                <a:cubicBezTo>
                  <a:pt x="31568" y="2376183"/>
                  <a:pt x="31384" y="2368973"/>
                  <a:pt x="27121" y="2359025"/>
                </a:cubicBezTo>
                <a:cubicBezTo>
                  <a:pt x="21669" y="2346304"/>
                  <a:pt x="20574" y="2348714"/>
                  <a:pt x="17596" y="2336800"/>
                </a:cubicBezTo>
                <a:lnTo>
                  <a:pt x="11246" y="2311400"/>
                </a:lnTo>
                <a:cubicBezTo>
                  <a:pt x="10188" y="2301875"/>
                  <a:pt x="9426" y="2292312"/>
                  <a:pt x="8071" y="2282825"/>
                </a:cubicBezTo>
                <a:cubicBezTo>
                  <a:pt x="7308" y="2277483"/>
                  <a:pt x="5717" y="2272284"/>
                  <a:pt x="4896" y="2266950"/>
                </a:cubicBezTo>
                <a:cubicBezTo>
                  <a:pt x="3599" y="2258517"/>
                  <a:pt x="2779" y="2250017"/>
                  <a:pt x="1721" y="2241550"/>
                </a:cubicBezTo>
                <a:cubicBezTo>
                  <a:pt x="2779" y="2232025"/>
                  <a:pt x="-4557" y="2214551"/>
                  <a:pt x="4896" y="2212975"/>
                </a:cubicBezTo>
                <a:cubicBezTo>
                  <a:pt x="18507" y="2210706"/>
                  <a:pt x="26604" y="2231235"/>
                  <a:pt x="39821" y="2235200"/>
                </a:cubicBezTo>
                <a:lnTo>
                  <a:pt x="71571" y="2244725"/>
                </a:lnTo>
                <a:cubicBezTo>
                  <a:pt x="86388" y="2243667"/>
                  <a:pt x="101167" y="2241550"/>
                  <a:pt x="116021" y="2241550"/>
                </a:cubicBezTo>
                <a:cubicBezTo>
                  <a:pt x="123505" y="2241550"/>
                  <a:pt x="130762" y="2244725"/>
                  <a:pt x="138246" y="2244725"/>
                </a:cubicBezTo>
                <a:cubicBezTo>
                  <a:pt x="144684" y="2244725"/>
                  <a:pt x="150930" y="2242505"/>
                  <a:pt x="157296" y="2241550"/>
                </a:cubicBezTo>
                <a:cubicBezTo>
                  <a:pt x="212114" y="2233327"/>
                  <a:pt x="185944" y="2239715"/>
                  <a:pt x="223971" y="2228850"/>
                </a:cubicBezTo>
                <a:cubicBezTo>
                  <a:pt x="229263" y="2225675"/>
                  <a:pt x="234428" y="2222280"/>
                  <a:pt x="239846" y="2219325"/>
                </a:cubicBezTo>
                <a:cubicBezTo>
                  <a:pt x="246079" y="2215925"/>
                  <a:pt x="253292" y="2214159"/>
                  <a:pt x="258896" y="2209800"/>
                </a:cubicBezTo>
                <a:cubicBezTo>
                  <a:pt x="264314" y="2205586"/>
                  <a:pt x="270098" y="2193182"/>
                  <a:pt x="274771" y="2187575"/>
                </a:cubicBezTo>
                <a:cubicBezTo>
                  <a:pt x="277646" y="2184126"/>
                  <a:pt x="281121" y="2181225"/>
                  <a:pt x="284296" y="2178050"/>
                </a:cubicBezTo>
                <a:cubicBezTo>
                  <a:pt x="286413" y="2169583"/>
                  <a:pt x="293406" y="2160929"/>
                  <a:pt x="290646" y="2152650"/>
                </a:cubicBezTo>
                <a:cubicBezTo>
                  <a:pt x="289588" y="2149475"/>
                  <a:pt x="284296" y="2142067"/>
                  <a:pt x="287471" y="2143125"/>
                </a:cubicBezTo>
                <a:cubicBezTo>
                  <a:pt x="293151" y="2145018"/>
                  <a:pt x="295094" y="2152652"/>
                  <a:pt x="300171" y="2155825"/>
                </a:cubicBezTo>
                <a:cubicBezTo>
                  <a:pt x="303871" y="2158138"/>
                  <a:pt x="308691" y="2157746"/>
                  <a:pt x="312871" y="2159000"/>
                </a:cubicBezTo>
                <a:cubicBezTo>
                  <a:pt x="351892" y="2170706"/>
                  <a:pt x="313648" y="2164132"/>
                  <a:pt x="379546" y="2168525"/>
                </a:cubicBezTo>
                <a:cubicBezTo>
                  <a:pt x="388013" y="2166408"/>
                  <a:pt x="396352" y="2163692"/>
                  <a:pt x="404946" y="2162175"/>
                </a:cubicBezTo>
                <a:cubicBezTo>
                  <a:pt x="436021" y="2156691"/>
                  <a:pt x="430668" y="2163601"/>
                  <a:pt x="458921" y="2149475"/>
                </a:cubicBezTo>
                <a:cubicBezTo>
                  <a:pt x="488990" y="2134441"/>
                  <a:pt x="516789" y="2114780"/>
                  <a:pt x="547821" y="2101850"/>
                </a:cubicBezTo>
                <a:cubicBezTo>
                  <a:pt x="560521" y="2096558"/>
                  <a:pt x="573894" y="2092657"/>
                  <a:pt x="585921" y="2085975"/>
                </a:cubicBezTo>
                <a:cubicBezTo>
                  <a:pt x="651186" y="2049717"/>
                  <a:pt x="568450" y="2084708"/>
                  <a:pt x="620846" y="2063750"/>
                </a:cubicBezTo>
                <a:cubicBezTo>
                  <a:pt x="637385" y="2047211"/>
                  <a:pt x="644632" y="2042359"/>
                  <a:pt x="655771" y="2025650"/>
                </a:cubicBezTo>
                <a:cubicBezTo>
                  <a:pt x="659194" y="2020515"/>
                  <a:pt x="661507" y="2014646"/>
                  <a:pt x="665296" y="2009775"/>
                </a:cubicBezTo>
                <a:cubicBezTo>
                  <a:pt x="668972" y="2005049"/>
                  <a:pt x="674404" y="2001864"/>
                  <a:pt x="677996" y="1997075"/>
                </a:cubicBezTo>
                <a:cubicBezTo>
                  <a:pt x="680836" y="1993289"/>
                  <a:pt x="682047" y="1988512"/>
                  <a:pt x="684346" y="1984375"/>
                </a:cubicBezTo>
                <a:cubicBezTo>
                  <a:pt x="687343" y="1978980"/>
                  <a:pt x="690600" y="1973733"/>
                  <a:pt x="693871" y="1968500"/>
                </a:cubicBezTo>
                <a:cubicBezTo>
                  <a:pt x="695893" y="1965264"/>
                  <a:pt x="698394" y="1962325"/>
                  <a:pt x="700221" y="1958975"/>
                </a:cubicBezTo>
                <a:cubicBezTo>
                  <a:pt x="704754" y="1950665"/>
                  <a:pt x="709928" y="1942555"/>
                  <a:pt x="712921" y="1933575"/>
                </a:cubicBezTo>
                <a:cubicBezTo>
                  <a:pt x="713979" y="1930400"/>
                  <a:pt x="714599" y="1927043"/>
                  <a:pt x="716096" y="1924050"/>
                </a:cubicBezTo>
                <a:cubicBezTo>
                  <a:pt x="718856" y="1918530"/>
                  <a:pt x="722861" y="1913695"/>
                  <a:pt x="725621" y="1908175"/>
                </a:cubicBezTo>
                <a:cubicBezTo>
                  <a:pt x="727118" y="1905182"/>
                  <a:pt x="732143" y="1898650"/>
                  <a:pt x="728796" y="1898650"/>
                </a:cubicBezTo>
                <a:cubicBezTo>
                  <a:pt x="724980" y="1898650"/>
                  <a:pt x="720739" y="1904762"/>
                  <a:pt x="722446" y="1908175"/>
                </a:cubicBezTo>
                <a:cubicBezTo>
                  <a:pt x="723943" y="1911168"/>
                  <a:pt x="728796" y="1906058"/>
                  <a:pt x="731971" y="1905000"/>
                </a:cubicBezTo>
                <a:cubicBezTo>
                  <a:pt x="735146" y="1907117"/>
                  <a:pt x="738798" y="1908652"/>
                  <a:pt x="741496" y="1911350"/>
                </a:cubicBezTo>
                <a:cubicBezTo>
                  <a:pt x="744194" y="1914048"/>
                  <a:pt x="744671" y="1918758"/>
                  <a:pt x="747846" y="1920875"/>
                </a:cubicBezTo>
                <a:cubicBezTo>
                  <a:pt x="751477" y="1923296"/>
                  <a:pt x="756366" y="1922796"/>
                  <a:pt x="760546" y="1924050"/>
                </a:cubicBezTo>
                <a:cubicBezTo>
                  <a:pt x="766957" y="1925973"/>
                  <a:pt x="773856" y="1926956"/>
                  <a:pt x="779596" y="1930400"/>
                </a:cubicBezTo>
                <a:cubicBezTo>
                  <a:pt x="813895" y="1950979"/>
                  <a:pt x="779103" y="1932199"/>
                  <a:pt x="808171" y="1943100"/>
                </a:cubicBezTo>
                <a:cubicBezTo>
                  <a:pt x="812603" y="1944762"/>
                  <a:pt x="816857" y="1946942"/>
                  <a:pt x="820871" y="1949450"/>
                </a:cubicBezTo>
                <a:cubicBezTo>
                  <a:pt x="825358" y="1952255"/>
                  <a:pt x="828437" y="1957692"/>
                  <a:pt x="833571" y="1958975"/>
                </a:cubicBezTo>
                <a:cubicBezTo>
                  <a:pt x="845935" y="1962066"/>
                  <a:pt x="858984" y="1960942"/>
                  <a:pt x="871671" y="1962150"/>
                </a:cubicBezTo>
                <a:cubicBezTo>
                  <a:pt x="881211" y="1963059"/>
                  <a:pt x="890721" y="1964267"/>
                  <a:pt x="900246" y="1965325"/>
                </a:cubicBezTo>
                <a:cubicBezTo>
                  <a:pt x="905538" y="1963208"/>
                  <a:pt x="910913" y="1961290"/>
                  <a:pt x="916121" y="1958975"/>
                </a:cubicBezTo>
                <a:cubicBezTo>
                  <a:pt x="920446" y="1957053"/>
                  <a:pt x="924229" y="1953773"/>
                  <a:pt x="928821" y="1952625"/>
                </a:cubicBezTo>
                <a:cubicBezTo>
                  <a:pt x="937099" y="1950556"/>
                  <a:pt x="945754" y="1950508"/>
                  <a:pt x="954221" y="1949450"/>
                </a:cubicBezTo>
                <a:cubicBezTo>
                  <a:pt x="961629" y="1947333"/>
                  <a:pt x="969205" y="1945733"/>
                  <a:pt x="976446" y="1943100"/>
                </a:cubicBezTo>
                <a:cubicBezTo>
                  <a:pt x="980894" y="1941483"/>
                  <a:pt x="984656" y="1938247"/>
                  <a:pt x="989146" y="1936750"/>
                </a:cubicBezTo>
                <a:cubicBezTo>
                  <a:pt x="994266" y="1935043"/>
                  <a:pt x="999753" y="1934746"/>
                  <a:pt x="1005021" y="1933575"/>
                </a:cubicBezTo>
                <a:cubicBezTo>
                  <a:pt x="1015084" y="1931339"/>
                  <a:pt x="1024335" y="1928989"/>
                  <a:pt x="1033596" y="1924050"/>
                </a:cubicBezTo>
                <a:cubicBezTo>
                  <a:pt x="1038867" y="1921239"/>
                  <a:pt x="1064275" y="1906219"/>
                  <a:pt x="1074871" y="1898650"/>
                </a:cubicBezTo>
                <a:cubicBezTo>
                  <a:pt x="1079177" y="1895574"/>
                  <a:pt x="1083638" y="1892665"/>
                  <a:pt x="1087571" y="1889125"/>
                </a:cubicBezTo>
                <a:cubicBezTo>
                  <a:pt x="1115567" y="1863929"/>
                  <a:pt x="1095638" y="1875567"/>
                  <a:pt x="1119321" y="1863725"/>
                </a:cubicBezTo>
                <a:cubicBezTo>
                  <a:pt x="1131487" y="1847503"/>
                  <a:pt x="1138954" y="1836300"/>
                  <a:pt x="1157421" y="1822450"/>
                </a:cubicBezTo>
                <a:cubicBezTo>
                  <a:pt x="1167459" y="1814921"/>
                  <a:pt x="1171686" y="1812687"/>
                  <a:pt x="1179646" y="1803400"/>
                </a:cubicBezTo>
                <a:cubicBezTo>
                  <a:pt x="1189402" y="1792018"/>
                  <a:pt x="1190497" y="1787943"/>
                  <a:pt x="1198696" y="1774825"/>
                </a:cubicBezTo>
                <a:cubicBezTo>
                  <a:pt x="1200718" y="1771589"/>
                  <a:pt x="1202115" y="1767743"/>
                  <a:pt x="1205046" y="1765300"/>
                </a:cubicBezTo>
                <a:cubicBezTo>
                  <a:pt x="1208682" y="1762270"/>
                  <a:pt x="1213513" y="1761067"/>
                  <a:pt x="1217746" y="1758950"/>
                </a:cubicBezTo>
                <a:cubicBezTo>
                  <a:pt x="1259702" y="1769439"/>
                  <a:pt x="1234486" y="1766382"/>
                  <a:pt x="1293946" y="1758950"/>
                </a:cubicBezTo>
                <a:cubicBezTo>
                  <a:pt x="1306646" y="1753658"/>
                  <a:pt x="1320100" y="1749901"/>
                  <a:pt x="1332046" y="1743075"/>
                </a:cubicBezTo>
                <a:cubicBezTo>
                  <a:pt x="1370837" y="1720909"/>
                  <a:pt x="1347171" y="1735108"/>
                  <a:pt x="1401896" y="1698625"/>
                </a:cubicBezTo>
                <a:cubicBezTo>
                  <a:pt x="1408246" y="1694392"/>
                  <a:pt x="1415920" y="1691668"/>
                  <a:pt x="1420946" y="1685925"/>
                </a:cubicBezTo>
                <a:cubicBezTo>
                  <a:pt x="1447633" y="1655425"/>
                  <a:pt x="1434386" y="1667553"/>
                  <a:pt x="1459046" y="1647825"/>
                </a:cubicBezTo>
                <a:cubicBezTo>
                  <a:pt x="1465396" y="1637242"/>
                  <a:pt x="1472576" y="1627114"/>
                  <a:pt x="1478096" y="1616075"/>
                </a:cubicBezTo>
                <a:lnTo>
                  <a:pt x="1497146" y="1577975"/>
                </a:lnTo>
                <a:cubicBezTo>
                  <a:pt x="1498204" y="1572683"/>
                  <a:pt x="1498477" y="1567172"/>
                  <a:pt x="1500321" y="1562100"/>
                </a:cubicBezTo>
                <a:cubicBezTo>
                  <a:pt x="1502747" y="1555428"/>
                  <a:pt x="1507049" y="1549575"/>
                  <a:pt x="1509846" y="1543050"/>
                </a:cubicBezTo>
                <a:cubicBezTo>
                  <a:pt x="1513408" y="1534739"/>
                  <a:pt x="1516196" y="1526117"/>
                  <a:pt x="1519371" y="1517650"/>
                </a:cubicBezTo>
                <a:cubicBezTo>
                  <a:pt x="1517236" y="1481359"/>
                  <a:pt x="1522455" y="1473017"/>
                  <a:pt x="1509846" y="1447800"/>
                </a:cubicBezTo>
                <a:cubicBezTo>
                  <a:pt x="1508139" y="1444387"/>
                  <a:pt x="1505613" y="1441450"/>
                  <a:pt x="1503496" y="1438275"/>
                </a:cubicBezTo>
                <a:cubicBezTo>
                  <a:pt x="1502438" y="1432983"/>
                  <a:pt x="1500321" y="1427796"/>
                  <a:pt x="1500321" y="1422400"/>
                </a:cubicBezTo>
                <a:cubicBezTo>
                  <a:pt x="1500321" y="1420896"/>
                  <a:pt x="1505973" y="1371682"/>
                  <a:pt x="1506671" y="1368425"/>
                </a:cubicBezTo>
                <a:cubicBezTo>
                  <a:pt x="1508073" y="1361880"/>
                  <a:pt x="1511921" y="1355977"/>
                  <a:pt x="1513021" y="1349375"/>
                </a:cubicBezTo>
                <a:cubicBezTo>
                  <a:pt x="1517083" y="1325002"/>
                  <a:pt x="1514933" y="1336638"/>
                  <a:pt x="1519371" y="1314450"/>
                </a:cubicBezTo>
                <a:cubicBezTo>
                  <a:pt x="1518313" y="1309158"/>
                  <a:pt x="1519056" y="1303151"/>
                  <a:pt x="1516196" y="1298575"/>
                </a:cubicBezTo>
                <a:cubicBezTo>
                  <a:pt x="1513391" y="1294088"/>
                  <a:pt x="1508301" y="1291268"/>
                  <a:pt x="1503496" y="1289050"/>
                </a:cubicBezTo>
                <a:cubicBezTo>
                  <a:pt x="1486318" y="1281122"/>
                  <a:pt x="1475889" y="1279719"/>
                  <a:pt x="1459046" y="1276350"/>
                </a:cubicBezTo>
                <a:lnTo>
                  <a:pt x="1309821" y="1168400"/>
                </a:lnTo>
                <a:cubicBezTo>
                  <a:pt x="1299238" y="1148292"/>
                  <a:pt x="1287106" y="1128925"/>
                  <a:pt x="1278071" y="1108075"/>
                </a:cubicBezTo>
                <a:cubicBezTo>
                  <a:pt x="1268923" y="1086965"/>
                  <a:pt x="1269425" y="1074369"/>
                  <a:pt x="1265371" y="1054100"/>
                </a:cubicBezTo>
                <a:cubicBezTo>
                  <a:pt x="1264515" y="1049821"/>
                  <a:pt x="1262196" y="1045764"/>
                  <a:pt x="1262196" y="1041400"/>
                </a:cubicBezTo>
                <a:cubicBezTo>
                  <a:pt x="1262196" y="1038053"/>
                  <a:pt x="1259550" y="1046692"/>
                  <a:pt x="1259021" y="1047750"/>
                </a:cubicBezTo>
                <a:close/>
              </a:path>
            </a:pathLst>
          </a:custGeom>
          <a:solidFill>
            <a:schemeClr val="bg2">
              <a:lumMod val="1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0809424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6"/>
    </p:ext>
  </p:extLst>
</p:sld>
</file>

<file path=ppt/slides/slide2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>
            <p:custDataLst>
              <p:tags r:id="rId2"/>
            </p:custDataLst>
          </p:nvPr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3CA98BBD-3987-23E8-D2DF-BA7397C7DCA8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321340" y="5653216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 (</a:t>
            </a:r>
            <a:r>
              <a:rPr lang="zh-HK" altLang="en-US" sz="3200" b="1" dirty="0">
                <a:solidFill>
                  <a:srgbClr val="040C28"/>
                </a:solidFill>
                <a:latin typeface="Google Sans"/>
              </a:rPr>
              <a:t>多</a:t>
            </a:r>
            <a:r>
              <a:rPr lang="en-US" altLang="zh-HK" sz="3200" b="0" i="0" dirty="0">
                <a:solidFill>
                  <a:srgbClr val="040C28"/>
                </a:solidFill>
                <a:effectLst/>
                <a:latin typeface="Google Sans"/>
              </a:rPr>
              <a:t>)</a:t>
            </a:r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-</a:t>
            </a:r>
            <a:r>
              <a:rPr lang="en-US" altLang="zh-HK" sz="3200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mer</a:t>
            </a:r>
            <a:r>
              <a:rPr lang="en-US" altLang="zh-HK" sz="18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o</a:t>
            </a:r>
            <a:r>
              <a:rPr lang="en-US" altLang="zh-HK" sz="18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>
            <p:custDataLst>
              <p:tags r:id="rId4"/>
            </p:custDataLst>
          </p:nvPr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BAD28610-590C-AAF9-FACF-8B049A001B15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357667" y="5640958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3200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Polypeptide (</a:t>
            </a:r>
            <a:r>
              <a:rPr lang="zh-HK" altLang="en-US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</a:rPr>
              <a:t>多肽</a:t>
            </a:r>
            <a:r>
              <a:rPr lang="en-US" altLang="zh-HK" sz="3200" b="0" i="0" dirty="0">
                <a:solidFill>
                  <a:schemeClr val="tx1"/>
                </a:solidFill>
                <a:effectLst/>
                <a:highlight>
                  <a:srgbClr val="FFFFFF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) Chains</a:t>
            </a:r>
            <a:r>
              <a:rPr lang="en-US" altLang="zh-HK" sz="3200" dirty="0">
                <a:latin typeface="Roboto Black" panose="02000000000000000000" pitchFamily="2" charset="0"/>
                <a:ea typeface="Roboto Black" panose="02000000000000000000" pitchFamily="2" charset="0"/>
              </a:rPr>
              <a:t>`</a:t>
            </a:r>
            <a:endParaRPr lang="zh-HK" altLang="en-US" sz="3200" dirty="0">
              <a:latin typeface="Roboto Black" panose="02000000000000000000" pitchFamily="2" charset="0"/>
            </a:endParaRPr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3574507" y="382318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4119529" y="360700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4658542" y="348192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4887125" y="30188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4609109" y="257648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>
            <p:custDataLst>
              <p:tags r:id="rId11"/>
            </p:custDataLst>
          </p:nvPr>
        </p:nvSpPr>
        <p:spPr>
          <a:xfrm>
            <a:off x="5194007" y="2549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>
            <p:custDataLst>
              <p:tags r:id="rId12"/>
            </p:custDataLst>
          </p:nvPr>
        </p:nvSpPr>
        <p:spPr>
          <a:xfrm>
            <a:off x="5789169" y="22033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>
            <p:custDataLst>
              <p:tags r:id="rId13"/>
            </p:custDataLst>
          </p:nvPr>
        </p:nvSpPr>
        <p:spPr>
          <a:xfrm>
            <a:off x="5970793" y="303137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>
            <p:custDataLst>
              <p:tags r:id="rId14"/>
            </p:custDataLst>
          </p:nvPr>
        </p:nvSpPr>
        <p:spPr>
          <a:xfrm>
            <a:off x="6534887" y="290973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>
            <p:custDataLst>
              <p:tags r:id="rId15"/>
            </p:custDataLst>
          </p:nvPr>
        </p:nvSpPr>
        <p:spPr>
          <a:xfrm>
            <a:off x="6669179" y="231977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>
            <p:custDataLst>
              <p:tags r:id="rId16"/>
            </p:custDataLst>
          </p:nvPr>
        </p:nvSpPr>
        <p:spPr>
          <a:xfrm>
            <a:off x="6384331" y="193221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>
            <p:custDataLst>
              <p:tags r:id="rId17"/>
            </p:custDataLst>
          </p:nvPr>
        </p:nvSpPr>
        <p:spPr>
          <a:xfrm>
            <a:off x="5835070" y="169330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>
            <p:custDataLst>
              <p:tags r:id="rId18"/>
            </p:custDataLst>
          </p:nvPr>
        </p:nvSpPr>
        <p:spPr>
          <a:xfrm>
            <a:off x="3986203" y="427585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>
            <p:custDataLst>
              <p:tags r:id="rId19"/>
            </p:custDataLst>
          </p:nvPr>
        </p:nvSpPr>
        <p:spPr>
          <a:xfrm>
            <a:off x="4411648" y="47274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>
            <p:custDataLst>
              <p:tags r:id="rId20"/>
            </p:custDataLst>
          </p:nvPr>
        </p:nvSpPr>
        <p:spPr>
          <a:xfrm>
            <a:off x="4222371" y="399658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>
            <p:custDataLst>
              <p:tags r:id="rId21"/>
            </p:custDataLst>
          </p:nvPr>
        </p:nvSpPr>
        <p:spPr>
          <a:xfrm>
            <a:off x="4722568" y="387734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>
            <p:custDataLst>
              <p:tags r:id="rId22"/>
            </p:custDataLst>
          </p:nvPr>
        </p:nvSpPr>
        <p:spPr>
          <a:xfrm>
            <a:off x="5054721" y="4342875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>
            <p:custDataLst>
              <p:tags r:id="rId23"/>
            </p:custDataLst>
          </p:nvPr>
        </p:nvSpPr>
        <p:spPr>
          <a:xfrm>
            <a:off x="5194007" y="380219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>
            <p:custDataLst>
              <p:tags r:id="rId24"/>
            </p:custDataLst>
          </p:nvPr>
        </p:nvSpPr>
        <p:spPr>
          <a:xfrm>
            <a:off x="5498602" y="342143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>
            <p:custDataLst>
              <p:tags r:id="rId25"/>
            </p:custDataLst>
          </p:nvPr>
        </p:nvSpPr>
        <p:spPr>
          <a:xfrm>
            <a:off x="5241390" y="296382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>
            <p:custDataLst>
              <p:tags r:id="rId26"/>
            </p:custDataLst>
          </p:nvPr>
        </p:nvSpPr>
        <p:spPr>
          <a:xfrm>
            <a:off x="5564476" y="2515788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>
            <p:custDataLst>
              <p:tags r:id="rId27"/>
            </p:custDataLst>
          </p:nvPr>
        </p:nvSpPr>
        <p:spPr>
          <a:xfrm>
            <a:off x="6152876" y="259352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>
            <p:custDataLst>
              <p:tags r:id="rId28"/>
            </p:custDataLst>
          </p:nvPr>
        </p:nvSpPr>
        <p:spPr>
          <a:xfrm>
            <a:off x="6228005" y="3180892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>
            <p:custDataLst>
              <p:tags r:id="rId29"/>
            </p:custDataLst>
          </p:nvPr>
        </p:nvSpPr>
        <p:spPr>
          <a:xfrm>
            <a:off x="5349164" y="1875152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>
            <p:custDataLst>
              <p:tags r:id="rId30"/>
            </p:custDataLst>
          </p:nvPr>
        </p:nvSpPr>
        <p:spPr>
          <a:xfrm>
            <a:off x="4748117" y="1985117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6EC3664-2E0F-839A-6CB4-C7F6E9BA42F7}"/>
              </a:ext>
            </a:extLst>
          </p:cNvPr>
          <p:cNvSpPr/>
          <p:nvPr>
            <p:custDataLst>
              <p:tags r:id="rId31"/>
            </p:custDataLst>
          </p:nvPr>
        </p:nvSpPr>
        <p:spPr>
          <a:xfrm>
            <a:off x="339504" y="5626484"/>
            <a:ext cx="11549320" cy="1612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HK" sz="4400" b="1" dirty="0">
                <a:solidFill>
                  <a:srgbClr val="FF000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Proteins </a:t>
            </a:r>
            <a:r>
              <a:rPr lang="zh-HK" altLang="en-US" sz="4400" b="1" i="0" dirty="0">
                <a:solidFill>
                  <a:srgbClr val="FF0000"/>
                </a:solidFill>
                <a:effectLst/>
                <a:latin typeface="Roboto Black" panose="02000000000000000000" pitchFamily="2" charset="0"/>
              </a:rPr>
              <a:t>蛋白質</a:t>
            </a:r>
            <a:endParaRPr lang="zh-HK" altLang="en-US" sz="4400" dirty="0">
              <a:solidFill>
                <a:srgbClr val="FF0000"/>
              </a:solidFill>
              <a:latin typeface="Roboto Black" panose="02000000000000000000" pitchFamily="2" charset="0"/>
            </a:endParaRP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5489A63-54E9-B64E-53BC-3718841746FE}"/>
              </a:ext>
            </a:extLst>
          </p:cNvPr>
          <p:cNvSpPr txBox="1"/>
          <p:nvPr>
            <p:custDataLst>
              <p:tags r:id="rId32"/>
            </p:custDataLst>
          </p:nvPr>
        </p:nvSpPr>
        <p:spPr>
          <a:xfrm>
            <a:off x="7594509" y="1093042"/>
            <a:ext cx="431211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Foldings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give rise to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3D conformation </a:t>
            </a:r>
            <a:endParaRPr lang="zh-HK" altLang="en-US" sz="3600" b="1" dirty="0">
              <a:highlight>
                <a:srgbClr val="FFFF00"/>
              </a:highlight>
              <a:latin typeface="Roboto Black" panose="02000000000000000000" pitchFamily="2" charset="0"/>
            </a:endParaRPr>
          </a:p>
        </p:txBody>
      </p:sp>
      <p:grpSp>
        <p:nvGrpSpPr>
          <p:cNvPr id="10" name="群組 9">
            <a:extLst>
              <a:ext uri="{FF2B5EF4-FFF2-40B4-BE49-F238E27FC236}">
                <a16:creationId xmlns:a16="http://schemas.microsoft.com/office/drawing/2014/main" id="{5B1F4D33-DD48-4DC9-11EC-2B4C9C2F3186}"/>
              </a:ext>
            </a:extLst>
          </p:cNvPr>
          <p:cNvGrpSpPr/>
          <p:nvPr>
            <p:custDataLst>
              <p:tags r:id="rId33"/>
            </p:custDataLst>
          </p:nvPr>
        </p:nvGrpSpPr>
        <p:grpSpPr>
          <a:xfrm>
            <a:off x="7768924" y="2305368"/>
            <a:ext cx="4312117" cy="2520071"/>
            <a:chOff x="7768924" y="2305368"/>
            <a:chExt cx="4312117" cy="2520071"/>
          </a:xfrm>
        </p:grpSpPr>
        <p:sp>
          <p:nvSpPr>
            <p:cNvPr id="8" name="文字方塊 7">
              <a:extLst>
                <a:ext uri="{FF2B5EF4-FFF2-40B4-BE49-F238E27FC236}">
                  <a16:creationId xmlns:a16="http://schemas.microsoft.com/office/drawing/2014/main" id="{C1A668C6-4B78-22F0-A253-CBC023A1F7F0}"/>
                </a:ext>
              </a:extLst>
            </p:cNvPr>
            <p:cNvSpPr txBox="1"/>
            <p:nvPr/>
          </p:nvSpPr>
          <p:spPr>
            <a:xfrm>
              <a:off x="7768924" y="3071113"/>
              <a:ext cx="4312117" cy="17543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HK" sz="3600" b="1" dirty="0">
                  <a:highlight>
                    <a:srgbClr val="FFFF00"/>
                  </a:highlight>
                  <a:latin typeface="Roboto Black" panose="02000000000000000000" pitchFamily="2" charset="0"/>
                  <a:ea typeface="Roboto Black" panose="02000000000000000000" pitchFamily="2" charset="0"/>
                </a:rPr>
                <a:t>3D conformation determine protein functions </a:t>
              </a:r>
              <a:endParaRPr lang="zh-HK" altLang="en-US" sz="3600" b="1" dirty="0">
                <a:highlight>
                  <a:srgbClr val="FFFF00"/>
                </a:highlight>
                <a:latin typeface="Roboto Black" panose="02000000000000000000" pitchFamily="2" charset="0"/>
              </a:endParaRPr>
            </a:p>
          </p:txBody>
        </p:sp>
        <p:sp>
          <p:nvSpPr>
            <p:cNvPr id="9" name="箭號: 向下 8">
              <a:extLst>
                <a:ext uri="{FF2B5EF4-FFF2-40B4-BE49-F238E27FC236}">
                  <a16:creationId xmlns:a16="http://schemas.microsoft.com/office/drawing/2014/main" id="{2DD9A34D-DAD9-B4F3-34EE-AEC59CCFAC02}"/>
                </a:ext>
              </a:extLst>
            </p:cNvPr>
            <p:cNvSpPr/>
            <p:nvPr/>
          </p:nvSpPr>
          <p:spPr>
            <a:xfrm>
              <a:off x="8976298" y="2305368"/>
              <a:ext cx="1341984" cy="591366"/>
            </a:xfrm>
            <a:prstGeom prst="downArrow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HK" altLang="en-US"/>
            </a:p>
          </p:txBody>
        </p:sp>
      </p:grpSp>
      <p:sp>
        <p:nvSpPr>
          <p:cNvPr id="12" name="手繪多邊形: 圖案 11">
            <a:extLst>
              <a:ext uri="{FF2B5EF4-FFF2-40B4-BE49-F238E27FC236}">
                <a16:creationId xmlns:a16="http://schemas.microsoft.com/office/drawing/2014/main" id="{E5E1675E-90E5-3768-5A35-CFFF72BA0E4F}"/>
              </a:ext>
            </a:extLst>
          </p:cNvPr>
          <p:cNvSpPr/>
          <p:nvPr>
            <p:custDataLst>
              <p:tags r:id="rId34"/>
            </p:custDataLst>
          </p:nvPr>
        </p:nvSpPr>
        <p:spPr>
          <a:xfrm>
            <a:off x="3998779" y="2349500"/>
            <a:ext cx="3344996" cy="3048008"/>
          </a:xfrm>
          <a:custGeom>
            <a:avLst/>
            <a:gdLst>
              <a:gd name="connsiteX0" fmla="*/ 1259021 w 3344996"/>
              <a:gd name="connsiteY0" fmla="*/ 1047750 h 3048008"/>
              <a:gd name="connsiteX1" fmla="*/ 1259021 w 3344996"/>
              <a:gd name="connsiteY1" fmla="*/ 1047750 h 3048008"/>
              <a:gd name="connsiteX2" fmla="*/ 1351096 w 3344996"/>
              <a:gd name="connsiteY2" fmla="*/ 1057275 h 3048008"/>
              <a:gd name="connsiteX3" fmla="*/ 1401896 w 3344996"/>
              <a:gd name="connsiteY3" fmla="*/ 1050925 h 3048008"/>
              <a:gd name="connsiteX4" fmla="*/ 1424121 w 3344996"/>
              <a:gd name="connsiteY4" fmla="*/ 1041400 h 3048008"/>
              <a:gd name="connsiteX5" fmla="*/ 1452696 w 3344996"/>
              <a:gd name="connsiteY5" fmla="*/ 1038225 h 3048008"/>
              <a:gd name="connsiteX6" fmla="*/ 1535246 w 3344996"/>
              <a:gd name="connsiteY6" fmla="*/ 987425 h 3048008"/>
              <a:gd name="connsiteX7" fmla="*/ 1595571 w 3344996"/>
              <a:gd name="connsiteY7" fmla="*/ 955675 h 3048008"/>
              <a:gd name="connsiteX8" fmla="*/ 1636846 w 3344996"/>
              <a:gd name="connsiteY8" fmla="*/ 914400 h 3048008"/>
              <a:gd name="connsiteX9" fmla="*/ 1655896 w 3344996"/>
              <a:gd name="connsiteY9" fmla="*/ 895350 h 3048008"/>
              <a:gd name="connsiteX10" fmla="*/ 1674946 w 3344996"/>
              <a:gd name="connsiteY10" fmla="*/ 873125 h 3048008"/>
              <a:gd name="connsiteX11" fmla="*/ 1693996 w 3344996"/>
              <a:gd name="connsiteY11" fmla="*/ 857250 h 3048008"/>
              <a:gd name="connsiteX12" fmla="*/ 1713046 w 3344996"/>
              <a:gd name="connsiteY12" fmla="*/ 828675 h 3048008"/>
              <a:gd name="connsiteX13" fmla="*/ 1722571 w 3344996"/>
              <a:gd name="connsiteY13" fmla="*/ 812800 h 3048008"/>
              <a:gd name="connsiteX14" fmla="*/ 1728921 w 3344996"/>
              <a:gd name="connsiteY14" fmla="*/ 803275 h 3048008"/>
              <a:gd name="connsiteX15" fmla="*/ 1722571 w 3344996"/>
              <a:gd name="connsiteY15" fmla="*/ 793750 h 3048008"/>
              <a:gd name="connsiteX16" fmla="*/ 1716221 w 3344996"/>
              <a:gd name="connsiteY16" fmla="*/ 774700 h 3048008"/>
              <a:gd name="connsiteX17" fmla="*/ 1722571 w 3344996"/>
              <a:gd name="connsiteY17" fmla="*/ 752475 h 3048008"/>
              <a:gd name="connsiteX18" fmla="*/ 1725746 w 3344996"/>
              <a:gd name="connsiteY18" fmla="*/ 730250 h 3048008"/>
              <a:gd name="connsiteX19" fmla="*/ 1732096 w 3344996"/>
              <a:gd name="connsiteY19" fmla="*/ 714375 h 3048008"/>
              <a:gd name="connsiteX20" fmla="*/ 1735271 w 3344996"/>
              <a:gd name="connsiteY20" fmla="*/ 695325 h 3048008"/>
              <a:gd name="connsiteX21" fmla="*/ 1757496 w 3344996"/>
              <a:gd name="connsiteY21" fmla="*/ 650875 h 3048008"/>
              <a:gd name="connsiteX22" fmla="*/ 1789246 w 3344996"/>
              <a:gd name="connsiteY22" fmla="*/ 606425 h 3048008"/>
              <a:gd name="connsiteX23" fmla="*/ 1830521 w 3344996"/>
              <a:gd name="connsiteY23" fmla="*/ 565150 h 3048008"/>
              <a:gd name="connsiteX24" fmla="*/ 1897196 w 3344996"/>
              <a:gd name="connsiteY24" fmla="*/ 527050 h 3048008"/>
              <a:gd name="connsiteX25" fmla="*/ 1935296 w 3344996"/>
              <a:gd name="connsiteY25" fmla="*/ 501650 h 3048008"/>
              <a:gd name="connsiteX26" fmla="*/ 1963871 w 3344996"/>
              <a:gd name="connsiteY26" fmla="*/ 488950 h 3048008"/>
              <a:gd name="connsiteX27" fmla="*/ 2036896 w 3344996"/>
              <a:gd name="connsiteY27" fmla="*/ 441325 h 3048008"/>
              <a:gd name="connsiteX28" fmla="*/ 2078171 w 3344996"/>
              <a:gd name="connsiteY28" fmla="*/ 428625 h 3048008"/>
              <a:gd name="connsiteX29" fmla="*/ 2135321 w 3344996"/>
              <a:gd name="connsiteY29" fmla="*/ 415925 h 3048008"/>
              <a:gd name="connsiteX30" fmla="*/ 2179771 w 3344996"/>
              <a:gd name="connsiteY30" fmla="*/ 409575 h 3048008"/>
              <a:gd name="connsiteX31" fmla="*/ 2211521 w 3344996"/>
              <a:gd name="connsiteY31" fmla="*/ 403225 h 3048008"/>
              <a:gd name="connsiteX32" fmla="*/ 2294071 w 3344996"/>
              <a:gd name="connsiteY32" fmla="*/ 406400 h 3048008"/>
              <a:gd name="connsiteX33" fmla="*/ 2360746 w 3344996"/>
              <a:gd name="connsiteY33" fmla="*/ 406400 h 3048008"/>
              <a:gd name="connsiteX34" fmla="*/ 2386146 w 3344996"/>
              <a:gd name="connsiteY34" fmla="*/ 403225 h 3048008"/>
              <a:gd name="connsiteX35" fmla="*/ 2443296 w 3344996"/>
              <a:gd name="connsiteY35" fmla="*/ 396875 h 3048008"/>
              <a:gd name="connsiteX36" fmla="*/ 2490921 w 3344996"/>
              <a:gd name="connsiteY36" fmla="*/ 387350 h 3048008"/>
              <a:gd name="connsiteX37" fmla="*/ 2513146 w 3344996"/>
              <a:gd name="connsiteY37" fmla="*/ 377825 h 3048008"/>
              <a:gd name="connsiteX38" fmla="*/ 2544896 w 3344996"/>
              <a:gd name="connsiteY38" fmla="*/ 371475 h 3048008"/>
              <a:gd name="connsiteX39" fmla="*/ 2582996 w 3344996"/>
              <a:gd name="connsiteY39" fmla="*/ 352425 h 3048008"/>
              <a:gd name="connsiteX40" fmla="*/ 2598871 w 3344996"/>
              <a:gd name="connsiteY40" fmla="*/ 346075 h 3048008"/>
              <a:gd name="connsiteX41" fmla="*/ 2630621 w 3344996"/>
              <a:gd name="connsiteY41" fmla="*/ 333375 h 3048008"/>
              <a:gd name="connsiteX42" fmla="*/ 2640146 w 3344996"/>
              <a:gd name="connsiteY42" fmla="*/ 327025 h 3048008"/>
              <a:gd name="connsiteX43" fmla="*/ 2652846 w 3344996"/>
              <a:gd name="connsiteY43" fmla="*/ 323850 h 3048008"/>
              <a:gd name="connsiteX44" fmla="*/ 2662371 w 3344996"/>
              <a:gd name="connsiteY44" fmla="*/ 320675 h 3048008"/>
              <a:gd name="connsiteX45" fmla="*/ 2675071 w 3344996"/>
              <a:gd name="connsiteY45" fmla="*/ 311150 h 3048008"/>
              <a:gd name="connsiteX46" fmla="*/ 2684596 w 3344996"/>
              <a:gd name="connsiteY46" fmla="*/ 301625 h 3048008"/>
              <a:gd name="connsiteX47" fmla="*/ 2694121 w 3344996"/>
              <a:gd name="connsiteY47" fmla="*/ 295275 h 3048008"/>
              <a:gd name="connsiteX48" fmla="*/ 2719521 w 3344996"/>
              <a:gd name="connsiteY48" fmla="*/ 276225 h 3048008"/>
              <a:gd name="connsiteX49" fmla="*/ 2729046 w 3344996"/>
              <a:gd name="connsiteY49" fmla="*/ 279400 h 3048008"/>
              <a:gd name="connsiteX50" fmla="*/ 2792546 w 3344996"/>
              <a:gd name="connsiteY50" fmla="*/ 260350 h 3048008"/>
              <a:gd name="connsiteX51" fmla="*/ 2830646 w 3344996"/>
              <a:gd name="connsiteY51" fmla="*/ 247650 h 3048008"/>
              <a:gd name="connsiteX52" fmla="*/ 2849696 w 3344996"/>
              <a:gd name="connsiteY52" fmla="*/ 241300 h 3048008"/>
              <a:gd name="connsiteX53" fmla="*/ 2865571 w 3344996"/>
              <a:gd name="connsiteY53" fmla="*/ 234950 h 3048008"/>
              <a:gd name="connsiteX54" fmla="*/ 2875096 w 3344996"/>
              <a:gd name="connsiteY54" fmla="*/ 231775 h 3048008"/>
              <a:gd name="connsiteX55" fmla="*/ 2887796 w 3344996"/>
              <a:gd name="connsiteY55" fmla="*/ 225425 h 3048008"/>
              <a:gd name="connsiteX56" fmla="*/ 2913196 w 3344996"/>
              <a:gd name="connsiteY56" fmla="*/ 215900 h 3048008"/>
              <a:gd name="connsiteX57" fmla="*/ 2932246 w 3344996"/>
              <a:gd name="connsiteY57" fmla="*/ 200025 h 3048008"/>
              <a:gd name="connsiteX58" fmla="*/ 2957646 w 3344996"/>
              <a:gd name="connsiteY58" fmla="*/ 180975 h 3048008"/>
              <a:gd name="connsiteX59" fmla="*/ 2967171 w 3344996"/>
              <a:gd name="connsiteY59" fmla="*/ 174625 h 3048008"/>
              <a:gd name="connsiteX60" fmla="*/ 2992571 w 3344996"/>
              <a:gd name="connsiteY60" fmla="*/ 146050 h 3048008"/>
              <a:gd name="connsiteX61" fmla="*/ 3002096 w 3344996"/>
              <a:gd name="connsiteY61" fmla="*/ 139700 h 3048008"/>
              <a:gd name="connsiteX62" fmla="*/ 3011621 w 3344996"/>
              <a:gd name="connsiteY62" fmla="*/ 120650 h 3048008"/>
              <a:gd name="connsiteX63" fmla="*/ 3021146 w 3344996"/>
              <a:gd name="connsiteY63" fmla="*/ 114300 h 3048008"/>
              <a:gd name="connsiteX64" fmla="*/ 3027496 w 3344996"/>
              <a:gd name="connsiteY64" fmla="*/ 98425 h 3048008"/>
              <a:gd name="connsiteX65" fmla="*/ 3033846 w 3344996"/>
              <a:gd name="connsiteY65" fmla="*/ 85725 h 3048008"/>
              <a:gd name="connsiteX66" fmla="*/ 3040196 w 3344996"/>
              <a:gd name="connsiteY66" fmla="*/ 66675 h 3048008"/>
              <a:gd name="connsiteX67" fmla="*/ 3065596 w 3344996"/>
              <a:gd name="connsiteY67" fmla="*/ 31750 h 3048008"/>
              <a:gd name="connsiteX68" fmla="*/ 3071946 w 3344996"/>
              <a:gd name="connsiteY68" fmla="*/ 15875 h 3048008"/>
              <a:gd name="connsiteX69" fmla="*/ 3113221 w 3344996"/>
              <a:gd name="connsiteY69" fmla="*/ 0 h 3048008"/>
              <a:gd name="connsiteX70" fmla="*/ 3122746 w 3344996"/>
              <a:gd name="connsiteY70" fmla="*/ 3175 h 3048008"/>
              <a:gd name="connsiteX71" fmla="*/ 3135446 w 3344996"/>
              <a:gd name="connsiteY71" fmla="*/ 6350 h 3048008"/>
              <a:gd name="connsiteX72" fmla="*/ 3170371 w 3344996"/>
              <a:gd name="connsiteY72" fmla="*/ 25400 h 3048008"/>
              <a:gd name="connsiteX73" fmla="*/ 3183071 w 3344996"/>
              <a:gd name="connsiteY73" fmla="*/ 31750 h 3048008"/>
              <a:gd name="connsiteX74" fmla="*/ 3192596 w 3344996"/>
              <a:gd name="connsiteY74" fmla="*/ 34925 h 3048008"/>
              <a:gd name="connsiteX75" fmla="*/ 3202121 w 3344996"/>
              <a:gd name="connsiteY75" fmla="*/ 41275 h 3048008"/>
              <a:gd name="connsiteX76" fmla="*/ 3208471 w 3344996"/>
              <a:gd name="connsiteY76" fmla="*/ 50800 h 3048008"/>
              <a:gd name="connsiteX77" fmla="*/ 3211646 w 3344996"/>
              <a:gd name="connsiteY77" fmla="*/ 60325 h 3048008"/>
              <a:gd name="connsiteX78" fmla="*/ 3221171 w 3344996"/>
              <a:gd name="connsiteY78" fmla="*/ 66675 h 3048008"/>
              <a:gd name="connsiteX79" fmla="*/ 3233871 w 3344996"/>
              <a:gd name="connsiteY79" fmla="*/ 82550 h 3048008"/>
              <a:gd name="connsiteX80" fmla="*/ 3252921 w 3344996"/>
              <a:gd name="connsiteY80" fmla="*/ 101600 h 3048008"/>
              <a:gd name="connsiteX81" fmla="*/ 3265621 w 3344996"/>
              <a:gd name="connsiteY81" fmla="*/ 123825 h 3048008"/>
              <a:gd name="connsiteX82" fmla="*/ 3284671 w 3344996"/>
              <a:gd name="connsiteY82" fmla="*/ 146050 h 3048008"/>
              <a:gd name="connsiteX83" fmla="*/ 3297371 w 3344996"/>
              <a:gd name="connsiteY83" fmla="*/ 168275 h 3048008"/>
              <a:gd name="connsiteX84" fmla="*/ 3300546 w 3344996"/>
              <a:gd name="connsiteY84" fmla="*/ 177800 h 3048008"/>
              <a:gd name="connsiteX85" fmla="*/ 3313246 w 3344996"/>
              <a:gd name="connsiteY85" fmla="*/ 206375 h 3048008"/>
              <a:gd name="connsiteX86" fmla="*/ 3319596 w 3344996"/>
              <a:gd name="connsiteY86" fmla="*/ 225425 h 3048008"/>
              <a:gd name="connsiteX87" fmla="*/ 3329121 w 3344996"/>
              <a:gd name="connsiteY87" fmla="*/ 244475 h 3048008"/>
              <a:gd name="connsiteX88" fmla="*/ 3332296 w 3344996"/>
              <a:gd name="connsiteY88" fmla="*/ 257175 h 3048008"/>
              <a:gd name="connsiteX89" fmla="*/ 3338646 w 3344996"/>
              <a:gd name="connsiteY89" fmla="*/ 279400 h 3048008"/>
              <a:gd name="connsiteX90" fmla="*/ 3344996 w 3344996"/>
              <a:gd name="connsiteY90" fmla="*/ 311150 h 3048008"/>
              <a:gd name="connsiteX91" fmla="*/ 3335471 w 3344996"/>
              <a:gd name="connsiteY91" fmla="*/ 387350 h 3048008"/>
              <a:gd name="connsiteX92" fmla="*/ 3319596 w 3344996"/>
              <a:gd name="connsiteY92" fmla="*/ 425450 h 3048008"/>
              <a:gd name="connsiteX93" fmla="*/ 3303721 w 3344996"/>
              <a:gd name="connsiteY93" fmla="*/ 479425 h 3048008"/>
              <a:gd name="connsiteX94" fmla="*/ 3271971 w 3344996"/>
              <a:gd name="connsiteY94" fmla="*/ 523875 h 3048008"/>
              <a:gd name="connsiteX95" fmla="*/ 3262446 w 3344996"/>
              <a:gd name="connsiteY95" fmla="*/ 536575 h 3048008"/>
              <a:gd name="connsiteX96" fmla="*/ 3243396 w 3344996"/>
              <a:gd name="connsiteY96" fmla="*/ 549275 h 3048008"/>
              <a:gd name="connsiteX97" fmla="*/ 3230696 w 3344996"/>
              <a:gd name="connsiteY97" fmla="*/ 561975 h 3048008"/>
              <a:gd name="connsiteX98" fmla="*/ 3214821 w 3344996"/>
              <a:gd name="connsiteY98" fmla="*/ 574675 h 3048008"/>
              <a:gd name="connsiteX99" fmla="*/ 3205296 w 3344996"/>
              <a:gd name="connsiteY99" fmla="*/ 584200 h 3048008"/>
              <a:gd name="connsiteX100" fmla="*/ 3189421 w 3344996"/>
              <a:gd name="connsiteY100" fmla="*/ 593725 h 3048008"/>
              <a:gd name="connsiteX101" fmla="*/ 3176721 w 3344996"/>
              <a:gd name="connsiteY101" fmla="*/ 603250 h 3048008"/>
              <a:gd name="connsiteX102" fmla="*/ 3167196 w 3344996"/>
              <a:gd name="connsiteY102" fmla="*/ 609600 h 3048008"/>
              <a:gd name="connsiteX103" fmla="*/ 3160846 w 3344996"/>
              <a:gd name="connsiteY103" fmla="*/ 619125 h 3048008"/>
              <a:gd name="connsiteX104" fmla="*/ 3135446 w 3344996"/>
              <a:gd name="connsiteY104" fmla="*/ 631825 h 3048008"/>
              <a:gd name="connsiteX105" fmla="*/ 3122746 w 3344996"/>
              <a:gd name="connsiteY105" fmla="*/ 638175 h 3048008"/>
              <a:gd name="connsiteX106" fmla="*/ 3116396 w 3344996"/>
              <a:gd name="connsiteY106" fmla="*/ 657225 h 3048008"/>
              <a:gd name="connsiteX107" fmla="*/ 3122746 w 3344996"/>
              <a:gd name="connsiteY107" fmla="*/ 673100 h 3048008"/>
              <a:gd name="connsiteX108" fmla="*/ 3132271 w 3344996"/>
              <a:gd name="connsiteY108" fmla="*/ 698500 h 3048008"/>
              <a:gd name="connsiteX109" fmla="*/ 3141796 w 3344996"/>
              <a:gd name="connsiteY109" fmla="*/ 708025 h 3048008"/>
              <a:gd name="connsiteX110" fmla="*/ 3148146 w 3344996"/>
              <a:gd name="connsiteY110" fmla="*/ 720725 h 3048008"/>
              <a:gd name="connsiteX111" fmla="*/ 3164021 w 3344996"/>
              <a:gd name="connsiteY111" fmla="*/ 746125 h 3048008"/>
              <a:gd name="connsiteX112" fmla="*/ 3167196 w 3344996"/>
              <a:gd name="connsiteY112" fmla="*/ 762000 h 3048008"/>
              <a:gd name="connsiteX113" fmla="*/ 3186246 w 3344996"/>
              <a:gd name="connsiteY113" fmla="*/ 777875 h 3048008"/>
              <a:gd name="connsiteX114" fmla="*/ 3192596 w 3344996"/>
              <a:gd name="connsiteY114" fmla="*/ 790575 h 3048008"/>
              <a:gd name="connsiteX115" fmla="*/ 3195771 w 3344996"/>
              <a:gd name="connsiteY115" fmla="*/ 803275 h 3048008"/>
              <a:gd name="connsiteX116" fmla="*/ 3202121 w 3344996"/>
              <a:gd name="connsiteY116" fmla="*/ 841375 h 3048008"/>
              <a:gd name="connsiteX117" fmla="*/ 3211646 w 3344996"/>
              <a:gd name="connsiteY117" fmla="*/ 873125 h 3048008"/>
              <a:gd name="connsiteX118" fmla="*/ 3208471 w 3344996"/>
              <a:gd name="connsiteY118" fmla="*/ 892175 h 3048008"/>
              <a:gd name="connsiteX119" fmla="*/ 3205296 w 3344996"/>
              <a:gd name="connsiteY119" fmla="*/ 936625 h 3048008"/>
              <a:gd name="connsiteX120" fmla="*/ 3198946 w 3344996"/>
              <a:gd name="connsiteY120" fmla="*/ 955675 h 3048008"/>
              <a:gd name="connsiteX121" fmla="*/ 3189421 w 3344996"/>
              <a:gd name="connsiteY121" fmla="*/ 990600 h 3048008"/>
              <a:gd name="connsiteX122" fmla="*/ 3183071 w 3344996"/>
              <a:gd name="connsiteY122" fmla="*/ 1035050 h 3048008"/>
              <a:gd name="connsiteX123" fmla="*/ 3179896 w 3344996"/>
              <a:gd name="connsiteY123" fmla="*/ 1044575 h 3048008"/>
              <a:gd name="connsiteX124" fmla="*/ 3160846 w 3344996"/>
              <a:gd name="connsiteY124" fmla="*/ 1073150 h 3048008"/>
              <a:gd name="connsiteX125" fmla="*/ 3144971 w 3344996"/>
              <a:gd name="connsiteY125" fmla="*/ 1098550 h 3048008"/>
              <a:gd name="connsiteX126" fmla="*/ 3141796 w 3344996"/>
              <a:gd name="connsiteY126" fmla="*/ 1108075 h 3048008"/>
              <a:gd name="connsiteX127" fmla="*/ 3103696 w 3344996"/>
              <a:gd name="connsiteY127" fmla="*/ 1146175 h 3048008"/>
              <a:gd name="connsiteX128" fmla="*/ 3062421 w 3344996"/>
              <a:gd name="connsiteY128" fmla="*/ 1181100 h 3048008"/>
              <a:gd name="connsiteX129" fmla="*/ 3043371 w 3344996"/>
              <a:gd name="connsiteY129" fmla="*/ 1193800 h 3048008"/>
              <a:gd name="connsiteX130" fmla="*/ 3027496 w 3344996"/>
              <a:gd name="connsiteY130" fmla="*/ 1206500 h 3048008"/>
              <a:gd name="connsiteX131" fmla="*/ 3008446 w 3344996"/>
              <a:gd name="connsiteY131" fmla="*/ 1212850 h 3048008"/>
              <a:gd name="connsiteX132" fmla="*/ 2992571 w 3344996"/>
              <a:gd name="connsiteY132" fmla="*/ 1222375 h 3048008"/>
              <a:gd name="connsiteX133" fmla="*/ 2976696 w 3344996"/>
              <a:gd name="connsiteY133" fmla="*/ 1225550 h 3048008"/>
              <a:gd name="connsiteX134" fmla="*/ 2963996 w 3344996"/>
              <a:gd name="connsiteY134" fmla="*/ 1228725 h 3048008"/>
              <a:gd name="connsiteX135" fmla="*/ 2913196 w 3344996"/>
              <a:gd name="connsiteY135" fmla="*/ 1228725 h 3048008"/>
              <a:gd name="connsiteX136" fmla="*/ 2910021 w 3344996"/>
              <a:gd name="connsiteY136" fmla="*/ 1238250 h 3048008"/>
              <a:gd name="connsiteX137" fmla="*/ 2900496 w 3344996"/>
              <a:gd name="connsiteY137" fmla="*/ 1250950 h 3048008"/>
              <a:gd name="connsiteX138" fmla="*/ 2890971 w 3344996"/>
              <a:gd name="connsiteY138" fmla="*/ 1273175 h 3048008"/>
              <a:gd name="connsiteX139" fmla="*/ 2881446 w 3344996"/>
              <a:gd name="connsiteY139" fmla="*/ 1304925 h 3048008"/>
              <a:gd name="connsiteX140" fmla="*/ 2875096 w 3344996"/>
              <a:gd name="connsiteY140" fmla="*/ 1317625 h 3048008"/>
              <a:gd name="connsiteX141" fmla="*/ 2868746 w 3344996"/>
              <a:gd name="connsiteY141" fmla="*/ 1327150 h 3048008"/>
              <a:gd name="connsiteX142" fmla="*/ 2849696 w 3344996"/>
              <a:gd name="connsiteY142" fmla="*/ 1355725 h 3048008"/>
              <a:gd name="connsiteX143" fmla="*/ 2846521 w 3344996"/>
              <a:gd name="connsiteY143" fmla="*/ 1365250 h 3048008"/>
              <a:gd name="connsiteX144" fmla="*/ 2808421 w 3344996"/>
              <a:gd name="connsiteY144" fmla="*/ 1406525 h 3048008"/>
              <a:gd name="connsiteX145" fmla="*/ 2798896 w 3344996"/>
              <a:gd name="connsiteY145" fmla="*/ 1419225 h 3048008"/>
              <a:gd name="connsiteX146" fmla="*/ 2789371 w 3344996"/>
              <a:gd name="connsiteY146" fmla="*/ 1422400 h 3048008"/>
              <a:gd name="connsiteX147" fmla="*/ 2779846 w 3344996"/>
              <a:gd name="connsiteY147" fmla="*/ 1428750 h 3048008"/>
              <a:gd name="connsiteX148" fmla="*/ 2767146 w 3344996"/>
              <a:gd name="connsiteY148" fmla="*/ 1438275 h 3048008"/>
              <a:gd name="connsiteX149" fmla="*/ 2757621 w 3344996"/>
              <a:gd name="connsiteY149" fmla="*/ 1447800 h 3048008"/>
              <a:gd name="connsiteX150" fmla="*/ 2735396 w 3344996"/>
              <a:gd name="connsiteY150" fmla="*/ 1457325 h 3048008"/>
              <a:gd name="connsiteX151" fmla="*/ 2713171 w 3344996"/>
              <a:gd name="connsiteY151" fmla="*/ 1470025 h 3048008"/>
              <a:gd name="connsiteX152" fmla="*/ 2703646 w 3344996"/>
              <a:gd name="connsiteY152" fmla="*/ 1476375 h 3048008"/>
              <a:gd name="connsiteX153" fmla="*/ 2694121 w 3344996"/>
              <a:gd name="connsiteY153" fmla="*/ 1479550 h 3048008"/>
              <a:gd name="connsiteX154" fmla="*/ 2668721 w 3344996"/>
              <a:gd name="connsiteY154" fmla="*/ 1492250 h 3048008"/>
              <a:gd name="connsiteX155" fmla="*/ 2602046 w 3344996"/>
              <a:gd name="connsiteY155" fmla="*/ 1498600 h 3048008"/>
              <a:gd name="connsiteX156" fmla="*/ 2576646 w 3344996"/>
              <a:gd name="connsiteY156" fmla="*/ 1504950 h 3048008"/>
              <a:gd name="connsiteX157" fmla="*/ 2567121 w 3344996"/>
              <a:gd name="connsiteY157" fmla="*/ 1501775 h 3048008"/>
              <a:gd name="connsiteX158" fmla="*/ 2554421 w 3344996"/>
              <a:gd name="connsiteY158" fmla="*/ 1504950 h 3048008"/>
              <a:gd name="connsiteX159" fmla="*/ 2522671 w 3344996"/>
              <a:gd name="connsiteY159" fmla="*/ 1495425 h 3048008"/>
              <a:gd name="connsiteX160" fmla="*/ 2487746 w 3344996"/>
              <a:gd name="connsiteY160" fmla="*/ 1485900 h 3048008"/>
              <a:gd name="connsiteX161" fmla="*/ 2452821 w 3344996"/>
              <a:gd name="connsiteY161" fmla="*/ 1482725 h 3048008"/>
              <a:gd name="connsiteX162" fmla="*/ 2443296 w 3344996"/>
              <a:gd name="connsiteY162" fmla="*/ 1473200 h 3048008"/>
              <a:gd name="connsiteX163" fmla="*/ 2433771 w 3344996"/>
              <a:gd name="connsiteY163" fmla="*/ 1470025 h 3048008"/>
              <a:gd name="connsiteX164" fmla="*/ 2424246 w 3344996"/>
              <a:gd name="connsiteY164" fmla="*/ 1463675 h 3048008"/>
              <a:gd name="connsiteX165" fmla="*/ 2414721 w 3344996"/>
              <a:gd name="connsiteY165" fmla="*/ 1460500 h 3048008"/>
              <a:gd name="connsiteX166" fmla="*/ 2395671 w 3344996"/>
              <a:gd name="connsiteY166" fmla="*/ 1444625 h 3048008"/>
              <a:gd name="connsiteX167" fmla="*/ 2370271 w 3344996"/>
              <a:gd name="connsiteY167" fmla="*/ 1428750 h 3048008"/>
              <a:gd name="connsiteX168" fmla="*/ 2360746 w 3344996"/>
              <a:gd name="connsiteY168" fmla="*/ 1419225 h 3048008"/>
              <a:gd name="connsiteX169" fmla="*/ 2351221 w 3344996"/>
              <a:gd name="connsiteY169" fmla="*/ 1400175 h 3048008"/>
              <a:gd name="connsiteX170" fmla="*/ 2338521 w 3344996"/>
              <a:gd name="connsiteY170" fmla="*/ 1393825 h 3048008"/>
              <a:gd name="connsiteX171" fmla="*/ 2319471 w 3344996"/>
              <a:gd name="connsiteY171" fmla="*/ 1381125 h 3048008"/>
              <a:gd name="connsiteX172" fmla="*/ 2309946 w 3344996"/>
              <a:gd name="connsiteY172" fmla="*/ 1365250 h 3048008"/>
              <a:gd name="connsiteX173" fmla="*/ 2284546 w 3344996"/>
              <a:gd name="connsiteY173" fmla="*/ 1355725 h 3048008"/>
              <a:gd name="connsiteX174" fmla="*/ 2268671 w 3344996"/>
              <a:gd name="connsiteY174" fmla="*/ 1358900 h 3048008"/>
              <a:gd name="connsiteX175" fmla="*/ 2233746 w 3344996"/>
              <a:gd name="connsiteY175" fmla="*/ 1346200 h 3048008"/>
              <a:gd name="connsiteX176" fmla="*/ 2195646 w 3344996"/>
              <a:gd name="connsiteY176" fmla="*/ 1343025 h 3048008"/>
              <a:gd name="connsiteX177" fmla="*/ 2182946 w 3344996"/>
              <a:gd name="connsiteY177" fmla="*/ 1333500 h 3048008"/>
              <a:gd name="connsiteX178" fmla="*/ 2173421 w 3344996"/>
              <a:gd name="connsiteY178" fmla="*/ 1327150 h 3048008"/>
              <a:gd name="connsiteX179" fmla="*/ 2157546 w 3344996"/>
              <a:gd name="connsiteY179" fmla="*/ 1336675 h 3048008"/>
              <a:gd name="connsiteX180" fmla="*/ 2167071 w 3344996"/>
              <a:gd name="connsiteY180" fmla="*/ 1358900 h 3048008"/>
              <a:gd name="connsiteX181" fmla="*/ 2170246 w 3344996"/>
              <a:gd name="connsiteY181" fmla="*/ 1377950 h 3048008"/>
              <a:gd name="connsiteX182" fmla="*/ 2163896 w 3344996"/>
              <a:gd name="connsiteY182" fmla="*/ 1482725 h 3048008"/>
              <a:gd name="connsiteX183" fmla="*/ 2160721 w 3344996"/>
              <a:gd name="connsiteY183" fmla="*/ 1508125 h 3048008"/>
              <a:gd name="connsiteX184" fmla="*/ 2154371 w 3344996"/>
              <a:gd name="connsiteY184" fmla="*/ 1520825 h 3048008"/>
              <a:gd name="connsiteX185" fmla="*/ 2141671 w 3344996"/>
              <a:gd name="connsiteY185" fmla="*/ 1555750 h 3048008"/>
              <a:gd name="connsiteX186" fmla="*/ 2135321 w 3344996"/>
              <a:gd name="connsiteY186" fmla="*/ 1577975 h 3048008"/>
              <a:gd name="connsiteX187" fmla="*/ 2116271 w 3344996"/>
              <a:gd name="connsiteY187" fmla="*/ 1606550 h 3048008"/>
              <a:gd name="connsiteX188" fmla="*/ 2106746 w 3344996"/>
              <a:gd name="connsiteY188" fmla="*/ 1622425 h 3048008"/>
              <a:gd name="connsiteX189" fmla="*/ 2090871 w 3344996"/>
              <a:gd name="connsiteY189" fmla="*/ 1638300 h 3048008"/>
              <a:gd name="connsiteX190" fmla="*/ 2084521 w 3344996"/>
              <a:gd name="connsiteY190" fmla="*/ 1647825 h 3048008"/>
              <a:gd name="connsiteX191" fmla="*/ 2074996 w 3344996"/>
              <a:gd name="connsiteY191" fmla="*/ 1654175 h 3048008"/>
              <a:gd name="connsiteX192" fmla="*/ 2046421 w 3344996"/>
              <a:gd name="connsiteY192" fmla="*/ 1673225 h 3048008"/>
              <a:gd name="connsiteX193" fmla="*/ 2027371 w 3344996"/>
              <a:gd name="connsiteY193" fmla="*/ 1689100 h 3048008"/>
              <a:gd name="connsiteX194" fmla="*/ 2014671 w 3344996"/>
              <a:gd name="connsiteY194" fmla="*/ 1701800 h 3048008"/>
              <a:gd name="connsiteX195" fmla="*/ 1989271 w 3344996"/>
              <a:gd name="connsiteY195" fmla="*/ 1714500 h 3048008"/>
              <a:gd name="connsiteX196" fmla="*/ 1976571 w 3344996"/>
              <a:gd name="connsiteY196" fmla="*/ 1720850 h 3048008"/>
              <a:gd name="connsiteX197" fmla="*/ 1967046 w 3344996"/>
              <a:gd name="connsiteY197" fmla="*/ 1730375 h 3048008"/>
              <a:gd name="connsiteX198" fmla="*/ 1928946 w 3344996"/>
              <a:gd name="connsiteY198" fmla="*/ 1739900 h 3048008"/>
              <a:gd name="connsiteX199" fmla="*/ 1916246 w 3344996"/>
              <a:gd name="connsiteY199" fmla="*/ 1746250 h 3048008"/>
              <a:gd name="connsiteX200" fmla="*/ 1894021 w 3344996"/>
              <a:gd name="connsiteY200" fmla="*/ 1752600 h 3048008"/>
              <a:gd name="connsiteX201" fmla="*/ 1874971 w 3344996"/>
              <a:gd name="connsiteY201" fmla="*/ 1758950 h 3048008"/>
              <a:gd name="connsiteX202" fmla="*/ 1868621 w 3344996"/>
              <a:gd name="connsiteY202" fmla="*/ 1778000 h 3048008"/>
              <a:gd name="connsiteX203" fmla="*/ 1862271 w 3344996"/>
              <a:gd name="connsiteY203" fmla="*/ 1793875 h 3048008"/>
              <a:gd name="connsiteX204" fmla="*/ 1855921 w 3344996"/>
              <a:gd name="connsiteY204" fmla="*/ 1819275 h 3048008"/>
              <a:gd name="connsiteX205" fmla="*/ 1843221 w 3344996"/>
              <a:gd name="connsiteY205" fmla="*/ 1847850 h 3048008"/>
              <a:gd name="connsiteX206" fmla="*/ 1836871 w 3344996"/>
              <a:gd name="connsiteY206" fmla="*/ 1898650 h 3048008"/>
              <a:gd name="connsiteX207" fmla="*/ 1833696 w 3344996"/>
              <a:gd name="connsiteY207" fmla="*/ 1911350 h 3048008"/>
              <a:gd name="connsiteX208" fmla="*/ 1827346 w 3344996"/>
              <a:gd name="connsiteY208" fmla="*/ 1924050 h 3048008"/>
              <a:gd name="connsiteX209" fmla="*/ 1824171 w 3344996"/>
              <a:gd name="connsiteY209" fmla="*/ 1949450 h 3048008"/>
              <a:gd name="connsiteX210" fmla="*/ 1811471 w 3344996"/>
              <a:gd name="connsiteY210" fmla="*/ 1968500 h 3048008"/>
              <a:gd name="connsiteX211" fmla="*/ 1798771 w 3344996"/>
              <a:gd name="connsiteY211" fmla="*/ 1990725 h 3048008"/>
              <a:gd name="connsiteX212" fmla="*/ 1789246 w 3344996"/>
              <a:gd name="connsiteY212" fmla="*/ 2003425 h 3048008"/>
              <a:gd name="connsiteX213" fmla="*/ 1782896 w 3344996"/>
              <a:gd name="connsiteY213" fmla="*/ 2016125 h 3048008"/>
              <a:gd name="connsiteX214" fmla="*/ 1770196 w 3344996"/>
              <a:gd name="connsiteY214" fmla="*/ 2028825 h 3048008"/>
              <a:gd name="connsiteX215" fmla="*/ 1757496 w 3344996"/>
              <a:gd name="connsiteY215" fmla="*/ 2044700 h 3048008"/>
              <a:gd name="connsiteX216" fmla="*/ 1732096 w 3344996"/>
              <a:gd name="connsiteY216" fmla="*/ 2063750 h 3048008"/>
              <a:gd name="connsiteX217" fmla="*/ 1709871 w 3344996"/>
              <a:gd name="connsiteY217" fmla="*/ 2079625 h 3048008"/>
              <a:gd name="connsiteX218" fmla="*/ 1697171 w 3344996"/>
              <a:gd name="connsiteY218" fmla="*/ 2092325 h 3048008"/>
              <a:gd name="connsiteX219" fmla="*/ 1684471 w 3344996"/>
              <a:gd name="connsiteY219" fmla="*/ 2098675 h 3048008"/>
              <a:gd name="connsiteX220" fmla="*/ 1665421 w 3344996"/>
              <a:gd name="connsiteY220" fmla="*/ 2120900 h 3048008"/>
              <a:gd name="connsiteX221" fmla="*/ 1671771 w 3344996"/>
              <a:gd name="connsiteY221" fmla="*/ 2143125 h 3048008"/>
              <a:gd name="connsiteX222" fmla="*/ 1674946 w 3344996"/>
              <a:gd name="connsiteY222" fmla="*/ 2155825 h 3048008"/>
              <a:gd name="connsiteX223" fmla="*/ 1687646 w 3344996"/>
              <a:gd name="connsiteY223" fmla="*/ 2178050 h 3048008"/>
              <a:gd name="connsiteX224" fmla="*/ 1690821 w 3344996"/>
              <a:gd name="connsiteY224" fmla="*/ 2190750 h 3048008"/>
              <a:gd name="connsiteX225" fmla="*/ 1697171 w 3344996"/>
              <a:gd name="connsiteY225" fmla="*/ 2209800 h 3048008"/>
              <a:gd name="connsiteX226" fmla="*/ 1700346 w 3344996"/>
              <a:gd name="connsiteY226" fmla="*/ 2238375 h 3048008"/>
              <a:gd name="connsiteX227" fmla="*/ 1709871 w 3344996"/>
              <a:gd name="connsiteY227" fmla="*/ 2282825 h 3048008"/>
              <a:gd name="connsiteX228" fmla="*/ 1716221 w 3344996"/>
              <a:gd name="connsiteY228" fmla="*/ 2327275 h 3048008"/>
              <a:gd name="connsiteX229" fmla="*/ 1719396 w 3344996"/>
              <a:gd name="connsiteY229" fmla="*/ 2339975 h 3048008"/>
              <a:gd name="connsiteX230" fmla="*/ 1713046 w 3344996"/>
              <a:gd name="connsiteY230" fmla="*/ 2374900 h 3048008"/>
              <a:gd name="connsiteX231" fmla="*/ 1709871 w 3344996"/>
              <a:gd name="connsiteY231" fmla="*/ 2416175 h 3048008"/>
              <a:gd name="connsiteX232" fmla="*/ 1703521 w 3344996"/>
              <a:gd name="connsiteY232" fmla="*/ 2438400 h 3048008"/>
              <a:gd name="connsiteX233" fmla="*/ 1690821 w 3344996"/>
              <a:gd name="connsiteY233" fmla="*/ 2489200 h 3048008"/>
              <a:gd name="connsiteX234" fmla="*/ 1674946 w 3344996"/>
              <a:gd name="connsiteY234" fmla="*/ 2511425 h 3048008"/>
              <a:gd name="connsiteX235" fmla="*/ 1665421 w 3344996"/>
              <a:gd name="connsiteY235" fmla="*/ 2524125 h 3048008"/>
              <a:gd name="connsiteX236" fmla="*/ 1659071 w 3344996"/>
              <a:gd name="connsiteY236" fmla="*/ 2533650 h 3048008"/>
              <a:gd name="connsiteX237" fmla="*/ 1649546 w 3344996"/>
              <a:gd name="connsiteY237" fmla="*/ 2543175 h 3048008"/>
              <a:gd name="connsiteX238" fmla="*/ 1640021 w 3344996"/>
              <a:gd name="connsiteY238" fmla="*/ 2555875 h 3048008"/>
              <a:gd name="connsiteX239" fmla="*/ 1617796 w 3344996"/>
              <a:gd name="connsiteY239" fmla="*/ 2574925 h 3048008"/>
              <a:gd name="connsiteX240" fmla="*/ 1601921 w 3344996"/>
              <a:gd name="connsiteY240" fmla="*/ 2584450 h 3048008"/>
              <a:gd name="connsiteX241" fmla="*/ 1589221 w 3344996"/>
              <a:gd name="connsiteY241" fmla="*/ 2587625 h 3048008"/>
              <a:gd name="connsiteX242" fmla="*/ 1563821 w 3344996"/>
              <a:gd name="connsiteY242" fmla="*/ 2606675 h 3048008"/>
              <a:gd name="connsiteX243" fmla="*/ 1554296 w 3344996"/>
              <a:gd name="connsiteY243" fmla="*/ 2616200 h 3048008"/>
              <a:gd name="connsiteX244" fmla="*/ 1544771 w 3344996"/>
              <a:gd name="connsiteY244" fmla="*/ 2619375 h 3048008"/>
              <a:gd name="connsiteX245" fmla="*/ 1532071 w 3344996"/>
              <a:gd name="connsiteY245" fmla="*/ 2625725 h 3048008"/>
              <a:gd name="connsiteX246" fmla="*/ 1522546 w 3344996"/>
              <a:gd name="connsiteY246" fmla="*/ 2632075 h 3048008"/>
              <a:gd name="connsiteX247" fmla="*/ 1513021 w 3344996"/>
              <a:gd name="connsiteY247" fmla="*/ 2635250 h 3048008"/>
              <a:gd name="connsiteX248" fmla="*/ 1503496 w 3344996"/>
              <a:gd name="connsiteY248" fmla="*/ 2641600 h 3048008"/>
              <a:gd name="connsiteX249" fmla="*/ 1493971 w 3344996"/>
              <a:gd name="connsiteY249" fmla="*/ 2644775 h 3048008"/>
              <a:gd name="connsiteX250" fmla="*/ 1481271 w 3344996"/>
              <a:gd name="connsiteY250" fmla="*/ 2651125 h 3048008"/>
              <a:gd name="connsiteX251" fmla="*/ 1468571 w 3344996"/>
              <a:gd name="connsiteY251" fmla="*/ 2654300 h 3048008"/>
              <a:gd name="connsiteX252" fmla="*/ 1436821 w 3344996"/>
              <a:gd name="connsiteY252" fmla="*/ 2660650 h 3048008"/>
              <a:gd name="connsiteX253" fmla="*/ 1427296 w 3344996"/>
              <a:gd name="connsiteY253" fmla="*/ 2663825 h 3048008"/>
              <a:gd name="connsiteX254" fmla="*/ 1408246 w 3344996"/>
              <a:gd name="connsiteY254" fmla="*/ 2676525 h 3048008"/>
              <a:gd name="connsiteX255" fmla="*/ 1389196 w 3344996"/>
              <a:gd name="connsiteY255" fmla="*/ 2686050 h 3048008"/>
              <a:gd name="connsiteX256" fmla="*/ 1376496 w 3344996"/>
              <a:gd name="connsiteY256" fmla="*/ 2682875 h 3048008"/>
              <a:gd name="connsiteX257" fmla="*/ 1360621 w 3344996"/>
              <a:gd name="connsiteY257" fmla="*/ 2679700 h 3048008"/>
              <a:gd name="connsiteX258" fmla="*/ 1325696 w 3344996"/>
              <a:gd name="connsiteY258" fmla="*/ 2670175 h 3048008"/>
              <a:gd name="connsiteX259" fmla="*/ 1312996 w 3344996"/>
              <a:gd name="connsiteY259" fmla="*/ 2663825 h 3048008"/>
              <a:gd name="connsiteX260" fmla="*/ 1278071 w 3344996"/>
              <a:gd name="connsiteY260" fmla="*/ 2654300 h 3048008"/>
              <a:gd name="connsiteX261" fmla="*/ 1265371 w 3344996"/>
              <a:gd name="connsiteY261" fmla="*/ 2647950 h 3048008"/>
              <a:gd name="connsiteX262" fmla="*/ 1252671 w 3344996"/>
              <a:gd name="connsiteY262" fmla="*/ 2638425 h 3048008"/>
              <a:gd name="connsiteX263" fmla="*/ 1239971 w 3344996"/>
              <a:gd name="connsiteY263" fmla="*/ 2635250 h 3048008"/>
              <a:gd name="connsiteX264" fmla="*/ 1217746 w 3344996"/>
              <a:gd name="connsiteY264" fmla="*/ 2616200 h 3048008"/>
              <a:gd name="connsiteX265" fmla="*/ 1208221 w 3344996"/>
              <a:gd name="connsiteY265" fmla="*/ 2613025 h 3048008"/>
              <a:gd name="connsiteX266" fmla="*/ 1192346 w 3344996"/>
              <a:gd name="connsiteY266" fmla="*/ 2600325 h 3048008"/>
              <a:gd name="connsiteX267" fmla="*/ 1185996 w 3344996"/>
              <a:gd name="connsiteY267" fmla="*/ 2590800 h 3048008"/>
              <a:gd name="connsiteX268" fmla="*/ 1176471 w 3344996"/>
              <a:gd name="connsiteY268" fmla="*/ 2581275 h 3048008"/>
              <a:gd name="connsiteX269" fmla="*/ 1170121 w 3344996"/>
              <a:gd name="connsiteY269" fmla="*/ 2571750 h 3048008"/>
              <a:gd name="connsiteX270" fmla="*/ 1154246 w 3344996"/>
              <a:gd name="connsiteY270" fmla="*/ 2559050 h 3048008"/>
              <a:gd name="connsiteX271" fmla="*/ 1144721 w 3344996"/>
              <a:gd name="connsiteY271" fmla="*/ 2546350 h 3048008"/>
              <a:gd name="connsiteX272" fmla="*/ 1132021 w 3344996"/>
              <a:gd name="connsiteY272" fmla="*/ 2524125 h 3048008"/>
              <a:gd name="connsiteX273" fmla="*/ 1116146 w 3344996"/>
              <a:gd name="connsiteY273" fmla="*/ 2511425 h 3048008"/>
              <a:gd name="connsiteX274" fmla="*/ 1106621 w 3344996"/>
              <a:gd name="connsiteY274" fmla="*/ 2489200 h 3048008"/>
              <a:gd name="connsiteX275" fmla="*/ 1100271 w 3344996"/>
              <a:gd name="connsiteY275" fmla="*/ 2473325 h 3048008"/>
              <a:gd name="connsiteX276" fmla="*/ 1087571 w 3344996"/>
              <a:gd name="connsiteY276" fmla="*/ 2444750 h 3048008"/>
              <a:gd name="connsiteX277" fmla="*/ 1084396 w 3344996"/>
              <a:gd name="connsiteY277" fmla="*/ 2381250 h 3048008"/>
              <a:gd name="connsiteX278" fmla="*/ 1078046 w 3344996"/>
              <a:gd name="connsiteY278" fmla="*/ 2349500 h 3048008"/>
              <a:gd name="connsiteX279" fmla="*/ 1071696 w 3344996"/>
              <a:gd name="connsiteY279" fmla="*/ 2320925 h 3048008"/>
              <a:gd name="connsiteX280" fmla="*/ 1068521 w 3344996"/>
              <a:gd name="connsiteY280" fmla="*/ 2241550 h 3048008"/>
              <a:gd name="connsiteX281" fmla="*/ 1065346 w 3344996"/>
              <a:gd name="connsiteY281" fmla="*/ 2228850 h 3048008"/>
              <a:gd name="connsiteX282" fmla="*/ 1062171 w 3344996"/>
              <a:gd name="connsiteY282" fmla="*/ 2209800 h 3048008"/>
              <a:gd name="connsiteX283" fmla="*/ 1017721 w 3344996"/>
              <a:gd name="connsiteY283" fmla="*/ 2197100 h 3048008"/>
              <a:gd name="connsiteX284" fmla="*/ 973271 w 3344996"/>
              <a:gd name="connsiteY284" fmla="*/ 2184400 h 3048008"/>
              <a:gd name="connsiteX285" fmla="*/ 938346 w 3344996"/>
              <a:gd name="connsiteY285" fmla="*/ 2174875 h 3048008"/>
              <a:gd name="connsiteX286" fmla="*/ 909771 w 3344996"/>
              <a:gd name="connsiteY286" fmla="*/ 2165350 h 3048008"/>
              <a:gd name="connsiteX287" fmla="*/ 893896 w 3344996"/>
              <a:gd name="connsiteY287" fmla="*/ 2155825 h 3048008"/>
              <a:gd name="connsiteX288" fmla="*/ 884371 w 3344996"/>
              <a:gd name="connsiteY288" fmla="*/ 2152650 h 3048008"/>
              <a:gd name="connsiteX289" fmla="*/ 871671 w 3344996"/>
              <a:gd name="connsiteY289" fmla="*/ 2159000 h 3048008"/>
              <a:gd name="connsiteX290" fmla="*/ 862146 w 3344996"/>
              <a:gd name="connsiteY290" fmla="*/ 2181225 h 3048008"/>
              <a:gd name="connsiteX291" fmla="*/ 843096 w 3344996"/>
              <a:gd name="connsiteY291" fmla="*/ 2197100 h 3048008"/>
              <a:gd name="connsiteX292" fmla="*/ 833571 w 3344996"/>
              <a:gd name="connsiteY292" fmla="*/ 2206625 h 3048008"/>
              <a:gd name="connsiteX293" fmla="*/ 820871 w 3344996"/>
              <a:gd name="connsiteY293" fmla="*/ 2209800 h 3048008"/>
              <a:gd name="connsiteX294" fmla="*/ 808171 w 3344996"/>
              <a:gd name="connsiteY294" fmla="*/ 2216150 h 3048008"/>
              <a:gd name="connsiteX295" fmla="*/ 785946 w 3344996"/>
              <a:gd name="connsiteY295" fmla="*/ 2232025 h 3048008"/>
              <a:gd name="connsiteX296" fmla="*/ 754196 w 3344996"/>
              <a:gd name="connsiteY296" fmla="*/ 2247900 h 3048008"/>
              <a:gd name="connsiteX297" fmla="*/ 738321 w 3344996"/>
              <a:gd name="connsiteY297" fmla="*/ 2260600 h 3048008"/>
              <a:gd name="connsiteX298" fmla="*/ 725621 w 3344996"/>
              <a:gd name="connsiteY298" fmla="*/ 2266950 h 3048008"/>
              <a:gd name="connsiteX299" fmla="*/ 716096 w 3344996"/>
              <a:gd name="connsiteY299" fmla="*/ 2276475 h 3048008"/>
              <a:gd name="connsiteX300" fmla="*/ 703396 w 3344996"/>
              <a:gd name="connsiteY300" fmla="*/ 2282825 h 3048008"/>
              <a:gd name="connsiteX301" fmla="*/ 677996 w 3344996"/>
              <a:gd name="connsiteY301" fmla="*/ 2305050 h 3048008"/>
              <a:gd name="connsiteX302" fmla="*/ 665296 w 3344996"/>
              <a:gd name="connsiteY302" fmla="*/ 2308225 h 3048008"/>
              <a:gd name="connsiteX303" fmla="*/ 652596 w 3344996"/>
              <a:gd name="connsiteY303" fmla="*/ 2333625 h 3048008"/>
              <a:gd name="connsiteX304" fmla="*/ 639896 w 3344996"/>
              <a:gd name="connsiteY304" fmla="*/ 2365375 h 3048008"/>
              <a:gd name="connsiteX305" fmla="*/ 703396 w 3344996"/>
              <a:gd name="connsiteY305" fmla="*/ 2368550 h 3048008"/>
              <a:gd name="connsiteX306" fmla="*/ 741496 w 3344996"/>
              <a:gd name="connsiteY306" fmla="*/ 2374900 h 3048008"/>
              <a:gd name="connsiteX307" fmla="*/ 763721 w 3344996"/>
              <a:gd name="connsiteY307" fmla="*/ 2381250 h 3048008"/>
              <a:gd name="connsiteX308" fmla="*/ 782771 w 3344996"/>
              <a:gd name="connsiteY308" fmla="*/ 2387600 h 3048008"/>
              <a:gd name="connsiteX309" fmla="*/ 798646 w 3344996"/>
              <a:gd name="connsiteY309" fmla="*/ 2390775 h 3048008"/>
              <a:gd name="connsiteX310" fmla="*/ 808171 w 3344996"/>
              <a:gd name="connsiteY310" fmla="*/ 2387600 h 3048008"/>
              <a:gd name="connsiteX311" fmla="*/ 824046 w 3344996"/>
              <a:gd name="connsiteY311" fmla="*/ 2390775 h 3048008"/>
              <a:gd name="connsiteX312" fmla="*/ 836746 w 3344996"/>
              <a:gd name="connsiteY312" fmla="*/ 2393950 h 3048008"/>
              <a:gd name="connsiteX313" fmla="*/ 855796 w 3344996"/>
              <a:gd name="connsiteY313" fmla="*/ 2400300 h 3048008"/>
              <a:gd name="connsiteX314" fmla="*/ 871671 w 3344996"/>
              <a:gd name="connsiteY314" fmla="*/ 2403475 h 3048008"/>
              <a:gd name="connsiteX315" fmla="*/ 881196 w 3344996"/>
              <a:gd name="connsiteY315" fmla="*/ 2406650 h 3048008"/>
              <a:gd name="connsiteX316" fmla="*/ 897071 w 3344996"/>
              <a:gd name="connsiteY316" fmla="*/ 2409825 h 3048008"/>
              <a:gd name="connsiteX317" fmla="*/ 906596 w 3344996"/>
              <a:gd name="connsiteY317" fmla="*/ 2413000 h 3048008"/>
              <a:gd name="connsiteX318" fmla="*/ 919296 w 3344996"/>
              <a:gd name="connsiteY318" fmla="*/ 2416175 h 3048008"/>
              <a:gd name="connsiteX319" fmla="*/ 928821 w 3344996"/>
              <a:gd name="connsiteY319" fmla="*/ 2425700 h 3048008"/>
              <a:gd name="connsiteX320" fmla="*/ 970096 w 3344996"/>
              <a:gd name="connsiteY320" fmla="*/ 2457450 h 3048008"/>
              <a:gd name="connsiteX321" fmla="*/ 985971 w 3344996"/>
              <a:gd name="connsiteY321" fmla="*/ 2482850 h 3048008"/>
              <a:gd name="connsiteX322" fmla="*/ 998671 w 3344996"/>
              <a:gd name="connsiteY322" fmla="*/ 2492375 h 3048008"/>
              <a:gd name="connsiteX323" fmla="*/ 1011371 w 3344996"/>
              <a:gd name="connsiteY323" fmla="*/ 2514600 h 3048008"/>
              <a:gd name="connsiteX324" fmla="*/ 1027246 w 3344996"/>
              <a:gd name="connsiteY324" fmla="*/ 2533650 h 3048008"/>
              <a:gd name="connsiteX325" fmla="*/ 1036771 w 3344996"/>
              <a:gd name="connsiteY325" fmla="*/ 2546350 h 3048008"/>
              <a:gd name="connsiteX326" fmla="*/ 1039946 w 3344996"/>
              <a:gd name="connsiteY326" fmla="*/ 2555875 h 3048008"/>
              <a:gd name="connsiteX327" fmla="*/ 1049471 w 3344996"/>
              <a:gd name="connsiteY327" fmla="*/ 2565400 h 3048008"/>
              <a:gd name="connsiteX328" fmla="*/ 1068521 w 3344996"/>
              <a:gd name="connsiteY328" fmla="*/ 2587625 h 3048008"/>
              <a:gd name="connsiteX329" fmla="*/ 1071696 w 3344996"/>
              <a:gd name="connsiteY329" fmla="*/ 2600325 h 3048008"/>
              <a:gd name="connsiteX330" fmla="*/ 1078046 w 3344996"/>
              <a:gd name="connsiteY330" fmla="*/ 2613025 h 3048008"/>
              <a:gd name="connsiteX331" fmla="*/ 1081221 w 3344996"/>
              <a:gd name="connsiteY331" fmla="*/ 2632075 h 3048008"/>
              <a:gd name="connsiteX332" fmla="*/ 1087571 w 3344996"/>
              <a:gd name="connsiteY332" fmla="*/ 2667000 h 3048008"/>
              <a:gd name="connsiteX333" fmla="*/ 1081221 w 3344996"/>
              <a:gd name="connsiteY333" fmla="*/ 2749550 h 3048008"/>
              <a:gd name="connsiteX334" fmla="*/ 1078046 w 3344996"/>
              <a:gd name="connsiteY334" fmla="*/ 2765425 h 3048008"/>
              <a:gd name="connsiteX335" fmla="*/ 1071696 w 3344996"/>
              <a:gd name="connsiteY335" fmla="*/ 2781300 h 3048008"/>
              <a:gd name="connsiteX336" fmla="*/ 1062171 w 3344996"/>
              <a:gd name="connsiteY336" fmla="*/ 2825750 h 3048008"/>
              <a:gd name="connsiteX337" fmla="*/ 1058996 w 3344996"/>
              <a:gd name="connsiteY337" fmla="*/ 2844800 h 3048008"/>
              <a:gd name="connsiteX338" fmla="*/ 1052646 w 3344996"/>
              <a:gd name="connsiteY338" fmla="*/ 2854325 h 3048008"/>
              <a:gd name="connsiteX339" fmla="*/ 1043121 w 3344996"/>
              <a:gd name="connsiteY339" fmla="*/ 2873375 h 3048008"/>
              <a:gd name="connsiteX340" fmla="*/ 1033596 w 3344996"/>
              <a:gd name="connsiteY340" fmla="*/ 2879725 h 3048008"/>
              <a:gd name="connsiteX341" fmla="*/ 1024071 w 3344996"/>
              <a:gd name="connsiteY341" fmla="*/ 2889250 h 3048008"/>
              <a:gd name="connsiteX342" fmla="*/ 1005021 w 3344996"/>
              <a:gd name="connsiteY342" fmla="*/ 2914650 h 3048008"/>
              <a:gd name="connsiteX343" fmla="*/ 992321 w 3344996"/>
              <a:gd name="connsiteY343" fmla="*/ 2930525 h 3048008"/>
              <a:gd name="connsiteX344" fmla="*/ 979621 w 3344996"/>
              <a:gd name="connsiteY344" fmla="*/ 2949575 h 3048008"/>
              <a:gd name="connsiteX345" fmla="*/ 970096 w 3344996"/>
              <a:gd name="connsiteY345" fmla="*/ 2955925 h 3048008"/>
              <a:gd name="connsiteX346" fmla="*/ 954221 w 3344996"/>
              <a:gd name="connsiteY346" fmla="*/ 2974975 h 3048008"/>
              <a:gd name="connsiteX347" fmla="*/ 941521 w 3344996"/>
              <a:gd name="connsiteY347" fmla="*/ 2981325 h 3048008"/>
              <a:gd name="connsiteX348" fmla="*/ 922471 w 3344996"/>
              <a:gd name="connsiteY348" fmla="*/ 2994025 h 3048008"/>
              <a:gd name="connsiteX349" fmla="*/ 909771 w 3344996"/>
              <a:gd name="connsiteY349" fmla="*/ 3003550 h 3048008"/>
              <a:gd name="connsiteX350" fmla="*/ 897071 w 3344996"/>
              <a:gd name="connsiteY350" fmla="*/ 3006725 h 3048008"/>
              <a:gd name="connsiteX351" fmla="*/ 890721 w 3344996"/>
              <a:gd name="connsiteY351" fmla="*/ 3016250 h 3048008"/>
              <a:gd name="connsiteX352" fmla="*/ 878021 w 3344996"/>
              <a:gd name="connsiteY352" fmla="*/ 3019425 h 3048008"/>
              <a:gd name="connsiteX353" fmla="*/ 852621 w 3344996"/>
              <a:gd name="connsiteY353" fmla="*/ 3032125 h 3048008"/>
              <a:gd name="connsiteX354" fmla="*/ 843096 w 3344996"/>
              <a:gd name="connsiteY354" fmla="*/ 3038475 h 3048008"/>
              <a:gd name="connsiteX355" fmla="*/ 824046 w 3344996"/>
              <a:gd name="connsiteY355" fmla="*/ 3044825 h 3048008"/>
              <a:gd name="connsiteX356" fmla="*/ 785946 w 3344996"/>
              <a:gd name="connsiteY356" fmla="*/ 3041650 h 3048008"/>
              <a:gd name="connsiteX357" fmla="*/ 709746 w 3344996"/>
              <a:gd name="connsiteY357" fmla="*/ 3044825 h 3048008"/>
              <a:gd name="connsiteX358" fmla="*/ 700221 w 3344996"/>
              <a:gd name="connsiteY358" fmla="*/ 3041650 h 3048008"/>
              <a:gd name="connsiteX359" fmla="*/ 681171 w 3344996"/>
              <a:gd name="connsiteY359" fmla="*/ 3032125 h 3048008"/>
              <a:gd name="connsiteX360" fmla="*/ 658946 w 3344996"/>
              <a:gd name="connsiteY360" fmla="*/ 3019425 h 3048008"/>
              <a:gd name="connsiteX361" fmla="*/ 643071 w 3344996"/>
              <a:gd name="connsiteY361" fmla="*/ 3009900 h 3048008"/>
              <a:gd name="connsiteX362" fmla="*/ 620846 w 3344996"/>
              <a:gd name="connsiteY362" fmla="*/ 3003550 h 3048008"/>
              <a:gd name="connsiteX363" fmla="*/ 604971 w 3344996"/>
              <a:gd name="connsiteY363" fmla="*/ 2994025 h 3048008"/>
              <a:gd name="connsiteX364" fmla="*/ 595446 w 3344996"/>
              <a:gd name="connsiteY364" fmla="*/ 2990850 h 3048008"/>
              <a:gd name="connsiteX365" fmla="*/ 566871 w 3344996"/>
              <a:gd name="connsiteY365" fmla="*/ 2974975 h 3048008"/>
              <a:gd name="connsiteX366" fmla="*/ 554171 w 3344996"/>
              <a:gd name="connsiteY366" fmla="*/ 2968625 h 3048008"/>
              <a:gd name="connsiteX367" fmla="*/ 544646 w 3344996"/>
              <a:gd name="connsiteY367" fmla="*/ 2959100 h 3048008"/>
              <a:gd name="connsiteX368" fmla="*/ 519246 w 3344996"/>
              <a:gd name="connsiteY368" fmla="*/ 2940050 h 3048008"/>
              <a:gd name="connsiteX369" fmla="*/ 493846 w 3344996"/>
              <a:gd name="connsiteY369" fmla="*/ 2905125 h 3048008"/>
              <a:gd name="connsiteX370" fmla="*/ 484321 w 3344996"/>
              <a:gd name="connsiteY370" fmla="*/ 2898775 h 3048008"/>
              <a:gd name="connsiteX371" fmla="*/ 455746 w 3344996"/>
              <a:gd name="connsiteY371" fmla="*/ 2851150 h 3048008"/>
              <a:gd name="connsiteX372" fmla="*/ 446221 w 3344996"/>
              <a:gd name="connsiteY372" fmla="*/ 2841625 h 3048008"/>
              <a:gd name="connsiteX373" fmla="*/ 439871 w 3344996"/>
              <a:gd name="connsiteY373" fmla="*/ 2825750 h 3048008"/>
              <a:gd name="connsiteX374" fmla="*/ 436696 w 3344996"/>
              <a:gd name="connsiteY374" fmla="*/ 2816225 h 3048008"/>
              <a:gd name="connsiteX375" fmla="*/ 427171 w 3344996"/>
              <a:gd name="connsiteY375" fmla="*/ 2809875 h 3048008"/>
              <a:gd name="connsiteX376" fmla="*/ 417646 w 3344996"/>
              <a:gd name="connsiteY376" fmla="*/ 2746375 h 3048008"/>
              <a:gd name="connsiteX377" fmla="*/ 420821 w 3344996"/>
              <a:gd name="connsiteY377" fmla="*/ 2724150 h 3048008"/>
              <a:gd name="connsiteX378" fmla="*/ 427171 w 3344996"/>
              <a:gd name="connsiteY378" fmla="*/ 2657475 h 3048008"/>
              <a:gd name="connsiteX379" fmla="*/ 430346 w 3344996"/>
              <a:gd name="connsiteY379" fmla="*/ 2619375 h 3048008"/>
              <a:gd name="connsiteX380" fmla="*/ 427171 w 3344996"/>
              <a:gd name="connsiteY380" fmla="*/ 2606675 h 3048008"/>
              <a:gd name="connsiteX381" fmla="*/ 417646 w 3344996"/>
              <a:gd name="connsiteY381" fmla="*/ 2603500 h 3048008"/>
              <a:gd name="connsiteX382" fmla="*/ 404946 w 3344996"/>
              <a:gd name="connsiteY382" fmla="*/ 2613025 h 3048008"/>
              <a:gd name="connsiteX383" fmla="*/ 389071 w 3344996"/>
              <a:gd name="connsiteY383" fmla="*/ 2609850 h 3048008"/>
              <a:gd name="connsiteX384" fmla="*/ 316046 w 3344996"/>
              <a:gd name="connsiteY384" fmla="*/ 2613025 h 3048008"/>
              <a:gd name="connsiteX385" fmla="*/ 306521 w 3344996"/>
              <a:gd name="connsiteY385" fmla="*/ 2609850 h 3048008"/>
              <a:gd name="connsiteX386" fmla="*/ 274771 w 3344996"/>
              <a:gd name="connsiteY386" fmla="*/ 2600325 h 3048008"/>
              <a:gd name="connsiteX387" fmla="*/ 262071 w 3344996"/>
              <a:gd name="connsiteY387" fmla="*/ 2593975 h 3048008"/>
              <a:gd name="connsiteX388" fmla="*/ 252546 w 3344996"/>
              <a:gd name="connsiteY388" fmla="*/ 2587625 h 3048008"/>
              <a:gd name="connsiteX389" fmla="*/ 217621 w 3344996"/>
              <a:gd name="connsiteY389" fmla="*/ 2581275 h 3048008"/>
              <a:gd name="connsiteX390" fmla="*/ 201746 w 3344996"/>
              <a:gd name="connsiteY390" fmla="*/ 2574925 h 3048008"/>
              <a:gd name="connsiteX391" fmla="*/ 182696 w 3344996"/>
              <a:gd name="connsiteY391" fmla="*/ 2568575 h 3048008"/>
              <a:gd name="connsiteX392" fmla="*/ 166821 w 3344996"/>
              <a:gd name="connsiteY392" fmla="*/ 2562225 h 3048008"/>
              <a:gd name="connsiteX393" fmla="*/ 157296 w 3344996"/>
              <a:gd name="connsiteY393" fmla="*/ 2552700 h 3048008"/>
              <a:gd name="connsiteX394" fmla="*/ 138246 w 3344996"/>
              <a:gd name="connsiteY394" fmla="*/ 2540000 h 3048008"/>
              <a:gd name="connsiteX395" fmla="*/ 119196 w 3344996"/>
              <a:gd name="connsiteY395" fmla="*/ 2520950 h 3048008"/>
              <a:gd name="connsiteX396" fmla="*/ 109671 w 3344996"/>
              <a:gd name="connsiteY396" fmla="*/ 2508250 h 3048008"/>
              <a:gd name="connsiteX397" fmla="*/ 87446 w 3344996"/>
              <a:gd name="connsiteY397" fmla="*/ 2489200 h 3048008"/>
              <a:gd name="connsiteX398" fmla="*/ 74746 w 3344996"/>
              <a:gd name="connsiteY398" fmla="*/ 2466975 h 3048008"/>
              <a:gd name="connsiteX399" fmla="*/ 65221 w 3344996"/>
              <a:gd name="connsiteY399" fmla="*/ 2457450 h 3048008"/>
              <a:gd name="connsiteX400" fmla="*/ 46171 w 3344996"/>
              <a:gd name="connsiteY400" fmla="*/ 2422525 h 3048008"/>
              <a:gd name="connsiteX401" fmla="*/ 42996 w 3344996"/>
              <a:gd name="connsiteY401" fmla="*/ 2413000 h 3048008"/>
              <a:gd name="connsiteX402" fmla="*/ 39821 w 3344996"/>
              <a:gd name="connsiteY402" fmla="*/ 2400300 h 3048008"/>
              <a:gd name="connsiteX403" fmla="*/ 33471 w 3344996"/>
              <a:gd name="connsiteY403" fmla="*/ 2387600 h 3048008"/>
              <a:gd name="connsiteX404" fmla="*/ 27121 w 3344996"/>
              <a:gd name="connsiteY404" fmla="*/ 2359025 h 3048008"/>
              <a:gd name="connsiteX405" fmla="*/ 17596 w 3344996"/>
              <a:gd name="connsiteY405" fmla="*/ 2336800 h 3048008"/>
              <a:gd name="connsiteX406" fmla="*/ 11246 w 3344996"/>
              <a:gd name="connsiteY406" fmla="*/ 2311400 h 3048008"/>
              <a:gd name="connsiteX407" fmla="*/ 8071 w 3344996"/>
              <a:gd name="connsiteY407" fmla="*/ 2282825 h 3048008"/>
              <a:gd name="connsiteX408" fmla="*/ 4896 w 3344996"/>
              <a:gd name="connsiteY408" fmla="*/ 2266950 h 3048008"/>
              <a:gd name="connsiteX409" fmla="*/ 1721 w 3344996"/>
              <a:gd name="connsiteY409" fmla="*/ 2241550 h 3048008"/>
              <a:gd name="connsiteX410" fmla="*/ 4896 w 3344996"/>
              <a:gd name="connsiteY410" fmla="*/ 2212975 h 3048008"/>
              <a:gd name="connsiteX411" fmla="*/ 39821 w 3344996"/>
              <a:gd name="connsiteY411" fmla="*/ 2235200 h 3048008"/>
              <a:gd name="connsiteX412" fmla="*/ 71571 w 3344996"/>
              <a:gd name="connsiteY412" fmla="*/ 2244725 h 3048008"/>
              <a:gd name="connsiteX413" fmla="*/ 116021 w 3344996"/>
              <a:gd name="connsiteY413" fmla="*/ 2241550 h 3048008"/>
              <a:gd name="connsiteX414" fmla="*/ 138246 w 3344996"/>
              <a:gd name="connsiteY414" fmla="*/ 2244725 h 3048008"/>
              <a:gd name="connsiteX415" fmla="*/ 157296 w 3344996"/>
              <a:gd name="connsiteY415" fmla="*/ 2241550 h 3048008"/>
              <a:gd name="connsiteX416" fmla="*/ 223971 w 3344996"/>
              <a:gd name="connsiteY416" fmla="*/ 2228850 h 3048008"/>
              <a:gd name="connsiteX417" fmla="*/ 239846 w 3344996"/>
              <a:gd name="connsiteY417" fmla="*/ 2219325 h 3048008"/>
              <a:gd name="connsiteX418" fmla="*/ 258896 w 3344996"/>
              <a:gd name="connsiteY418" fmla="*/ 2209800 h 3048008"/>
              <a:gd name="connsiteX419" fmla="*/ 274771 w 3344996"/>
              <a:gd name="connsiteY419" fmla="*/ 2187575 h 3048008"/>
              <a:gd name="connsiteX420" fmla="*/ 284296 w 3344996"/>
              <a:gd name="connsiteY420" fmla="*/ 2178050 h 3048008"/>
              <a:gd name="connsiteX421" fmla="*/ 290646 w 3344996"/>
              <a:gd name="connsiteY421" fmla="*/ 2152650 h 3048008"/>
              <a:gd name="connsiteX422" fmla="*/ 287471 w 3344996"/>
              <a:gd name="connsiteY422" fmla="*/ 2143125 h 3048008"/>
              <a:gd name="connsiteX423" fmla="*/ 300171 w 3344996"/>
              <a:gd name="connsiteY423" fmla="*/ 2155825 h 3048008"/>
              <a:gd name="connsiteX424" fmla="*/ 312871 w 3344996"/>
              <a:gd name="connsiteY424" fmla="*/ 2159000 h 3048008"/>
              <a:gd name="connsiteX425" fmla="*/ 379546 w 3344996"/>
              <a:gd name="connsiteY425" fmla="*/ 2168525 h 3048008"/>
              <a:gd name="connsiteX426" fmla="*/ 404946 w 3344996"/>
              <a:gd name="connsiteY426" fmla="*/ 2162175 h 3048008"/>
              <a:gd name="connsiteX427" fmla="*/ 458921 w 3344996"/>
              <a:gd name="connsiteY427" fmla="*/ 2149475 h 3048008"/>
              <a:gd name="connsiteX428" fmla="*/ 547821 w 3344996"/>
              <a:gd name="connsiteY428" fmla="*/ 2101850 h 3048008"/>
              <a:gd name="connsiteX429" fmla="*/ 585921 w 3344996"/>
              <a:gd name="connsiteY429" fmla="*/ 2085975 h 3048008"/>
              <a:gd name="connsiteX430" fmla="*/ 620846 w 3344996"/>
              <a:gd name="connsiteY430" fmla="*/ 2063750 h 3048008"/>
              <a:gd name="connsiteX431" fmla="*/ 655771 w 3344996"/>
              <a:gd name="connsiteY431" fmla="*/ 2025650 h 3048008"/>
              <a:gd name="connsiteX432" fmla="*/ 665296 w 3344996"/>
              <a:gd name="connsiteY432" fmla="*/ 2009775 h 3048008"/>
              <a:gd name="connsiteX433" fmla="*/ 677996 w 3344996"/>
              <a:gd name="connsiteY433" fmla="*/ 1997075 h 3048008"/>
              <a:gd name="connsiteX434" fmla="*/ 684346 w 3344996"/>
              <a:gd name="connsiteY434" fmla="*/ 1984375 h 3048008"/>
              <a:gd name="connsiteX435" fmla="*/ 693871 w 3344996"/>
              <a:gd name="connsiteY435" fmla="*/ 1968500 h 3048008"/>
              <a:gd name="connsiteX436" fmla="*/ 700221 w 3344996"/>
              <a:gd name="connsiteY436" fmla="*/ 1958975 h 3048008"/>
              <a:gd name="connsiteX437" fmla="*/ 712921 w 3344996"/>
              <a:gd name="connsiteY437" fmla="*/ 1933575 h 3048008"/>
              <a:gd name="connsiteX438" fmla="*/ 716096 w 3344996"/>
              <a:gd name="connsiteY438" fmla="*/ 1924050 h 3048008"/>
              <a:gd name="connsiteX439" fmla="*/ 725621 w 3344996"/>
              <a:gd name="connsiteY439" fmla="*/ 1908175 h 3048008"/>
              <a:gd name="connsiteX440" fmla="*/ 728796 w 3344996"/>
              <a:gd name="connsiteY440" fmla="*/ 1898650 h 3048008"/>
              <a:gd name="connsiteX441" fmla="*/ 722446 w 3344996"/>
              <a:gd name="connsiteY441" fmla="*/ 1908175 h 3048008"/>
              <a:gd name="connsiteX442" fmla="*/ 731971 w 3344996"/>
              <a:gd name="connsiteY442" fmla="*/ 1905000 h 3048008"/>
              <a:gd name="connsiteX443" fmla="*/ 741496 w 3344996"/>
              <a:gd name="connsiteY443" fmla="*/ 1911350 h 3048008"/>
              <a:gd name="connsiteX444" fmla="*/ 747846 w 3344996"/>
              <a:gd name="connsiteY444" fmla="*/ 1920875 h 3048008"/>
              <a:gd name="connsiteX445" fmla="*/ 760546 w 3344996"/>
              <a:gd name="connsiteY445" fmla="*/ 1924050 h 3048008"/>
              <a:gd name="connsiteX446" fmla="*/ 779596 w 3344996"/>
              <a:gd name="connsiteY446" fmla="*/ 1930400 h 3048008"/>
              <a:gd name="connsiteX447" fmla="*/ 808171 w 3344996"/>
              <a:gd name="connsiteY447" fmla="*/ 1943100 h 3048008"/>
              <a:gd name="connsiteX448" fmla="*/ 820871 w 3344996"/>
              <a:gd name="connsiteY448" fmla="*/ 1949450 h 3048008"/>
              <a:gd name="connsiteX449" fmla="*/ 833571 w 3344996"/>
              <a:gd name="connsiteY449" fmla="*/ 1958975 h 3048008"/>
              <a:gd name="connsiteX450" fmla="*/ 871671 w 3344996"/>
              <a:gd name="connsiteY450" fmla="*/ 1962150 h 3048008"/>
              <a:gd name="connsiteX451" fmla="*/ 900246 w 3344996"/>
              <a:gd name="connsiteY451" fmla="*/ 1965325 h 3048008"/>
              <a:gd name="connsiteX452" fmla="*/ 916121 w 3344996"/>
              <a:gd name="connsiteY452" fmla="*/ 1958975 h 3048008"/>
              <a:gd name="connsiteX453" fmla="*/ 928821 w 3344996"/>
              <a:gd name="connsiteY453" fmla="*/ 1952625 h 3048008"/>
              <a:gd name="connsiteX454" fmla="*/ 954221 w 3344996"/>
              <a:gd name="connsiteY454" fmla="*/ 1949450 h 3048008"/>
              <a:gd name="connsiteX455" fmla="*/ 976446 w 3344996"/>
              <a:gd name="connsiteY455" fmla="*/ 1943100 h 3048008"/>
              <a:gd name="connsiteX456" fmla="*/ 989146 w 3344996"/>
              <a:gd name="connsiteY456" fmla="*/ 1936750 h 3048008"/>
              <a:gd name="connsiteX457" fmla="*/ 1005021 w 3344996"/>
              <a:gd name="connsiteY457" fmla="*/ 1933575 h 3048008"/>
              <a:gd name="connsiteX458" fmla="*/ 1033596 w 3344996"/>
              <a:gd name="connsiteY458" fmla="*/ 1924050 h 3048008"/>
              <a:gd name="connsiteX459" fmla="*/ 1074871 w 3344996"/>
              <a:gd name="connsiteY459" fmla="*/ 1898650 h 3048008"/>
              <a:gd name="connsiteX460" fmla="*/ 1087571 w 3344996"/>
              <a:gd name="connsiteY460" fmla="*/ 1889125 h 3048008"/>
              <a:gd name="connsiteX461" fmla="*/ 1119321 w 3344996"/>
              <a:gd name="connsiteY461" fmla="*/ 1863725 h 3048008"/>
              <a:gd name="connsiteX462" fmla="*/ 1157421 w 3344996"/>
              <a:gd name="connsiteY462" fmla="*/ 1822450 h 3048008"/>
              <a:gd name="connsiteX463" fmla="*/ 1179646 w 3344996"/>
              <a:gd name="connsiteY463" fmla="*/ 1803400 h 3048008"/>
              <a:gd name="connsiteX464" fmla="*/ 1198696 w 3344996"/>
              <a:gd name="connsiteY464" fmla="*/ 1774825 h 3048008"/>
              <a:gd name="connsiteX465" fmla="*/ 1205046 w 3344996"/>
              <a:gd name="connsiteY465" fmla="*/ 1765300 h 3048008"/>
              <a:gd name="connsiteX466" fmla="*/ 1217746 w 3344996"/>
              <a:gd name="connsiteY466" fmla="*/ 1758950 h 3048008"/>
              <a:gd name="connsiteX467" fmla="*/ 1293946 w 3344996"/>
              <a:gd name="connsiteY467" fmla="*/ 1758950 h 3048008"/>
              <a:gd name="connsiteX468" fmla="*/ 1332046 w 3344996"/>
              <a:gd name="connsiteY468" fmla="*/ 1743075 h 3048008"/>
              <a:gd name="connsiteX469" fmla="*/ 1401896 w 3344996"/>
              <a:gd name="connsiteY469" fmla="*/ 1698625 h 3048008"/>
              <a:gd name="connsiteX470" fmla="*/ 1420946 w 3344996"/>
              <a:gd name="connsiteY470" fmla="*/ 1685925 h 3048008"/>
              <a:gd name="connsiteX471" fmla="*/ 1459046 w 3344996"/>
              <a:gd name="connsiteY471" fmla="*/ 1647825 h 3048008"/>
              <a:gd name="connsiteX472" fmla="*/ 1478096 w 3344996"/>
              <a:gd name="connsiteY472" fmla="*/ 1616075 h 3048008"/>
              <a:gd name="connsiteX473" fmla="*/ 1497146 w 3344996"/>
              <a:gd name="connsiteY473" fmla="*/ 1577975 h 3048008"/>
              <a:gd name="connsiteX474" fmla="*/ 1500321 w 3344996"/>
              <a:gd name="connsiteY474" fmla="*/ 1562100 h 3048008"/>
              <a:gd name="connsiteX475" fmla="*/ 1509846 w 3344996"/>
              <a:gd name="connsiteY475" fmla="*/ 1543050 h 3048008"/>
              <a:gd name="connsiteX476" fmla="*/ 1519371 w 3344996"/>
              <a:gd name="connsiteY476" fmla="*/ 1517650 h 3048008"/>
              <a:gd name="connsiteX477" fmla="*/ 1509846 w 3344996"/>
              <a:gd name="connsiteY477" fmla="*/ 1447800 h 3048008"/>
              <a:gd name="connsiteX478" fmla="*/ 1503496 w 3344996"/>
              <a:gd name="connsiteY478" fmla="*/ 1438275 h 3048008"/>
              <a:gd name="connsiteX479" fmla="*/ 1500321 w 3344996"/>
              <a:gd name="connsiteY479" fmla="*/ 1422400 h 3048008"/>
              <a:gd name="connsiteX480" fmla="*/ 1506671 w 3344996"/>
              <a:gd name="connsiteY480" fmla="*/ 1368425 h 3048008"/>
              <a:gd name="connsiteX481" fmla="*/ 1513021 w 3344996"/>
              <a:gd name="connsiteY481" fmla="*/ 1349375 h 3048008"/>
              <a:gd name="connsiteX482" fmla="*/ 1519371 w 3344996"/>
              <a:gd name="connsiteY482" fmla="*/ 1314450 h 3048008"/>
              <a:gd name="connsiteX483" fmla="*/ 1516196 w 3344996"/>
              <a:gd name="connsiteY483" fmla="*/ 1298575 h 3048008"/>
              <a:gd name="connsiteX484" fmla="*/ 1503496 w 3344996"/>
              <a:gd name="connsiteY484" fmla="*/ 1289050 h 3048008"/>
              <a:gd name="connsiteX485" fmla="*/ 1459046 w 3344996"/>
              <a:gd name="connsiteY485" fmla="*/ 1276350 h 3048008"/>
              <a:gd name="connsiteX486" fmla="*/ 1309821 w 3344996"/>
              <a:gd name="connsiteY486" fmla="*/ 1168400 h 3048008"/>
              <a:gd name="connsiteX487" fmla="*/ 1278071 w 3344996"/>
              <a:gd name="connsiteY487" fmla="*/ 1108075 h 3048008"/>
              <a:gd name="connsiteX488" fmla="*/ 1265371 w 3344996"/>
              <a:gd name="connsiteY488" fmla="*/ 1054100 h 3048008"/>
              <a:gd name="connsiteX489" fmla="*/ 1262196 w 3344996"/>
              <a:gd name="connsiteY489" fmla="*/ 1041400 h 3048008"/>
              <a:gd name="connsiteX490" fmla="*/ 1259021 w 3344996"/>
              <a:gd name="connsiteY490" fmla="*/ 1047750 h 30480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</a:cxnLst>
            <a:rect l="l" t="t" r="r" b="b"/>
            <a:pathLst>
              <a:path w="3344996" h="3048008">
                <a:moveTo>
                  <a:pt x="1259021" y="1047750"/>
                </a:moveTo>
                <a:lnTo>
                  <a:pt x="1259021" y="1047750"/>
                </a:lnTo>
                <a:cubicBezTo>
                  <a:pt x="1341977" y="1062833"/>
                  <a:pt x="1303628" y="1063467"/>
                  <a:pt x="1351096" y="1057275"/>
                </a:cubicBezTo>
                <a:lnTo>
                  <a:pt x="1401896" y="1050925"/>
                </a:lnTo>
                <a:cubicBezTo>
                  <a:pt x="1409304" y="1047750"/>
                  <a:pt x="1416302" y="1043355"/>
                  <a:pt x="1424121" y="1041400"/>
                </a:cubicBezTo>
                <a:cubicBezTo>
                  <a:pt x="1433418" y="1039076"/>
                  <a:pt x="1443821" y="1041841"/>
                  <a:pt x="1452696" y="1038225"/>
                </a:cubicBezTo>
                <a:cubicBezTo>
                  <a:pt x="1568459" y="991062"/>
                  <a:pt x="1468440" y="1024539"/>
                  <a:pt x="1535246" y="987425"/>
                </a:cubicBezTo>
                <a:cubicBezTo>
                  <a:pt x="1574794" y="965454"/>
                  <a:pt x="1560355" y="986089"/>
                  <a:pt x="1595571" y="955675"/>
                </a:cubicBezTo>
                <a:cubicBezTo>
                  <a:pt x="1610297" y="942957"/>
                  <a:pt x="1623088" y="928158"/>
                  <a:pt x="1636846" y="914400"/>
                </a:cubicBezTo>
                <a:cubicBezTo>
                  <a:pt x="1643196" y="908050"/>
                  <a:pt x="1650052" y="902168"/>
                  <a:pt x="1655896" y="895350"/>
                </a:cubicBezTo>
                <a:cubicBezTo>
                  <a:pt x="1662246" y="887942"/>
                  <a:pt x="1668047" y="880024"/>
                  <a:pt x="1674946" y="873125"/>
                </a:cubicBezTo>
                <a:cubicBezTo>
                  <a:pt x="1680791" y="867280"/>
                  <a:pt x="1687646" y="862542"/>
                  <a:pt x="1693996" y="857250"/>
                </a:cubicBezTo>
                <a:cubicBezTo>
                  <a:pt x="1717028" y="811186"/>
                  <a:pt x="1691228" y="857765"/>
                  <a:pt x="1713046" y="828675"/>
                </a:cubicBezTo>
                <a:cubicBezTo>
                  <a:pt x="1716749" y="823738"/>
                  <a:pt x="1719300" y="818033"/>
                  <a:pt x="1722571" y="812800"/>
                </a:cubicBezTo>
                <a:cubicBezTo>
                  <a:pt x="1724593" y="809564"/>
                  <a:pt x="1726804" y="806450"/>
                  <a:pt x="1728921" y="803275"/>
                </a:cubicBezTo>
                <a:cubicBezTo>
                  <a:pt x="1726804" y="800100"/>
                  <a:pt x="1724121" y="797237"/>
                  <a:pt x="1722571" y="793750"/>
                </a:cubicBezTo>
                <a:cubicBezTo>
                  <a:pt x="1719853" y="787633"/>
                  <a:pt x="1716221" y="774700"/>
                  <a:pt x="1716221" y="774700"/>
                </a:cubicBezTo>
                <a:cubicBezTo>
                  <a:pt x="1718941" y="766539"/>
                  <a:pt x="1720976" y="761246"/>
                  <a:pt x="1722571" y="752475"/>
                </a:cubicBezTo>
                <a:cubicBezTo>
                  <a:pt x="1723910" y="745112"/>
                  <a:pt x="1723931" y="737510"/>
                  <a:pt x="1725746" y="730250"/>
                </a:cubicBezTo>
                <a:cubicBezTo>
                  <a:pt x="1727128" y="724721"/>
                  <a:pt x="1729979" y="719667"/>
                  <a:pt x="1732096" y="714375"/>
                </a:cubicBezTo>
                <a:cubicBezTo>
                  <a:pt x="1733154" y="708025"/>
                  <a:pt x="1733378" y="701478"/>
                  <a:pt x="1735271" y="695325"/>
                </a:cubicBezTo>
                <a:cubicBezTo>
                  <a:pt x="1739154" y="682706"/>
                  <a:pt x="1750328" y="661627"/>
                  <a:pt x="1757496" y="650875"/>
                </a:cubicBezTo>
                <a:cubicBezTo>
                  <a:pt x="1767596" y="635725"/>
                  <a:pt x="1777396" y="620250"/>
                  <a:pt x="1789246" y="606425"/>
                </a:cubicBezTo>
                <a:cubicBezTo>
                  <a:pt x="1805650" y="587287"/>
                  <a:pt x="1809884" y="580055"/>
                  <a:pt x="1830521" y="565150"/>
                </a:cubicBezTo>
                <a:cubicBezTo>
                  <a:pt x="1881664" y="528213"/>
                  <a:pt x="1847757" y="556264"/>
                  <a:pt x="1897196" y="527050"/>
                </a:cubicBezTo>
                <a:cubicBezTo>
                  <a:pt x="1910337" y="519285"/>
                  <a:pt x="1922044" y="509223"/>
                  <a:pt x="1935296" y="501650"/>
                </a:cubicBezTo>
                <a:cubicBezTo>
                  <a:pt x="1944346" y="496479"/>
                  <a:pt x="1954933" y="494313"/>
                  <a:pt x="1963871" y="488950"/>
                </a:cubicBezTo>
                <a:cubicBezTo>
                  <a:pt x="1983838" y="476970"/>
                  <a:pt x="2012552" y="452686"/>
                  <a:pt x="2036896" y="441325"/>
                </a:cubicBezTo>
                <a:cubicBezTo>
                  <a:pt x="2068502" y="426576"/>
                  <a:pt x="2052741" y="435560"/>
                  <a:pt x="2078171" y="428625"/>
                </a:cubicBezTo>
                <a:cubicBezTo>
                  <a:pt x="2122868" y="416435"/>
                  <a:pt x="2064781" y="426777"/>
                  <a:pt x="2135321" y="415925"/>
                </a:cubicBezTo>
                <a:cubicBezTo>
                  <a:pt x="2150114" y="413649"/>
                  <a:pt x="2165095" y="412510"/>
                  <a:pt x="2179771" y="409575"/>
                </a:cubicBezTo>
                <a:lnTo>
                  <a:pt x="2211521" y="403225"/>
                </a:lnTo>
                <a:cubicBezTo>
                  <a:pt x="2239038" y="404283"/>
                  <a:pt x="2266534" y="406400"/>
                  <a:pt x="2294071" y="406400"/>
                </a:cubicBezTo>
                <a:cubicBezTo>
                  <a:pt x="2390300" y="406400"/>
                  <a:pt x="2239974" y="396336"/>
                  <a:pt x="2360746" y="406400"/>
                </a:cubicBezTo>
                <a:lnTo>
                  <a:pt x="2386146" y="403225"/>
                </a:lnTo>
                <a:cubicBezTo>
                  <a:pt x="2405187" y="401028"/>
                  <a:pt x="2424585" y="401033"/>
                  <a:pt x="2443296" y="396875"/>
                </a:cubicBezTo>
                <a:cubicBezTo>
                  <a:pt x="2478155" y="389128"/>
                  <a:pt x="2462246" y="392129"/>
                  <a:pt x="2490921" y="387350"/>
                </a:cubicBezTo>
                <a:cubicBezTo>
                  <a:pt x="2498329" y="384175"/>
                  <a:pt x="2505413" y="380099"/>
                  <a:pt x="2513146" y="377825"/>
                </a:cubicBezTo>
                <a:cubicBezTo>
                  <a:pt x="2523500" y="374780"/>
                  <a:pt x="2544896" y="371475"/>
                  <a:pt x="2544896" y="371475"/>
                </a:cubicBezTo>
                <a:cubicBezTo>
                  <a:pt x="2557596" y="365125"/>
                  <a:pt x="2569813" y="357698"/>
                  <a:pt x="2582996" y="352425"/>
                </a:cubicBezTo>
                <a:cubicBezTo>
                  <a:pt x="2588288" y="350308"/>
                  <a:pt x="2593773" y="348624"/>
                  <a:pt x="2598871" y="346075"/>
                </a:cubicBezTo>
                <a:cubicBezTo>
                  <a:pt x="2626208" y="332407"/>
                  <a:pt x="2602718" y="338956"/>
                  <a:pt x="2630621" y="333375"/>
                </a:cubicBezTo>
                <a:cubicBezTo>
                  <a:pt x="2633796" y="331258"/>
                  <a:pt x="2636639" y="328528"/>
                  <a:pt x="2640146" y="327025"/>
                </a:cubicBezTo>
                <a:cubicBezTo>
                  <a:pt x="2644157" y="325306"/>
                  <a:pt x="2648650" y="325049"/>
                  <a:pt x="2652846" y="323850"/>
                </a:cubicBezTo>
                <a:cubicBezTo>
                  <a:pt x="2656064" y="322931"/>
                  <a:pt x="2659196" y="321733"/>
                  <a:pt x="2662371" y="320675"/>
                </a:cubicBezTo>
                <a:cubicBezTo>
                  <a:pt x="2666604" y="317500"/>
                  <a:pt x="2671053" y="314594"/>
                  <a:pt x="2675071" y="311150"/>
                </a:cubicBezTo>
                <a:cubicBezTo>
                  <a:pt x="2678480" y="308228"/>
                  <a:pt x="2681147" y="304500"/>
                  <a:pt x="2684596" y="301625"/>
                </a:cubicBezTo>
                <a:cubicBezTo>
                  <a:pt x="2687527" y="299182"/>
                  <a:pt x="2691035" y="297519"/>
                  <a:pt x="2694121" y="295275"/>
                </a:cubicBezTo>
                <a:cubicBezTo>
                  <a:pt x="2702680" y="289050"/>
                  <a:pt x="2719521" y="276225"/>
                  <a:pt x="2719521" y="276225"/>
                </a:cubicBezTo>
                <a:cubicBezTo>
                  <a:pt x="2722696" y="277283"/>
                  <a:pt x="2725745" y="279950"/>
                  <a:pt x="2729046" y="279400"/>
                </a:cubicBezTo>
                <a:cubicBezTo>
                  <a:pt x="2776325" y="271520"/>
                  <a:pt x="2763446" y="270620"/>
                  <a:pt x="2792546" y="260350"/>
                </a:cubicBezTo>
                <a:cubicBezTo>
                  <a:pt x="2805170" y="255895"/>
                  <a:pt x="2817946" y="251883"/>
                  <a:pt x="2830646" y="247650"/>
                </a:cubicBezTo>
                <a:cubicBezTo>
                  <a:pt x="2836996" y="245533"/>
                  <a:pt x="2843481" y="243786"/>
                  <a:pt x="2849696" y="241300"/>
                </a:cubicBezTo>
                <a:cubicBezTo>
                  <a:pt x="2854988" y="239183"/>
                  <a:pt x="2860235" y="236951"/>
                  <a:pt x="2865571" y="234950"/>
                </a:cubicBezTo>
                <a:cubicBezTo>
                  <a:pt x="2868705" y="233775"/>
                  <a:pt x="2872020" y="233093"/>
                  <a:pt x="2875096" y="231775"/>
                </a:cubicBezTo>
                <a:cubicBezTo>
                  <a:pt x="2879446" y="229911"/>
                  <a:pt x="2883364" y="227087"/>
                  <a:pt x="2887796" y="225425"/>
                </a:cubicBezTo>
                <a:cubicBezTo>
                  <a:pt x="2910525" y="216902"/>
                  <a:pt x="2890695" y="228758"/>
                  <a:pt x="2913196" y="215900"/>
                </a:cubicBezTo>
                <a:cubicBezTo>
                  <a:pt x="2928993" y="206873"/>
                  <a:pt x="2917039" y="212467"/>
                  <a:pt x="2932246" y="200025"/>
                </a:cubicBezTo>
                <a:cubicBezTo>
                  <a:pt x="2940437" y="193323"/>
                  <a:pt x="2948840" y="186846"/>
                  <a:pt x="2957646" y="180975"/>
                </a:cubicBezTo>
                <a:cubicBezTo>
                  <a:pt x="2960821" y="178858"/>
                  <a:pt x="2964274" y="177108"/>
                  <a:pt x="2967171" y="174625"/>
                </a:cubicBezTo>
                <a:cubicBezTo>
                  <a:pt x="2992588" y="152839"/>
                  <a:pt x="2967161" y="171460"/>
                  <a:pt x="2992571" y="146050"/>
                </a:cubicBezTo>
                <a:cubicBezTo>
                  <a:pt x="2995269" y="143352"/>
                  <a:pt x="2998921" y="141817"/>
                  <a:pt x="3002096" y="139700"/>
                </a:cubicBezTo>
                <a:cubicBezTo>
                  <a:pt x="3004678" y="131953"/>
                  <a:pt x="3005466" y="126805"/>
                  <a:pt x="3011621" y="120650"/>
                </a:cubicBezTo>
                <a:cubicBezTo>
                  <a:pt x="3014319" y="117952"/>
                  <a:pt x="3017971" y="116417"/>
                  <a:pt x="3021146" y="114300"/>
                </a:cubicBezTo>
                <a:cubicBezTo>
                  <a:pt x="3023263" y="109008"/>
                  <a:pt x="3025181" y="103633"/>
                  <a:pt x="3027496" y="98425"/>
                </a:cubicBezTo>
                <a:cubicBezTo>
                  <a:pt x="3029418" y="94100"/>
                  <a:pt x="3032088" y="90119"/>
                  <a:pt x="3033846" y="85725"/>
                </a:cubicBezTo>
                <a:cubicBezTo>
                  <a:pt x="3036332" y="79510"/>
                  <a:pt x="3037478" y="72792"/>
                  <a:pt x="3040196" y="66675"/>
                </a:cubicBezTo>
                <a:cubicBezTo>
                  <a:pt x="3053173" y="37478"/>
                  <a:pt x="3042160" y="90341"/>
                  <a:pt x="3065596" y="31750"/>
                </a:cubicBezTo>
                <a:cubicBezTo>
                  <a:pt x="3067713" y="26458"/>
                  <a:pt x="3068160" y="20135"/>
                  <a:pt x="3071946" y="15875"/>
                </a:cubicBezTo>
                <a:cubicBezTo>
                  <a:pt x="3085427" y="709"/>
                  <a:pt x="3095008" y="2602"/>
                  <a:pt x="3113221" y="0"/>
                </a:cubicBezTo>
                <a:cubicBezTo>
                  <a:pt x="3116396" y="1058"/>
                  <a:pt x="3119528" y="2256"/>
                  <a:pt x="3122746" y="3175"/>
                </a:cubicBezTo>
                <a:cubicBezTo>
                  <a:pt x="3126942" y="4374"/>
                  <a:pt x="3131418" y="4672"/>
                  <a:pt x="3135446" y="6350"/>
                </a:cubicBezTo>
                <a:cubicBezTo>
                  <a:pt x="3175309" y="22959"/>
                  <a:pt x="3148516" y="12911"/>
                  <a:pt x="3170371" y="25400"/>
                </a:cubicBezTo>
                <a:cubicBezTo>
                  <a:pt x="3174480" y="27748"/>
                  <a:pt x="3178721" y="29886"/>
                  <a:pt x="3183071" y="31750"/>
                </a:cubicBezTo>
                <a:cubicBezTo>
                  <a:pt x="3186147" y="33068"/>
                  <a:pt x="3189603" y="33428"/>
                  <a:pt x="3192596" y="34925"/>
                </a:cubicBezTo>
                <a:cubicBezTo>
                  <a:pt x="3196009" y="36632"/>
                  <a:pt x="3198946" y="39158"/>
                  <a:pt x="3202121" y="41275"/>
                </a:cubicBezTo>
                <a:cubicBezTo>
                  <a:pt x="3204238" y="44450"/>
                  <a:pt x="3206764" y="47387"/>
                  <a:pt x="3208471" y="50800"/>
                </a:cubicBezTo>
                <a:cubicBezTo>
                  <a:pt x="3209968" y="53793"/>
                  <a:pt x="3209555" y="57712"/>
                  <a:pt x="3211646" y="60325"/>
                </a:cubicBezTo>
                <a:cubicBezTo>
                  <a:pt x="3214030" y="63305"/>
                  <a:pt x="3218473" y="63977"/>
                  <a:pt x="3221171" y="66675"/>
                </a:cubicBezTo>
                <a:cubicBezTo>
                  <a:pt x="3225963" y="71467"/>
                  <a:pt x="3229313" y="77536"/>
                  <a:pt x="3233871" y="82550"/>
                </a:cubicBezTo>
                <a:cubicBezTo>
                  <a:pt x="3239912" y="89195"/>
                  <a:pt x="3252921" y="101600"/>
                  <a:pt x="3252921" y="101600"/>
                </a:cubicBezTo>
                <a:cubicBezTo>
                  <a:pt x="3259070" y="126198"/>
                  <a:pt x="3251070" y="103454"/>
                  <a:pt x="3265621" y="123825"/>
                </a:cubicBezTo>
                <a:cubicBezTo>
                  <a:pt x="3282384" y="147293"/>
                  <a:pt x="3259189" y="126938"/>
                  <a:pt x="3284671" y="146050"/>
                </a:cubicBezTo>
                <a:cubicBezTo>
                  <a:pt x="3291951" y="167889"/>
                  <a:pt x="3281994" y="141365"/>
                  <a:pt x="3297371" y="168275"/>
                </a:cubicBezTo>
                <a:cubicBezTo>
                  <a:pt x="3299031" y="171181"/>
                  <a:pt x="3299228" y="174724"/>
                  <a:pt x="3300546" y="177800"/>
                </a:cubicBezTo>
                <a:cubicBezTo>
                  <a:pt x="3312524" y="205749"/>
                  <a:pt x="3301430" y="173882"/>
                  <a:pt x="3313246" y="206375"/>
                </a:cubicBezTo>
                <a:cubicBezTo>
                  <a:pt x="3315533" y="212665"/>
                  <a:pt x="3317022" y="219246"/>
                  <a:pt x="3319596" y="225425"/>
                </a:cubicBezTo>
                <a:cubicBezTo>
                  <a:pt x="3322327" y="231978"/>
                  <a:pt x="3326484" y="237883"/>
                  <a:pt x="3329121" y="244475"/>
                </a:cubicBezTo>
                <a:cubicBezTo>
                  <a:pt x="3330742" y="248527"/>
                  <a:pt x="3331097" y="252979"/>
                  <a:pt x="3332296" y="257175"/>
                </a:cubicBezTo>
                <a:cubicBezTo>
                  <a:pt x="3336331" y="271297"/>
                  <a:pt x="3335337" y="262857"/>
                  <a:pt x="3338646" y="279400"/>
                </a:cubicBezTo>
                <a:cubicBezTo>
                  <a:pt x="3346431" y="318324"/>
                  <a:pt x="3337621" y="281651"/>
                  <a:pt x="3344996" y="311150"/>
                </a:cubicBezTo>
                <a:cubicBezTo>
                  <a:pt x="3325505" y="340387"/>
                  <a:pt x="3343486" y="309876"/>
                  <a:pt x="3335471" y="387350"/>
                </a:cubicBezTo>
                <a:cubicBezTo>
                  <a:pt x="3333028" y="410963"/>
                  <a:pt x="3331210" y="409965"/>
                  <a:pt x="3319596" y="425450"/>
                </a:cubicBezTo>
                <a:cubicBezTo>
                  <a:pt x="3316119" y="442837"/>
                  <a:pt x="3312365" y="465018"/>
                  <a:pt x="3303721" y="479425"/>
                </a:cubicBezTo>
                <a:cubicBezTo>
                  <a:pt x="3287469" y="506511"/>
                  <a:pt x="3298998" y="488740"/>
                  <a:pt x="3271971" y="523875"/>
                </a:cubicBezTo>
                <a:cubicBezTo>
                  <a:pt x="3268745" y="528069"/>
                  <a:pt x="3266849" y="533640"/>
                  <a:pt x="3262446" y="536575"/>
                </a:cubicBezTo>
                <a:cubicBezTo>
                  <a:pt x="3256096" y="540808"/>
                  <a:pt x="3249355" y="544507"/>
                  <a:pt x="3243396" y="549275"/>
                </a:cubicBezTo>
                <a:cubicBezTo>
                  <a:pt x="3238721" y="553015"/>
                  <a:pt x="3235171" y="557998"/>
                  <a:pt x="3230696" y="561975"/>
                </a:cubicBezTo>
                <a:cubicBezTo>
                  <a:pt x="3225631" y="566477"/>
                  <a:pt x="3219921" y="570213"/>
                  <a:pt x="3214821" y="574675"/>
                </a:cubicBezTo>
                <a:cubicBezTo>
                  <a:pt x="3211442" y="577632"/>
                  <a:pt x="3208888" y="581506"/>
                  <a:pt x="3205296" y="584200"/>
                </a:cubicBezTo>
                <a:cubicBezTo>
                  <a:pt x="3200359" y="587903"/>
                  <a:pt x="3194556" y="590302"/>
                  <a:pt x="3189421" y="593725"/>
                </a:cubicBezTo>
                <a:cubicBezTo>
                  <a:pt x="3185018" y="596660"/>
                  <a:pt x="3181027" y="600174"/>
                  <a:pt x="3176721" y="603250"/>
                </a:cubicBezTo>
                <a:cubicBezTo>
                  <a:pt x="3173616" y="605468"/>
                  <a:pt x="3170371" y="607483"/>
                  <a:pt x="3167196" y="609600"/>
                </a:cubicBezTo>
                <a:cubicBezTo>
                  <a:pt x="3165079" y="612775"/>
                  <a:pt x="3163743" y="616642"/>
                  <a:pt x="3160846" y="619125"/>
                </a:cubicBezTo>
                <a:cubicBezTo>
                  <a:pt x="3147046" y="630953"/>
                  <a:pt x="3148144" y="626383"/>
                  <a:pt x="3135446" y="631825"/>
                </a:cubicBezTo>
                <a:cubicBezTo>
                  <a:pt x="3131096" y="633689"/>
                  <a:pt x="3126979" y="636058"/>
                  <a:pt x="3122746" y="638175"/>
                </a:cubicBezTo>
                <a:cubicBezTo>
                  <a:pt x="3120629" y="644525"/>
                  <a:pt x="3116396" y="650532"/>
                  <a:pt x="3116396" y="657225"/>
                </a:cubicBezTo>
                <a:cubicBezTo>
                  <a:pt x="3116396" y="662924"/>
                  <a:pt x="3120745" y="667764"/>
                  <a:pt x="3122746" y="673100"/>
                </a:cubicBezTo>
                <a:cubicBezTo>
                  <a:pt x="3125517" y="680488"/>
                  <a:pt x="3128436" y="692364"/>
                  <a:pt x="3132271" y="698500"/>
                </a:cubicBezTo>
                <a:cubicBezTo>
                  <a:pt x="3134651" y="702308"/>
                  <a:pt x="3139186" y="704371"/>
                  <a:pt x="3141796" y="708025"/>
                </a:cubicBezTo>
                <a:cubicBezTo>
                  <a:pt x="3144547" y="711876"/>
                  <a:pt x="3145847" y="716588"/>
                  <a:pt x="3148146" y="720725"/>
                </a:cubicBezTo>
                <a:cubicBezTo>
                  <a:pt x="3154528" y="732213"/>
                  <a:pt x="3157405" y="736201"/>
                  <a:pt x="3164021" y="746125"/>
                </a:cubicBezTo>
                <a:cubicBezTo>
                  <a:pt x="3165079" y="751417"/>
                  <a:pt x="3164783" y="757173"/>
                  <a:pt x="3167196" y="762000"/>
                </a:cubicBezTo>
                <a:cubicBezTo>
                  <a:pt x="3170252" y="768112"/>
                  <a:pt x="3180776" y="774228"/>
                  <a:pt x="3186246" y="777875"/>
                </a:cubicBezTo>
                <a:cubicBezTo>
                  <a:pt x="3188363" y="782108"/>
                  <a:pt x="3190934" y="786143"/>
                  <a:pt x="3192596" y="790575"/>
                </a:cubicBezTo>
                <a:cubicBezTo>
                  <a:pt x="3194128" y="794661"/>
                  <a:pt x="3194990" y="798982"/>
                  <a:pt x="3195771" y="803275"/>
                </a:cubicBezTo>
                <a:cubicBezTo>
                  <a:pt x="3197483" y="812692"/>
                  <a:pt x="3199084" y="831250"/>
                  <a:pt x="3202121" y="841375"/>
                </a:cubicBezTo>
                <a:cubicBezTo>
                  <a:pt x="3214652" y="883146"/>
                  <a:pt x="3203398" y="831886"/>
                  <a:pt x="3211646" y="873125"/>
                </a:cubicBezTo>
                <a:cubicBezTo>
                  <a:pt x="3210588" y="879475"/>
                  <a:pt x="3209112" y="885769"/>
                  <a:pt x="3208471" y="892175"/>
                </a:cubicBezTo>
                <a:cubicBezTo>
                  <a:pt x="3206993" y="906956"/>
                  <a:pt x="3207500" y="921935"/>
                  <a:pt x="3205296" y="936625"/>
                </a:cubicBezTo>
                <a:cubicBezTo>
                  <a:pt x="3204303" y="943244"/>
                  <a:pt x="3200707" y="949217"/>
                  <a:pt x="3198946" y="955675"/>
                </a:cubicBezTo>
                <a:cubicBezTo>
                  <a:pt x="3185483" y="1005040"/>
                  <a:pt x="3208610" y="933033"/>
                  <a:pt x="3189421" y="990600"/>
                </a:cubicBezTo>
                <a:cubicBezTo>
                  <a:pt x="3186891" y="1015902"/>
                  <a:pt x="3188383" y="1016458"/>
                  <a:pt x="3183071" y="1035050"/>
                </a:cubicBezTo>
                <a:cubicBezTo>
                  <a:pt x="3182152" y="1038268"/>
                  <a:pt x="3181393" y="1041582"/>
                  <a:pt x="3179896" y="1044575"/>
                </a:cubicBezTo>
                <a:cubicBezTo>
                  <a:pt x="3167571" y="1069225"/>
                  <a:pt x="3174140" y="1051879"/>
                  <a:pt x="3160846" y="1073150"/>
                </a:cubicBezTo>
                <a:cubicBezTo>
                  <a:pt x="3139055" y="1108016"/>
                  <a:pt x="3171954" y="1062573"/>
                  <a:pt x="3144971" y="1098550"/>
                </a:cubicBezTo>
                <a:cubicBezTo>
                  <a:pt x="3143913" y="1101725"/>
                  <a:pt x="3143887" y="1105462"/>
                  <a:pt x="3141796" y="1108075"/>
                </a:cubicBezTo>
                <a:lnTo>
                  <a:pt x="3103696" y="1146175"/>
                </a:lnTo>
                <a:cubicBezTo>
                  <a:pt x="3087971" y="1161900"/>
                  <a:pt x="3084621" y="1166300"/>
                  <a:pt x="3062421" y="1181100"/>
                </a:cubicBezTo>
                <a:cubicBezTo>
                  <a:pt x="3056071" y="1185333"/>
                  <a:pt x="3049330" y="1189032"/>
                  <a:pt x="3043371" y="1193800"/>
                </a:cubicBezTo>
                <a:cubicBezTo>
                  <a:pt x="3038079" y="1198033"/>
                  <a:pt x="3033445" y="1203255"/>
                  <a:pt x="3027496" y="1206500"/>
                </a:cubicBezTo>
                <a:cubicBezTo>
                  <a:pt x="3021620" y="1209705"/>
                  <a:pt x="3014186" y="1209406"/>
                  <a:pt x="3008446" y="1212850"/>
                </a:cubicBezTo>
                <a:cubicBezTo>
                  <a:pt x="3003154" y="1216025"/>
                  <a:pt x="2998301" y="1220083"/>
                  <a:pt x="2992571" y="1222375"/>
                </a:cubicBezTo>
                <a:cubicBezTo>
                  <a:pt x="2987561" y="1224379"/>
                  <a:pt x="2981964" y="1224379"/>
                  <a:pt x="2976696" y="1225550"/>
                </a:cubicBezTo>
                <a:cubicBezTo>
                  <a:pt x="2972436" y="1226497"/>
                  <a:pt x="2968229" y="1227667"/>
                  <a:pt x="2963996" y="1228725"/>
                </a:cubicBezTo>
                <a:cubicBezTo>
                  <a:pt x="2955264" y="1227852"/>
                  <a:pt x="2924929" y="1222021"/>
                  <a:pt x="2913196" y="1228725"/>
                </a:cubicBezTo>
                <a:cubicBezTo>
                  <a:pt x="2910290" y="1230385"/>
                  <a:pt x="2911681" y="1235344"/>
                  <a:pt x="2910021" y="1238250"/>
                </a:cubicBezTo>
                <a:cubicBezTo>
                  <a:pt x="2907396" y="1242844"/>
                  <a:pt x="2903301" y="1246463"/>
                  <a:pt x="2900496" y="1250950"/>
                </a:cubicBezTo>
                <a:cubicBezTo>
                  <a:pt x="2896040" y="1258080"/>
                  <a:pt x="2893245" y="1265215"/>
                  <a:pt x="2890971" y="1273175"/>
                </a:cubicBezTo>
                <a:cubicBezTo>
                  <a:pt x="2887933" y="1283809"/>
                  <a:pt x="2886476" y="1294865"/>
                  <a:pt x="2881446" y="1304925"/>
                </a:cubicBezTo>
                <a:cubicBezTo>
                  <a:pt x="2879329" y="1309158"/>
                  <a:pt x="2877444" y="1313516"/>
                  <a:pt x="2875096" y="1317625"/>
                </a:cubicBezTo>
                <a:cubicBezTo>
                  <a:pt x="2873203" y="1320938"/>
                  <a:pt x="2870453" y="1323737"/>
                  <a:pt x="2868746" y="1327150"/>
                </a:cubicBezTo>
                <a:cubicBezTo>
                  <a:pt x="2855886" y="1352870"/>
                  <a:pt x="2870929" y="1334492"/>
                  <a:pt x="2849696" y="1355725"/>
                </a:cubicBezTo>
                <a:cubicBezTo>
                  <a:pt x="2848638" y="1358900"/>
                  <a:pt x="2848295" y="1362412"/>
                  <a:pt x="2846521" y="1365250"/>
                </a:cubicBezTo>
                <a:cubicBezTo>
                  <a:pt x="2831468" y="1389335"/>
                  <a:pt x="2829554" y="1378347"/>
                  <a:pt x="2808421" y="1406525"/>
                </a:cubicBezTo>
                <a:cubicBezTo>
                  <a:pt x="2805246" y="1410758"/>
                  <a:pt x="2802961" y="1415837"/>
                  <a:pt x="2798896" y="1419225"/>
                </a:cubicBezTo>
                <a:cubicBezTo>
                  <a:pt x="2796325" y="1421368"/>
                  <a:pt x="2792364" y="1420903"/>
                  <a:pt x="2789371" y="1422400"/>
                </a:cubicBezTo>
                <a:cubicBezTo>
                  <a:pt x="2785958" y="1424107"/>
                  <a:pt x="2782951" y="1426532"/>
                  <a:pt x="2779846" y="1428750"/>
                </a:cubicBezTo>
                <a:cubicBezTo>
                  <a:pt x="2775540" y="1431826"/>
                  <a:pt x="2771164" y="1434831"/>
                  <a:pt x="2767146" y="1438275"/>
                </a:cubicBezTo>
                <a:cubicBezTo>
                  <a:pt x="2763737" y="1441197"/>
                  <a:pt x="2761275" y="1445190"/>
                  <a:pt x="2757621" y="1447800"/>
                </a:cubicBezTo>
                <a:cubicBezTo>
                  <a:pt x="2750755" y="1452704"/>
                  <a:pt x="2743169" y="1454734"/>
                  <a:pt x="2735396" y="1457325"/>
                </a:cubicBezTo>
                <a:cubicBezTo>
                  <a:pt x="2717301" y="1475420"/>
                  <a:pt x="2735557" y="1460431"/>
                  <a:pt x="2713171" y="1470025"/>
                </a:cubicBezTo>
                <a:cubicBezTo>
                  <a:pt x="2709664" y="1471528"/>
                  <a:pt x="2707059" y="1474668"/>
                  <a:pt x="2703646" y="1476375"/>
                </a:cubicBezTo>
                <a:cubicBezTo>
                  <a:pt x="2700653" y="1477872"/>
                  <a:pt x="2697168" y="1478165"/>
                  <a:pt x="2694121" y="1479550"/>
                </a:cubicBezTo>
                <a:cubicBezTo>
                  <a:pt x="2685503" y="1483467"/>
                  <a:pt x="2678114" y="1491076"/>
                  <a:pt x="2668721" y="1492250"/>
                </a:cubicBezTo>
                <a:cubicBezTo>
                  <a:pt x="2629629" y="1497137"/>
                  <a:pt x="2651828" y="1494771"/>
                  <a:pt x="2602046" y="1498600"/>
                </a:cubicBezTo>
                <a:cubicBezTo>
                  <a:pt x="2593579" y="1500717"/>
                  <a:pt x="2585337" y="1504160"/>
                  <a:pt x="2576646" y="1504950"/>
                </a:cubicBezTo>
                <a:cubicBezTo>
                  <a:pt x="2573313" y="1505253"/>
                  <a:pt x="2570468" y="1501775"/>
                  <a:pt x="2567121" y="1501775"/>
                </a:cubicBezTo>
                <a:cubicBezTo>
                  <a:pt x="2562757" y="1501775"/>
                  <a:pt x="2558654" y="1503892"/>
                  <a:pt x="2554421" y="1504950"/>
                </a:cubicBezTo>
                <a:cubicBezTo>
                  <a:pt x="2509150" y="1489860"/>
                  <a:pt x="2556260" y="1505022"/>
                  <a:pt x="2522671" y="1495425"/>
                </a:cubicBezTo>
                <a:cubicBezTo>
                  <a:pt x="2509486" y="1491658"/>
                  <a:pt x="2504347" y="1487409"/>
                  <a:pt x="2487746" y="1485900"/>
                </a:cubicBezTo>
                <a:lnTo>
                  <a:pt x="2452821" y="1482725"/>
                </a:lnTo>
                <a:cubicBezTo>
                  <a:pt x="2449646" y="1479550"/>
                  <a:pt x="2447032" y="1475691"/>
                  <a:pt x="2443296" y="1473200"/>
                </a:cubicBezTo>
                <a:cubicBezTo>
                  <a:pt x="2440511" y="1471344"/>
                  <a:pt x="2436764" y="1471522"/>
                  <a:pt x="2433771" y="1470025"/>
                </a:cubicBezTo>
                <a:cubicBezTo>
                  <a:pt x="2430358" y="1468318"/>
                  <a:pt x="2427659" y="1465382"/>
                  <a:pt x="2424246" y="1463675"/>
                </a:cubicBezTo>
                <a:cubicBezTo>
                  <a:pt x="2421253" y="1462178"/>
                  <a:pt x="2417714" y="1461997"/>
                  <a:pt x="2414721" y="1460500"/>
                </a:cubicBezTo>
                <a:cubicBezTo>
                  <a:pt x="2398719" y="1452499"/>
                  <a:pt x="2411119" y="1455860"/>
                  <a:pt x="2395671" y="1444625"/>
                </a:cubicBezTo>
                <a:cubicBezTo>
                  <a:pt x="2387596" y="1438753"/>
                  <a:pt x="2377331" y="1435810"/>
                  <a:pt x="2370271" y="1428750"/>
                </a:cubicBezTo>
                <a:cubicBezTo>
                  <a:pt x="2367096" y="1425575"/>
                  <a:pt x="2363237" y="1422961"/>
                  <a:pt x="2360746" y="1419225"/>
                </a:cubicBezTo>
                <a:cubicBezTo>
                  <a:pt x="2356808" y="1413318"/>
                  <a:pt x="2355896" y="1405518"/>
                  <a:pt x="2351221" y="1400175"/>
                </a:cubicBezTo>
                <a:cubicBezTo>
                  <a:pt x="2348104" y="1396613"/>
                  <a:pt x="2342372" y="1396576"/>
                  <a:pt x="2338521" y="1393825"/>
                </a:cubicBezTo>
                <a:cubicBezTo>
                  <a:pt x="2317711" y="1378961"/>
                  <a:pt x="2339903" y="1387936"/>
                  <a:pt x="2319471" y="1381125"/>
                </a:cubicBezTo>
                <a:cubicBezTo>
                  <a:pt x="2316296" y="1375833"/>
                  <a:pt x="2314310" y="1369614"/>
                  <a:pt x="2309946" y="1365250"/>
                </a:cubicBezTo>
                <a:cubicBezTo>
                  <a:pt x="2304412" y="1359716"/>
                  <a:pt x="2291633" y="1357497"/>
                  <a:pt x="2284546" y="1355725"/>
                </a:cubicBezTo>
                <a:cubicBezTo>
                  <a:pt x="2279254" y="1356783"/>
                  <a:pt x="2274045" y="1359389"/>
                  <a:pt x="2268671" y="1358900"/>
                </a:cubicBezTo>
                <a:cubicBezTo>
                  <a:pt x="2245732" y="1356815"/>
                  <a:pt x="2254543" y="1349870"/>
                  <a:pt x="2233746" y="1346200"/>
                </a:cubicBezTo>
                <a:cubicBezTo>
                  <a:pt x="2221196" y="1343985"/>
                  <a:pt x="2208346" y="1344083"/>
                  <a:pt x="2195646" y="1343025"/>
                </a:cubicBezTo>
                <a:cubicBezTo>
                  <a:pt x="2191413" y="1339850"/>
                  <a:pt x="2187252" y="1336576"/>
                  <a:pt x="2182946" y="1333500"/>
                </a:cubicBezTo>
                <a:cubicBezTo>
                  <a:pt x="2179841" y="1331282"/>
                  <a:pt x="2177207" y="1326677"/>
                  <a:pt x="2173421" y="1327150"/>
                </a:cubicBezTo>
                <a:cubicBezTo>
                  <a:pt x="2167298" y="1327915"/>
                  <a:pt x="2162838" y="1333500"/>
                  <a:pt x="2157546" y="1336675"/>
                </a:cubicBezTo>
                <a:cubicBezTo>
                  <a:pt x="2161429" y="1344440"/>
                  <a:pt x="2165202" y="1350491"/>
                  <a:pt x="2167071" y="1358900"/>
                </a:cubicBezTo>
                <a:cubicBezTo>
                  <a:pt x="2168468" y="1365184"/>
                  <a:pt x="2169188" y="1371600"/>
                  <a:pt x="2170246" y="1377950"/>
                </a:cubicBezTo>
                <a:cubicBezTo>
                  <a:pt x="2168129" y="1412875"/>
                  <a:pt x="2166449" y="1447829"/>
                  <a:pt x="2163896" y="1482725"/>
                </a:cubicBezTo>
                <a:cubicBezTo>
                  <a:pt x="2163273" y="1491235"/>
                  <a:pt x="2162790" y="1499847"/>
                  <a:pt x="2160721" y="1508125"/>
                </a:cubicBezTo>
                <a:cubicBezTo>
                  <a:pt x="2159573" y="1512717"/>
                  <a:pt x="2155868" y="1516335"/>
                  <a:pt x="2154371" y="1520825"/>
                </a:cubicBezTo>
                <a:cubicBezTo>
                  <a:pt x="2142245" y="1557202"/>
                  <a:pt x="2154983" y="1535782"/>
                  <a:pt x="2141671" y="1555750"/>
                </a:cubicBezTo>
                <a:cubicBezTo>
                  <a:pt x="2141025" y="1558334"/>
                  <a:pt x="2137314" y="1574559"/>
                  <a:pt x="2135321" y="1577975"/>
                </a:cubicBezTo>
                <a:cubicBezTo>
                  <a:pt x="2129553" y="1587863"/>
                  <a:pt x="2122161" y="1596734"/>
                  <a:pt x="2116271" y="1606550"/>
                </a:cubicBezTo>
                <a:cubicBezTo>
                  <a:pt x="2113096" y="1611842"/>
                  <a:pt x="2110601" y="1617606"/>
                  <a:pt x="2106746" y="1622425"/>
                </a:cubicBezTo>
                <a:cubicBezTo>
                  <a:pt x="2102071" y="1628269"/>
                  <a:pt x="2095799" y="1632668"/>
                  <a:pt x="2090871" y="1638300"/>
                </a:cubicBezTo>
                <a:cubicBezTo>
                  <a:pt x="2088358" y="1641172"/>
                  <a:pt x="2087219" y="1645127"/>
                  <a:pt x="2084521" y="1647825"/>
                </a:cubicBezTo>
                <a:cubicBezTo>
                  <a:pt x="2081823" y="1650523"/>
                  <a:pt x="2078008" y="1651832"/>
                  <a:pt x="2074996" y="1654175"/>
                </a:cubicBezTo>
                <a:cubicBezTo>
                  <a:pt x="2050672" y="1673093"/>
                  <a:pt x="2064882" y="1667071"/>
                  <a:pt x="2046421" y="1673225"/>
                </a:cubicBezTo>
                <a:cubicBezTo>
                  <a:pt x="2020735" y="1707472"/>
                  <a:pt x="2050867" y="1672317"/>
                  <a:pt x="2027371" y="1689100"/>
                </a:cubicBezTo>
                <a:cubicBezTo>
                  <a:pt x="2022499" y="1692580"/>
                  <a:pt x="2019652" y="1698479"/>
                  <a:pt x="2014671" y="1701800"/>
                </a:cubicBezTo>
                <a:cubicBezTo>
                  <a:pt x="2006795" y="1707051"/>
                  <a:pt x="1997738" y="1710267"/>
                  <a:pt x="1989271" y="1714500"/>
                </a:cubicBezTo>
                <a:cubicBezTo>
                  <a:pt x="1985038" y="1716617"/>
                  <a:pt x="1979918" y="1717503"/>
                  <a:pt x="1976571" y="1720850"/>
                </a:cubicBezTo>
                <a:cubicBezTo>
                  <a:pt x="1973396" y="1724025"/>
                  <a:pt x="1971215" y="1728707"/>
                  <a:pt x="1967046" y="1730375"/>
                </a:cubicBezTo>
                <a:cubicBezTo>
                  <a:pt x="1954891" y="1735237"/>
                  <a:pt x="1940655" y="1734046"/>
                  <a:pt x="1928946" y="1739900"/>
                </a:cubicBezTo>
                <a:cubicBezTo>
                  <a:pt x="1924713" y="1742017"/>
                  <a:pt x="1920596" y="1744386"/>
                  <a:pt x="1916246" y="1746250"/>
                </a:cubicBezTo>
                <a:cubicBezTo>
                  <a:pt x="1907947" y="1749807"/>
                  <a:pt x="1902972" y="1749915"/>
                  <a:pt x="1894021" y="1752600"/>
                </a:cubicBezTo>
                <a:cubicBezTo>
                  <a:pt x="1887610" y="1754523"/>
                  <a:pt x="1874971" y="1758950"/>
                  <a:pt x="1874971" y="1758950"/>
                </a:cubicBezTo>
                <a:cubicBezTo>
                  <a:pt x="1872854" y="1765300"/>
                  <a:pt x="1871107" y="1771785"/>
                  <a:pt x="1868621" y="1778000"/>
                </a:cubicBezTo>
                <a:cubicBezTo>
                  <a:pt x="1866504" y="1783292"/>
                  <a:pt x="1863947" y="1788428"/>
                  <a:pt x="1862271" y="1793875"/>
                </a:cubicBezTo>
                <a:cubicBezTo>
                  <a:pt x="1859704" y="1802216"/>
                  <a:pt x="1859824" y="1811469"/>
                  <a:pt x="1855921" y="1819275"/>
                </a:cubicBezTo>
                <a:cubicBezTo>
                  <a:pt x="1847022" y="1837073"/>
                  <a:pt x="1851329" y="1827581"/>
                  <a:pt x="1843221" y="1847850"/>
                </a:cubicBezTo>
                <a:cubicBezTo>
                  <a:pt x="1840468" y="1878128"/>
                  <a:pt x="1841918" y="1875939"/>
                  <a:pt x="1836871" y="1898650"/>
                </a:cubicBezTo>
                <a:cubicBezTo>
                  <a:pt x="1835924" y="1902910"/>
                  <a:pt x="1835228" y="1907264"/>
                  <a:pt x="1833696" y="1911350"/>
                </a:cubicBezTo>
                <a:cubicBezTo>
                  <a:pt x="1832034" y="1915782"/>
                  <a:pt x="1829463" y="1919817"/>
                  <a:pt x="1827346" y="1924050"/>
                </a:cubicBezTo>
                <a:cubicBezTo>
                  <a:pt x="1826288" y="1932517"/>
                  <a:pt x="1827041" y="1941415"/>
                  <a:pt x="1824171" y="1949450"/>
                </a:cubicBezTo>
                <a:cubicBezTo>
                  <a:pt x="1821604" y="1956637"/>
                  <a:pt x="1814884" y="1961674"/>
                  <a:pt x="1811471" y="1968500"/>
                </a:cubicBezTo>
                <a:cubicBezTo>
                  <a:pt x="1805270" y="1980902"/>
                  <a:pt x="1806251" y="1980254"/>
                  <a:pt x="1798771" y="1990725"/>
                </a:cubicBezTo>
                <a:cubicBezTo>
                  <a:pt x="1795695" y="1995031"/>
                  <a:pt x="1792051" y="1998938"/>
                  <a:pt x="1789246" y="2003425"/>
                </a:cubicBezTo>
                <a:cubicBezTo>
                  <a:pt x="1786738" y="2007439"/>
                  <a:pt x="1785736" y="2012339"/>
                  <a:pt x="1782896" y="2016125"/>
                </a:cubicBezTo>
                <a:cubicBezTo>
                  <a:pt x="1779304" y="2020914"/>
                  <a:pt x="1774173" y="2024350"/>
                  <a:pt x="1770196" y="2028825"/>
                </a:cubicBezTo>
                <a:cubicBezTo>
                  <a:pt x="1765694" y="2033890"/>
                  <a:pt x="1762491" y="2040121"/>
                  <a:pt x="1757496" y="2044700"/>
                </a:cubicBezTo>
                <a:cubicBezTo>
                  <a:pt x="1749694" y="2051851"/>
                  <a:pt x="1740902" y="2057879"/>
                  <a:pt x="1732096" y="2063750"/>
                </a:cubicBezTo>
                <a:cubicBezTo>
                  <a:pt x="1724984" y="2068492"/>
                  <a:pt x="1716172" y="2074112"/>
                  <a:pt x="1709871" y="2079625"/>
                </a:cubicBezTo>
                <a:cubicBezTo>
                  <a:pt x="1705365" y="2083567"/>
                  <a:pt x="1701960" y="2088733"/>
                  <a:pt x="1697171" y="2092325"/>
                </a:cubicBezTo>
                <a:cubicBezTo>
                  <a:pt x="1693385" y="2095165"/>
                  <a:pt x="1688257" y="2095835"/>
                  <a:pt x="1684471" y="2098675"/>
                </a:cubicBezTo>
                <a:cubicBezTo>
                  <a:pt x="1674206" y="2106374"/>
                  <a:pt x="1671820" y="2111301"/>
                  <a:pt x="1665421" y="2120900"/>
                </a:cubicBezTo>
                <a:cubicBezTo>
                  <a:pt x="1667538" y="2128308"/>
                  <a:pt x="1669744" y="2135692"/>
                  <a:pt x="1671771" y="2143125"/>
                </a:cubicBezTo>
                <a:cubicBezTo>
                  <a:pt x="1672919" y="2147335"/>
                  <a:pt x="1673414" y="2151739"/>
                  <a:pt x="1674946" y="2155825"/>
                </a:cubicBezTo>
                <a:cubicBezTo>
                  <a:pt x="1678399" y="2165032"/>
                  <a:pt x="1682382" y="2170154"/>
                  <a:pt x="1687646" y="2178050"/>
                </a:cubicBezTo>
                <a:cubicBezTo>
                  <a:pt x="1688704" y="2182283"/>
                  <a:pt x="1689567" y="2186570"/>
                  <a:pt x="1690821" y="2190750"/>
                </a:cubicBezTo>
                <a:cubicBezTo>
                  <a:pt x="1692744" y="2197161"/>
                  <a:pt x="1695858" y="2203236"/>
                  <a:pt x="1697171" y="2209800"/>
                </a:cubicBezTo>
                <a:cubicBezTo>
                  <a:pt x="1699051" y="2219198"/>
                  <a:pt x="1698851" y="2228909"/>
                  <a:pt x="1700346" y="2238375"/>
                </a:cubicBezTo>
                <a:cubicBezTo>
                  <a:pt x="1711092" y="2306431"/>
                  <a:pt x="1702647" y="2246706"/>
                  <a:pt x="1709871" y="2282825"/>
                </a:cubicBezTo>
                <a:cubicBezTo>
                  <a:pt x="1715867" y="2312804"/>
                  <a:pt x="1710368" y="2292157"/>
                  <a:pt x="1716221" y="2327275"/>
                </a:cubicBezTo>
                <a:cubicBezTo>
                  <a:pt x="1716938" y="2331579"/>
                  <a:pt x="1718338" y="2335742"/>
                  <a:pt x="1719396" y="2339975"/>
                </a:cubicBezTo>
                <a:cubicBezTo>
                  <a:pt x="1715512" y="2355513"/>
                  <a:pt x="1714942" y="2355939"/>
                  <a:pt x="1713046" y="2374900"/>
                </a:cubicBezTo>
                <a:cubicBezTo>
                  <a:pt x="1711673" y="2388630"/>
                  <a:pt x="1711483" y="2402471"/>
                  <a:pt x="1709871" y="2416175"/>
                </a:cubicBezTo>
                <a:cubicBezTo>
                  <a:pt x="1708290" y="2429618"/>
                  <a:pt x="1706231" y="2426656"/>
                  <a:pt x="1703521" y="2438400"/>
                </a:cubicBezTo>
                <a:cubicBezTo>
                  <a:pt x="1697365" y="2465075"/>
                  <a:pt x="1699649" y="2467129"/>
                  <a:pt x="1690821" y="2489200"/>
                </a:cubicBezTo>
                <a:cubicBezTo>
                  <a:pt x="1683901" y="2506499"/>
                  <a:pt x="1686453" y="2498000"/>
                  <a:pt x="1674946" y="2511425"/>
                </a:cubicBezTo>
                <a:cubicBezTo>
                  <a:pt x="1671502" y="2515443"/>
                  <a:pt x="1668497" y="2519819"/>
                  <a:pt x="1665421" y="2524125"/>
                </a:cubicBezTo>
                <a:cubicBezTo>
                  <a:pt x="1663203" y="2527230"/>
                  <a:pt x="1661514" y="2530719"/>
                  <a:pt x="1659071" y="2533650"/>
                </a:cubicBezTo>
                <a:cubicBezTo>
                  <a:pt x="1656196" y="2537099"/>
                  <a:pt x="1652468" y="2539766"/>
                  <a:pt x="1649546" y="2543175"/>
                </a:cubicBezTo>
                <a:cubicBezTo>
                  <a:pt x="1646102" y="2547193"/>
                  <a:pt x="1643465" y="2551857"/>
                  <a:pt x="1640021" y="2555875"/>
                </a:cubicBezTo>
                <a:cubicBezTo>
                  <a:pt x="1633481" y="2563506"/>
                  <a:pt x="1626161" y="2569348"/>
                  <a:pt x="1617796" y="2574925"/>
                </a:cubicBezTo>
                <a:cubicBezTo>
                  <a:pt x="1612661" y="2578348"/>
                  <a:pt x="1607560" y="2581944"/>
                  <a:pt x="1601921" y="2584450"/>
                </a:cubicBezTo>
                <a:cubicBezTo>
                  <a:pt x="1597933" y="2586222"/>
                  <a:pt x="1593454" y="2586567"/>
                  <a:pt x="1589221" y="2587625"/>
                </a:cubicBezTo>
                <a:cubicBezTo>
                  <a:pt x="1580754" y="2593975"/>
                  <a:pt x="1571305" y="2599191"/>
                  <a:pt x="1563821" y="2606675"/>
                </a:cubicBezTo>
                <a:cubicBezTo>
                  <a:pt x="1560646" y="2609850"/>
                  <a:pt x="1558032" y="2613709"/>
                  <a:pt x="1554296" y="2616200"/>
                </a:cubicBezTo>
                <a:cubicBezTo>
                  <a:pt x="1551511" y="2618056"/>
                  <a:pt x="1547847" y="2618057"/>
                  <a:pt x="1544771" y="2619375"/>
                </a:cubicBezTo>
                <a:cubicBezTo>
                  <a:pt x="1540421" y="2621239"/>
                  <a:pt x="1536180" y="2623377"/>
                  <a:pt x="1532071" y="2625725"/>
                </a:cubicBezTo>
                <a:cubicBezTo>
                  <a:pt x="1528758" y="2627618"/>
                  <a:pt x="1525959" y="2630368"/>
                  <a:pt x="1522546" y="2632075"/>
                </a:cubicBezTo>
                <a:cubicBezTo>
                  <a:pt x="1519553" y="2633572"/>
                  <a:pt x="1516014" y="2633753"/>
                  <a:pt x="1513021" y="2635250"/>
                </a:cubicBezTo>
                <a:cubicBezTo>
                  <a:pt x="1509608" y="2636957"/>
                  <a:pt x="1506909" y="2639893"/>
                  <a:pt x="1503496" y="2641600"/>
                </a:cubicBezTo>
                <a:cubicBezTo>
                  <a:pt x="1500503" y="2643097"/>
                  <a:pt x="1497047" y="2643457"/>
                  <a:pt x="1493971" y="2644775"/>
                </a:cubicBezTo>
                <a:cubicBezTo>
                  <a:pt x="1489621" y="2646639"/>
                  <a:pt x="1485703" y="2649463"/>
                  <a:pt x="1481271" y="2651125"/>
                </a:cubicBezTo>
                <a:cubicBezTo>
                  <a:pt x="1477185" y="2652657"/>
                  <a:pt x="1472838" y="2653386"/>
                  <a:pt x="1468571" y="2654300"/>
                </a:cubicBezTo>
                <a:cubicBezTo>
                  <a:pt x="1458018" y="2656561"/>
                  <a:pt x="1447338" y="2658223"/>
                  <a:pt x="1436821" y="2660650"/>
                </a:cubicBezTo>
                <a:cubicBezTo>
                  <a:pt x="1433560" y="2661403"/>
                  <a:pt x="1430222" y="2662200"/>
                  <a:pt x="1427296" y="2663825"/>
                </a:cubicBezTo>
                <a:cubicBezTo>
                  <a:pt x="1420625" y="2667531"/>
                  <a:pt x="1415486" y="2674112"/>
                  <a:pt x="1408246" y="2676525"/>
                </a:cubicBezTo>
                <a:cubicBezTo>
                  <a:pt x="1395101" y="2680907"/>
                  <a:pt x="1401506" y="2677844"/>
                  <a:pt x="1389196" y="2686050"/>
                </a:cubicBezTo>
                <a:cubicBezTo>
                  <a:pt x="1384963" y="2684992"/>
                  <a:pt x="1380756" y="2683822"/>
                  <a:pt x="1376496" y="2682875"/>
                </a:cubicBezTo>
                <a:cubicBezTo>
                  <a:pt x="1371228" y="2681704"/>
                  <a:pt x="1365827" y="2681120"/>
                  <a:pt x="1360621" y="2679700"/>
                </a:cubicBezTo>
                <a:cubicBezTo>
                  <a:pt x="1316310" y="2667615"/>
                  <a:pt x="1364373" y="2677910"/>
                  <a:pt x="1325696" y="2670175"/>
                </a:cubicBezTo>
                <a:cubicBezTo>
                  <a:pt x="1321463" y="2668058"/>
                  <a:pt x="1317390" y="2665583"/>
                  <a:pt x="1312996" y="2663825"/>
                </a:cubicBezTo>
                <a:cubicBezTo>
                  <a:pt x="1296883" y="2657380"/>
                  <a:pt x="1294014" y="2657489"/>
                  <a:pt x="1278071" y="2654300"/>
                </a:cubicBezTo>
                <a:cubicBezTo>
                  <a:pt x="1273838" y="2652183"/>
                  <a:pt x="1269385" y="2650458"/>
                  <a:pt x="1265371" y="2647950"/>
                </a:cubicBezTo>
                <a:cubicBezTo>
                  <a:pt x="1260884" y="2645145"/>
                  <a:pt x="1257404" y="2640792"/>
                  <a:pt x="1252671" y="2638425"/>
                </a:cubicBezTo>
                <a:cubicBezTo>
                  <a:pt x="1248768" y="2636474"/>
                  <a:pt x="1244204" y="2636308"/>
                  <a:pt x="1239971" y="2635250"/>
                </a:cubicBezTo>
                <a:cubicBezTo>
                  <a:pt x="1232464" y="2627743"/>
                  <a:pt x="1227250" y="2621631"/>
                  <a:pt x="1217746" y="2616200"/>
                </a:cubicBezTo>
                <a:cubicBezTo>
                  <a:pt x="1214840" y="2614540"/>
                  <a:pt x="1211396" y="2614083"/>
                  <a:pt x="1208221" y="2613025"/>
                </a:cubicBezTo>
                <a:cubicBezTo>
                  <a:pt x="1202929" y="2608792"/>
                  <a:pt x="1197138" y="2605117"/>
                  <a:pt x="1192346" y="2600325"/>
                </a:cubicBezTo>
                <a:cubicBezTo>
                  <a:pt x="1189648" y="2597627"/>
                  <a:pt x="1188439" y="2593731"/>
                  <a:pt x="1185996" y="2590800"/>
                </a:cubicBezTo>
                <a:cubicBezTo>
                  <a:pt x="1183121" y="2587351"/>
                  <a:pt x="1179346" y="2584724"/>
                  <a:pt x="1176471" y="2581275"/>
                </a:cubicBezTo>
                <a:cubicBezTo>
                  <a:pt x="1174028" y="2578344"/>
                  <a:pt x="1172819" y="2574448"/>
                  <a:pt x="1170121" y="2571750"/>
                </a:cubicBezTo>
                <a:cubicBezTo>
                  <a:pt x="1165329" y="2566958"/>
                  <a:pt x="1159038" y="2563842"/>
                  <a:pt x="1154246" y="2559050"/>
                </a:cubicBezTo>
                <a:cubicBezTo>
                  <a:pt x="1150504" y="2555308"/>
                  <a:pt x="1147526" y="2550837"/>
                  <a:pt x="1144721" y="2546350"/>
                </a:cubicBezTo>
                <a:cubicBezTo>
                  <a:pt x="1140571" y="2539709"/>
                  <a:pt x="1137847" y="2529951"/>
                  <a:pt x="1132021" y="2524125"/>
                </a:cubicBezTo>
                <a:cubicBezTo>
                  <a:pt x="1127229" y="2519333"/>
                  <a:pt x="1121438" y="2515658"/>
                  <a:pt x="1116146" y="2511425"/>
                </a:cubicBezTo>
                <a:cubicBezTo>
                  <a:pt x="1109625" y="2491861"/>
                  <a:pt x="1117083" y="2512740"/>
                  <a:pt x="1106621" y="2489200"/>
                </a:cubicBezTo>
                <a:cubicBezTo>
                  <a:pt x="1104306" y="2483992"/>
                  <a:pt x="1102586" y="2478533"/>
                  <a:pt x="1100271" y="2473325"/>
                </a:cubicBezTo>
                <a:cubicBezTo>
                  <a:pt x="1082473" y="2433280"/>
                  <a:pt x="1106394" y="2491808"/>
                  <a:pt x="1087571" y="2444750"/>
                </a:cubicBezTo>
                <a:cubicBezTo>
                  <a:pt x="1086513" y="2423583"/>
                  <a:pt x="1086021" y="2402381"/>
                  <a:pt x="1084396" y="2381250"/>
                </a:cubicBezTo>
                <a:cubicBezTo>
                  <a:pt x="1083036" y="2363570"/>
                  <a:pt x="1081066" y="2364599"/>
                  <a:pt x="1078046" y="2349500"/>
                </a:cubicBezTo>
                <a:cubicBezTo>
                  <a:pt x="1072458" y="2321561"/>
                  <a:pt x="1077875" y="2339462"/>
                  <a:pt x="1071696" y="2320925"/>
                </a:cubicBezTo>
                <a:cubicBezTo>
                  <a:pt x="1070638" y="2294467"/>
                  <a:pt x="1070343" y="2267967"/>
                  <a:pt x="1068521" y="2241550"/>
                </a:cubicBezTo>
                <a:cubicBezTo>
                  <a:pt x="1068221" y="2237197"/>
                  <a:pt x="1066202" y="2233129"/>
                  <a:pt x="1065346" y="2228850"/>
                </a:cubicBezTo>
                <a:cubicBezTo>
                  <a:pt x="1064083" y="2222537"/>
                  <a:pt x="1065742" y="2215156"/>
                  <a:pt x="1062171" y="2209800"/>
                </a:cubicBezTo>
                <a:cubicBezTo>
                  <a:pt x="1053690" y="2197079"/>
                  <a:pt x="1028184" y="2198263"/>
                  <a:pt x="1017721" y="2197100"/>
                </a:cubicBezTo>
                <a:cubicBezTo>
                  <a:pt x="972046" y="2181875"/>
                  <a:pt x="1029085" y="2200347"/>
                  <a:pt x="973271" y="2184400"/>
                </a:cubicBezTo>
                <a:cubicBezTo>
                  <a:pt x="946850" y="2176851"/>
                  <a:pt x="958521" y="2179919"/>
                  <a:pt x="938346" y="2174875"/>
                </a:cubicBezTo>
                <a:cubicBezTo>
                  <a:pt x="914675" y="2159094"/>
                  <a:pt x="947414" y="2179038"/>
                  <a:pt x="909771" y="2165350"/>
                </a:cubicBezTo>
                <a:cubicBezTo>
                  <a:pt x="903971" y="2163241"/>
                  <a:pt x="899416" y="2158585"/>
                  <a:pt x="893896" y="2155825"/>
                </a:cubicBezTo>
                <a:cubicBezTo>
                  <a:pt x="890903" y="2154328"/>
                  <a:pt x="887546" y="2153708"/>
                  <a:pt x="884371" y="2152650"/>
                </a:cubicBezTo>
                <a:cubicBezTo>
                  <a:pt x="880138" y="2154767"/>
                  <a:pt x="875018" y="2155653"/>
                  <a:pt x="871671" y="2159000"/>
                </a:cubicBezTo>
                <a:cubicBezTo>
                  <a:pt x="859697" y="2170974"/>
                  <a:pt x="869736" y="2169840"/>
                  <a:pt x="862146" y="2181225"/>
                </a:cubicBezTo>
                <a:cubicBezTo>
                  <a:pt x="855189" y="2191660"/>
                  <a:pt x="851881" y="2189779"/>
                  <a:pt x="843096" y="2197100"/>
                </a:cubicBezTo>
                <a:cubicBezTo>
                  <a:pt x="839647" y="2199975"/>
                  <a:pt x="837470" y="2204397"/>
                  <a:pt x="833571" y="2206625"/>
                </a:cubicBezTo>
                <a:cubicBezTo>
                  <a:pt x="829782" y="2208790"/>
                  <a:pt x="824957" y="2208268"/>
                  <a:pt x="820871" y="2209800"/>
                </a:cubicBezTo>
                <a:cubicBezTo>
                  <a:pt x="816439" y="2211462"/>
                  <a:pt x="812185" y="2213642"/>
                  <a:pt x="808171" y="2216150"/>
                </a:cubicBezTo>
                <a:cubicBezTo>
                  <a:pt x="802418" y="2219745"/>
                  <a:pt x="792663" y="2228667"/>
                  <a:pt x="785946" y="2232025"/>
                </a:cubicBezTo>
                <a:cubicBezTo>
                  <a:pt x="763126" y="2243435"/>
                  <a:pt x="776274" y="2232446"/>
                  <a:pt x="754196" y="2247900"/>
                </a:cubicBezTo>
                <a:cubicBezTo>
                  <a:pt x="748644" y="2251786"/>
                  <a:pt x="743960" y="2256841"/>
                  <a:pt x="738321" y="2260600"/>
                </a:cubicBezTo>
                <a:cubicBezTo>
                  <a:pt x="734383" y="2263225"/>
                  <a:pt x="729472" y="2264199"/>
                  <a:pt x="725621" y="2266950"/>
                </a:cubicBezTo>
                <a:cubicBezTo>
                  <a:pt x="721967" y="2269560"/>
                  <a:pt x="719750" y="2273865"/>
                  <a:pt x="716096" y="2276475"/>
                </a:cubicBezTo>
                <a:cubicBezTo>
                  <a:pt x="712245" y="2279226"/>
                  <a:pt x="707247" y="2280074"/>
                  <a:pt x="703396" y="2282825"/>
                </a:cubicBezTo>
                <a:cubicBezTo>
                  <a:pt x="683085" y="2297333"/>
                  <a:pt x="706423" y="2289257"/>
                  <a:pt x="677996" y="2305050"/>
                </a:cubicBezTo>
                <a:cubicBezTo>
                  <a:pt x="674182" y="2307169"/>
                  <a:pt x="669529" y="2307167"/>
                  <a:pt x="665296" y="2308225"/>
                </a:cubicBezTo>
                <a:cubicBezTo>
                  <a:pt x="661063" y="2316692"/>
                  <a:pt x="655589" y="2324645"/>
                  <a:pt x="652596" y="2333625"/>
                </a:cubicBezTo>
                <a:cubicBezTo>
                  <a:pt x="644749" y="2357165"/>
                  <a:pt x="649239" y="2346688"/>
                  <a:pt x="639896" y="2365375"/>
                </a:cubicBezTo>
                <a:cubicBezTo>
                  <a:pt x="661063" y="2366433"/>
                  <a:pt x="682261" y="2366984"/>
                  <a:pt x="703396" y="2368550"/>
                </a:cubicBezTo>
                <a:cubicBezTo>
                  <a:pt x="711036" y="2369116"/>
                  <a:pt x="732652" y="2372689"/>
                  <a:pt x="741496" y="2374900"/>
                </a:cubicBezTo>
                <a:cubicBezTo>
                  <a:pt x="748971" y="2376769"/>
                  <a:pt x="756313" y="2379133"/>
                  <a:pt x="763721" y="2381250"/>
                </a:cubicBezTo>
                <a:cubicBezTo>
                  <a:pt x="782824" y="2374882"/>
                  <a:pt x="763745" y="2378087"/>
                  <a:pt x="782771" y="2387600"/>
                </a:cubicBezTo>
                <a:cubicBezTo>
                  <a:pt x="787598" y="2390013"/>
                  <a:pt x="793354" y="2389717"/>
                  <a:pt x="798646" y="2390775"/>
                </a:cubicBezTo>
                <a:cubicBezTo>
                  <a:pt x="801821" y="2389717"/>
                  <a:pt x="804824" y="2387600"/>
                  <a:pt x="808171" y="2387600"/>
                </a:cubicBezTo>
                <a:cubicBezTo>
                  <a:pt x="813567" y="2387600"/>
                  <a:pt x="818778" y="2389604"/>
                  <a:pt x="824046" y="2390775"/>
                </a:cubicBezTo>
                <a:cubicBezTo>
                  <a:pt x="828306" y="2391722"/>
                  <a:pt x="832566" y="2392696"/>
                  <a:pt x="836746" y="2393950"/>
                </a:cubicBezTo>
                <a:cubicBezTo>
                  <a:pt x="843157" y="2395873"/>
                  <a:pt x="849232" y="2398987"/>
                  <a:pt x="855796" y="2400300"/>
                </a:cubicBezTo>
                <a:cubicBezTo>
                  <a:pt x="861088" y="2401358"/>
                  <a:pt x="866436" y="2402166"/>
                  <a:pt x="871671" y="2403475"/>
                </a:cubicBezTo>
                <a:cubicBezTo>
                  <a:pt x="874918" y="2404287"/>
                  <a:pt x="877949" y="2405838"/>
                  <a:pt x="881196" y="2406650"/>
                </a:cubicBezTo>
                <a:cubicBezTo>
                  <a:pt x="886431" y="2407959"/>
                  <a:pt x="891836" y="2408516"/>
                  <a:pt x="897071" y="2409825"/>
                </a:cubicBezTo>
                <a:cubicBezTo>
                  <a:pt x="900318" y="2410637"/>
                  <a:pt x="903378" y="2412081"/>
                  <a:pt x="906596" y="2413000"/>
                </a:cubicBezTo>
                <a:cubicBezTo>
                  <a:pt x="910792" y="2414199"/>
                  <a:pt x="915063" y="2415117"/>
                  <a:pt x="919296" y="2416175"/>
                </a:cubicBezTo>
                <a:cubicBezTo>
                  <a:pt x="922471" y="2419350"/>
                  <a:pt x="925393" y="2422800"/>
                  <a:pt x="928821" y="2425700"/>
                </a:cubicBezTo>
                <a:cubicBezTo>
                  <a:pt x="954620" y="2447530"/>
                  <a:pt x="951808" y="2445258"/>
                  <a:pt x="970096" y="2457450"/>
                </a:cubicBezTo>
                <a:cubicBezTo>
                  <a:pt x="975126" y="2467510"/>
                  <a:pt x="977728" y="2474607"/>
                  <a:pt x="985971" y="2482850"/>
                </a:cubicBezTo>
                <a:cubicBezTo>
                  <a:pt x="989713" y="2486592"/>
                  <a:pt x="994438" y="2489200"/>
                  <a:pt x="998671" y="2492375"/>
                </a:cubicBezTo>
                <a:cubicBezTo>
                  <a:pt x="1006356" y="2515430"/>
                  <a:pt x="995353" y="2485767"/>
                  <a:pt x="1011371" y="2514600"/>
                </a:cubicBezTo>
                <a:cubicBezTo>
                  <a:pt x="1022588" y="2534790"/>
                  <a:pt x="1010186" y="2527963"/>
                  <a:pt x="1027246" y="2533650"/>
                </a:cubicBezTo>
                <a:cubicBezTo>
                  <a:pt x="1030421" y="2537883"/>
                  <a:pt x="1034146" y="2541756"/>
                  <a:pt x="1036771" y="2546350"/>
                </a:cubicBezTo>
                <a:cubicBezTo>
                  <a:pt x="1038431" y="2549256"/>
                  <a:pt x="1038090" y="2553090"/>
                  <a:pt x="1039946" y="2555875"/>
                </a:cubicBezTo>
                <a:cubicBezTo>
                  <a:pt x="1042437" y="2559611"/>
                  <a:pt x="1046596" y="2561951"/>
                  <a:pt x="1049471" y="2565400"/>
                </a:cubicBezTo>
                <a:cubicBezTo>
                  <a:pt x="1073648" y="2594413"/>
                  <a:pt x="1030363" y="2549467"/>
                  <a:pt x="1068521" y="2587625"/>
                </a:cubicBezTo>
                <a:cubicBezTo>
                  <a:pt x="1069579" y="2591858"/>
                  <a:pt x="1070164" y="2596239"/>
                  <a:pt x="1071696" y="2600325"/>
                </a:cubicBezTo>
                <a:cubicBezTo>
                  <a:pt x="1073358" y="2604757"/>
                  <a:pt x="1076686" y="2608492"/>
                  <a:pt x="1078046" y="2613025"/>
                </a:cubicBezTo>
                <a:cubicBezTo>
                  <a:pt x="1079896" y="2619191"/>
                  <a:pt x="1080069" y="2625741"/>
                  <a:pt x="1081221" y="2632075"/>
                </a:cubicBezTo>
                <a:cubicBezTo>
                  <a:pt x="1090096" y="2680888"/>
                  <a:pt x="1078215" y="2610865"/>
                  <a:pt x="1087571" y="2667000"/>
                </a:cubicBezTo>
                <a:cubicBezTo>
                  <a:pt x="1084830" y="2721811"/>
                  <a:pt x="1087651" y="2714188"/>
                  <a:pt x="1081221" y="2749550"/>
                </a:cubicBezTo>
                <a:cubicBezTo>
                  <a:pt x="1080256" y="2754859"/>
                  <a:pt x="1079597" y="2760256"/>
                  <a:pt x="1078046" y="2765425"/>
                </a:cubicBezTo>
                <a:cubicBezTo>
                  <a:pt x="1076408" y="2770884"/>
                  <a:pt x="1073813" y="2776008"/>
                  <a:pt x="1071696" y="2781300"/>
                </a:cubicBezTo>
                <a:cubicBezTo>
                  <a:pt x="1064247" y="2848344"/>
                  <a:pt x="1074248" y="2781468"/>
                  <a:pt x="1062171" y="2825750"/>
                </a:cubicBezTo>
                <a:cubicBezTo>
                  <a:pt x="1060477" y="2831961"/>
                  <a:pt x="1061032" y="2838693"/>
                  <a:pt x="1058996" y="2844800"/>
                </a:cubicBezTo>
                <a:cubicBezTo>
                  <a:pt x="1057789" y="2848420"/>
                  <a:pt x="1054499" y="2850989"/>
                  <a:pt x="1052646" y="2854325"/>
                </a:cubicBezTo>
                <a:cubicBezTo>
                  <a:pt x="1049198" y="2860531"/>
                  <a:pt x="1047381" y="2867695"/>
                  <a:pt x="1043121" y="2873375"/>
                </a:cubicBezTo>
                <a:cubicBezTo>
                  <a:pt x="1040831" y="2876428"/>
                  <a:pt x="1036527" y="2877282"/>
                  <a:pt x="1033596" y="2879725"/>
                </a:cubicBezTo>
                <a:cubicBezTo>
                  <a:pt x="1030147" y="2882600"/>
                  <a:pt x="1026681" y="2885596"/>
                  <a:pt x="1024071" y="2889250"/>
                </a:cubicBezTo>
                <a:cubicBezTo>
                  <a:pt x="989581" y="2937536"/>
                  <a:pt x="1053276" y="2860364"/>
                  <a:pt x="1005021" y="2914650"/>
                </a:cubicBezTo>
                <a:cubicBezTo>
                  <a:pt x="1000519" y="2919715"/>
                  <a:pt x="996307" y="2925044"/>
                  <a:pt x="992321" y="2930525"/>
                </a:cubicBezTo>
                <a:cubicBezTo>
                  <a:pt x="987832" y="2936697"/>
                  <a:pt x="985971" y="2945342"/>
                  <a:pt x="979621" y="2949575"/>
                </a:cubicBezTo>
                <a:lnTo>
                  <a:pt x="970096" y="2955925"/>
                </a:lnTo>
                <a:cubicBezTo>
                  <a:pt x="965033" y="2963520"/>
                  <a:pt x="961999" y="2969419"/>
                  <a:pt x="954221" y="2974975"/>
                </a:cubicBezTo>
                <a:cubicBezTo>
                  <a:pt x="950370" y="2977726"/>
                  <a:pt x="945580" y="2978890"/>
                  <a:pt x="941521" y="2981325"/>
                </a:cubicBezTo>
                <a:cubicBezTo>
                  <a:pt x="934977" y="2985252"/>
                  <a:pt x="928576" y="2989446"/>
                  <a:pt x="922471" y="2994025"/>
                </a:cubicBezTo>
                <a:cubicBezTo>
                  <a:pt x="918238" y="2997200"/>
                  <a:pt x="914504" y="3001183"/>
                  <a:pt x="909771" y="3003550"/>
                </a:cubicBezTo>
                <a:cubicBezTo>
                  <a:pt x="905868" y="3005501"/>
                  <a:pt x="901304" y="3005667"/>
                  <a:pt x="897071" y="3006725"/>
                </a:cubicBezTo>
                <a:cubicBezTo>
                  <a:pt x="894954" y="3009900"/>
                  <a:pt x="893896" y="3014133"/>
                  <a:pt x="890721" y="3016250"/>
                </a:cubicBezTo>
                <a:cubicBezTo>
                  <a:pt x="887090" y="3018671"/>
                  <a:pt x="882049" y="3017747"/>
                  <a:pt x="878021" y="3019425"/>
                </a:cubicBezTo>
                <a:cubicBezTo>
                  <a:pt x="869283" y="3023066"/>
                  <a:pt x="860497" y="3026874"/>
                  <a:pt x="852621" y="3032125"/>
                </a:cubicBezTo>
                <a:cubicBezTo>
                  <a:pt x="849446" y="3034242"/>
                  <a:pt x="846583" y="3036925"/>
                  <a:pt x="843096" y="3038475"/>
                </a:cubicBezTo>
                <a:cubicBezTo>
                  <a:pt x="836979" y="3041193"/>
                  <a:pt x="824046" y="3044825"/>
                  <a:pt x="824046" y="3044825"/>
                </a:cubicBezTo>
                <a:cubicBezTo>
                  <a:pt x="811346" y="3043767"/>
                  <a:pt x="798682" y="3041195"/>
                  <a:pt x="785946" y="3041650"/>
                </a:cubicBezTo>
                <a:cubicBezTo>
                  <a:pt x="693753" y="3044943"/>
                  <a:pt x="768542" y="3052175"/>
                  <a:pt x="709746" y="3044825"/>
                </a:cubicBezTo>
                <a:cubicBezTo>
                  <a:pt x="706571" y="3043767"/>
                  <a:pt x="703214" y="3043147"/>
                  <a:pt x="700221" y="3041650"/>
                </a:cubicBezTo>
                <a:cubicBezTo>
                  <a:pt x="675602" y="3029340"/>
                  <a:pt x="705112" y="3040105"/>
                  <a:pt x="681171" y="3032125"/>
                </a:cubicBezTo>
                <a:cubicBezTo>
                  <a:pt x="662418" y="3013372"/>
                  <a:pt x="681972" y="3029659"/>
                  <a:pt x="658946" y="3019425"/>
                </a:cubicBezTo>
                <a:cubicBezTo>
                  <a:pt x="653307" y="3016919"/>
                  <a:pt x="648710" y="3012406"/>
                  <a:pt x="643071" y="3009900"/>
                </a:cubicBezTo>
                <a:cubicBezTo>
                  <a:pt x="624760" y="3001762"/>
                  <a:pt x="636324" y="3011289"/>
                  <a:pt x="620846" y="3003550"/>
                </a:cubicBezTo>
                <a:cubicBezTo>
                  <a:pt x="615326" y="3000790"/>
                  <a:pt x="610491" y="2996785"/>
                  <a:pt x="604971" y="2994025"/>
                </a:cubicBezTo>
                <a:cubicBezTo>
                  <a:pt x="601978" y="2992528"/>
                  <a:pt x="598504" y="2992209"/>
                  <a:pt x="595446" y="2990850"/>
                </a:cubicBezTo>
                <a:cubicBezTo>
                  <a:pt x="561277" y="2975664"/>
                  <a:pt x="588595" y="2987389"/>
                  <a:pt x="566871" y="2974975"/>
                </a:cubicBezTo>
                <a:cubicBezTo>
                  <a:pt x="562762" y="2972627"/>
                  <a:pt x="558022" y="2971376"/>
                  <a:pt x="554171" y="2968625"/>
                </a:cubicBezTo>
                <a:cubicBezTo>
                  <a:pt x="550517" y="2966015"/>
                  <a:pt x="548121" y="2961943"/>
                  <a:pt x="544646" y="2959100"/>
                </a:cubicBezTo>
                <a:cubicBezTo>
                  <a:pt x="536455" y="2952398"/>
                  <a:pt x="525117" y="2948856"/>
                  <a:pt x="519246" y="2940050"/>
                </a:cubicBezTo>
                <a:cubicBezTo>
                  <a:pt x="512623" y="2930115"/>
                  <a:pt x="502580" y="2913859"/>
                  <a:pt x="493846" y="2905125"/>
                </a:cubicBezTo>
                <a:cubicBezTo>
                  <a:pt x="491148" y="2902427"/>
                  <a:pt x="487496" y="2900892"/>
                  <a:pt x="484321" y="2898775"/>
                </a:cubicBezTo>
                <a:cubicBezTo>
                  <a:pt x="476805" y="2883743"/>
                  <a:pt x="467240" y="2862644"/>
                  <a:pt x="455746" y="2851150"/>
                </a:cubicBezTo>
                <a:lnTo>
                  <a:pt x="446221" y="2841625"/>
                </a:lnTo>
                <a:cubicBezTo>
                  <a:pt x="444104" y="2836333"/>
                  <a:pt x="441872" y="2831086"/>
                  <a:pt x="439871" y="2825750"/>
                </a:cubicBezTo>
                <a:cubicBezTo>
                  <a:pt x="438696" y="2822616"/>
                  <a:pt x="438787" y="2818838"/>
                  <a:pt x="436696" y="2816225"/>
                </a:cubicBezTo>
                <a:cubicBezTo>
                  <a:pt x="434312" y="2813245"/>
                  <a:pt x="430346" y="2811992"/>
                  <a:pt x="427171" y="2809875"/>
                </a:cubicBezTo>
                <a:cubicBezTo>
                  <a:pt x="416124" y="2776733"/>
                  <a:pt x="421298" y="2797501"/>
                  <a:pt x="417646" y="2746375"/>
                </a:cubicBezTo>
                <a:cubicBezTo>
                  <a:pt x="418704" y="2738967"/>
                  <a:pt x="420224" y="2731610"/>
                  <a:pt x="420821" y="2724150"/>
                </a:cubicBezTo>
                <a:cubicBezTo>
                  <a:pt x="426127" y="2657822"/>
                  <a:pt x="417621" y="2686124"/>
                  <a:pt x="427171" y="2657475"/>
                </a:cubicBezTo>
                <a:cubicBezTo>
                  <a:pt x="428229" y="2644775"/>
                  <a:pt x="430346" y="2632119"/>
                  <a:pt x="430346" y="2619375"/>
                </a:cubicBezTo>
                <a:cubicBezTo>
                  <a:pt x="430346" y="2615011"/>
                  <a:pt x="429897" y="2610082"/>
                  <a:pt x="427171" y="2606675"/>
                </a:cubicBezTo>
                <a:cubicBezTo>
                  <a:pt x="425080" y="2604062"/>
                  <a:pt x="420821" y="2604558"/>
                  <a:pt x="417646" y="2603500"/>
                </a:cubicBezTo>
                <a:cubicBezTo>
                  <a:pt x="413413" y="2606675"/>
                  <a:pt x="410112" y="2611877"/>
                  <a:pt x="404946" y="2613025"/>
                </a:cubicBezTo>
                <a:cubicBezTo>
                  <a:pt x="399678" y="2614196"/>
                  <a:pt x="394467" y="2609850"/>
                  <a:pt x="389071" y="2609850"/>
                </a:cubicBezTo>
                <a:cubicBezTo>
                  <a:pt x="364706" y="2609850"/>
                  <a:pt x="340388" y="2611967"/>
                  <a:pt x="316046" y="2613025"/>
                </a:cubicBezTo>
                <a:cubicBezTo>
                  <a:pt x="312871" y="2611967"/>
                  <a:pt x="309739" y="2610769"/>
                  <a:pt x="306521" y="2609850"/>
                </a:cubicBezTo>
                <a:cubicBezTo>
                  <a:pt x="295887" y="2606812"/>
                  <a:pt x="284831" y="2605355"/>
                  <a:pt x="274771" y="2600325"/>
                </a:cubicBezTo>
                <a:cubicBezTo>
                  <a:pt x="270538" y="2598208"/>
                  <a:pt x="266180" y="2596323"/>
                  <a:pt x="262071" y="2593975"/>
                </a:cubicBezTo>
                <a:cubicBezTo>
                  <a:pt x="258758" y="2592082"/>
                  <a:pt x="256119" y="2588965"/>
                  <a:pt x="252546" y="2587625"/>
                </a:cubicBezTo>
                <a:cubicBezTo>
                  <a:pt x="248996" y="2586294"/>
                  <a:pt x="219761" y="2581632"/>
                  <a:pt x="217621" y="2581275"/>
                </a:cubicBezTo>
                <a:cubicBezTo>
                  <a:pt x="212329" y="2579158"/>
                  <a:pt x="207102" y="2576873"/>
                  <a:pt x="201746" y="2574925"/>
                </a:cubicBezTo>
                <a:cubicBezTo>
                  <a:pt x="195456" y="2572638"/>
                  <a:pt x="188911" y="2571061"/>
                  <a:pt x="182696" y="2568575"/>
                </a:cubicBezTo>
                <a:lnTo>
                  <a:pt x="166821" y="2562225"/>
                </a:lnTo>
                <a:cubicBezTo>
                  <a:pt x="163646" y="2559050"/>
                  <a:pt x="160840" y="2555457"/>
                  <a:pt x="157296" y="2552700"/>
                </a:cubicBezTo>
                <a:cubicBezTo>
                  <a:pt x="151272" y="2548015"/>
                  <a:pt x="138246" y="2540000"/>
                  <a:pt x="138246" y="2540000"/>
                </a:cubicBezTo>
                <a:cubicBezTo>
                  <a:pt x="123281" y="2517552"/>
                  <a:pt x="142825" y="2544579"/>
                  <a:pt x="119196" y="2520950"/>
                </a:cubicBezTo>
                <a:cubicBezTo>
                  <a:pt x="115454" y="2517208"/>
                  <a:pt x="113156" y="2512232"/>
                  <a:pt x="109671" y="2508250"/>
                </a:cubicBezTo>
                <a:cubicBezTo>
                  <a:pt x="98892" y="2495931"/>
                  <a:pt x="99008" y="2496908"/>
                  <a:pt x="87446" y="2489200"/>
                </a:cubicBezTo>
                <a:cubicBezTo>
                  <a:pt x="83213" y="2481792"/>
                  <a:pt x="79639" y="2473965"/>
                  <a:pt x="74746" y="2466975"/>
                </a:cubicBezTo>
                <a:cubicBezTo>
                  <a:pt x="72171" y="2463297"/>
                  <a:pt x="67402" y="2461375"/>
                  <a:pt x="65221" y="2457450"/>
                </a:cubicBezTo>
                <a:cubicBezTo>
                  <a:pt x="38198" y="2408808"/>
                  <a:pt x="81813" y="2467077"/>
                  <a:pt x="46171" y="2422525"/>
                </a:cubicBezTo>
                <a:cubicBezTo>
                  <a:pt x="45113" y="2419350"/>
                  <a:pt x="43915" y="2416218"/>
                  <a:pt x="42996" y="2413000"/>
                </a:cubicBezTo>
                <a:cubicBezTo>
                  <a:pt x="41797" y="2408804"/>
                  <a:pt x="41353" y="2404386"/>
                  <a:pt x="39821" y="2400300"/>
                </a:cubicBezTo>
                <a:cubicBezTo>
                  <a:pt x="38159" y="2395868"/>
                  <a:pt x="35588" y="2391833"/>
                  <a:pt x="33471" y="2387600"/>
                </a:cubicBezTo>
                <a:cubicBezTo>
                  <a:pt x="31568" y="2376183"/>
                  <a:pt x="31384" y="2368973"/>
                  <a:pt x="27121" y="2359025"/>
                </a:cubicBezTo>
                <a:cubicBezTo>
                  <a:pt x="21669" y="2346304"/>
                  <a:pt x="20574" y="2348714"/>
                  <a:pt x="17596" y="2336800"/>
                </a:cubicBezTo>
                <a:lnTo>
                  <a:pt x="11246" y="2311400"/>
                </a:lnTo>
                <a:cubicBezTo>
                  <a:pt x="10188" y="2301875"/>
                  <a:pt x="9426" y="2292312"/>
                  <a:pt x="8071" y="2282825"/>
                </a:cubicBezTo>
                <a:cubicBezTo>
                  <a:pt x="7308" y="2277483"/>
                  <a:pt x="5717" y="2272284"/>
                  <a:pt x="4896" y="2266950"/>
                </a:cubicBezTo>
                <a:cubicBezTo>
                  <a:pt x="3599" y="2258517"/>
                  <a:pt x="2779" y="2250017"/>
                  <a:pt x="1721" y="2241550"/>
                </a:cubicBezTo>
                <a:cubicBezTo>
                  <a:pt x="2779" y="2232025"/>
                  <a:pt x="-4557" y="2214551"/>
                  <a:pt x="4896" y="2212975"/>
                </a:cubicBezTo>
                <a:cubicBezTo>
                  <a:pt x="18507" y="2210706"/>
                  <a:pt x="26604" y="2231235"/>
                  <a:pt x="39821" y="2235200"/>
                </a:cubicBezTo>
                <a:lnTo>
                  <a:pt x="71571" y="2244725"/>
                </a:lnTo>
                <a:cubicBezTo>
                  <a:pt x="86388" y="2243667"/>
                  <a:pt x="101167" y="2241550"/>
                  <a:pt x="116021" y="2241550"/>
                </a:cubicBezTo>
                <a:cubicBezTo>
                  <a:pt x="123505" y="2241550"/>
                  <a:pt x="130762" y="2244725"/>
                  <a:pt x="138246" y="2244725"/>
                </a:cubicBezTo>
                <a:cubicBezTo>
                  <a:pt x="144684" y="2244725"/>
                  <a:pt x="150930" y="2242505"/>
                  <a:pt x="157296" y="2241550"/>
                </a:cubicBezTo>
                <a:cubicBezTo>
                  <a:pt x="212114" y="2233327"/>
                  <a:pt x="185944" y="2239715"/>
                  <a:pt x="223971" y="2228850"/>
                </a:cubicBezTo>
                <a:cubicBezTo>
                  <a:pt x="229263" y="2225675"/>
                  <a:pt x="234428" y="2222280"/>
                  <a:pt x="239846" y="2219325"/>
                </a:cubicBezTo>
                <a:cubicBezTo>
                  <a:pt x="246079" y="2215925"/>
                  <a:pt x="253292" y="2214159"/>
                  <a:pt x="258896" y="2209800"/>
                </a:cubicBezTo>
                <a:cubicBezTo>
                  <a:pt x="264314" y="2205586"/>
                  <a:pt x="270098" y="2193182"/>
                  <a:pt x="274771" y="2187575"/>
                </a:cubicBezTo>
                <a:cubicBezTo>
                  <a:pt x="277646" y="2184126"/>
                  <a:pt x="281121" y="2181225"/>
                  <a:pt x="284296" y="2178050"/>
                </a:cubicBezTo>
                <a:cubicBezTo>
                  <a:pt x="286413" y="2169583"/>
                  <a:pt x="293406" y="2160929"/>
                  <a:pt x="290646" y="2152650"/>
                </a:cubicBezTo>
                <a:cubicBezTo>
                  <a:pt x="289588" y="2149475"/>
                  <a:pt x="284296" y="2142067"/>
                  <a:pt x="287471" y="2143125"/>
                </a:cubicBezTo>
                <a:cubicBezTo>
                  <a:pt x="293151" y="2145018"/>
                  <a:pt x="295094" y="2152652"/>
                  <a:pt x="300171" y="2155825"/>
                </a:cubicBezTo>
                <a:cubicBezTo>
                  <a:pt x="303871" y="2158138"/>
                  <a:pt x="308691" y="2157746"/>
                  <a:pt x="312871" y="2159000"/>
                </a:cubicBezTo>
                <a:cubicBezTo>
                  <a:pt x="351892" y="2170706"/>
                  <a:pt x="313648" y="2164132"/>
                  <a:pt x="379546" y="2168525"/>
                </a:cubicBezTo>
                <a:cubicBezTo>
                  <a:pt x="388013" y="2166408"/>
                  <a:pt x="396352" y="2163692"/>
                  <a:pt x="404946" y="2162175"/>
                </a:cubicBezTo>
                <a:cubicBezTo>
                  <a:pt x="436021" y="2156691"/>
                  <a:pt x="430668" y="2163601"/>
                  <a:pt x="458921" y="2149475"/>
                </a:cubicBezTo>
                <a:cubicBezTo>
                  <a:pt x="488990" y="2134441"/>
                  <a:pt x="516789" y="2114780"/>
                  <a:pt x="547821" y="2101850"/>
                </a:cubicBezTo>
                <a:cubicBezTo>
                  <a:pt x="560521" y="2096558"/>
                  <a:pt x="573894" y="2092657"/>
                  <a:pt x="585921" y="2085975"/>
                </a:cubicBezTo>
                <a:cubicBezTo>
                  <a:pt x="651186" y="2049717"/>
                  <a:pt x="568450" y="2084708"/>
                  <a:pt x="620846" y="2063750"/>
                </a:cubicBezTo>
                <a:cubicBezTo>
                  <a:pt x="637385" y="2047211"/>
                  <a:pt x="644632" y="2042359"/>
                  <a:pt x="655771" y="2025650"/>
                </a:cubicBezTo>
                <a:cubicBezTo>
                  <a:pt x="659194" y="2020515"/>
                  <a:pt x="661507" y="2014646"/>
                  <a:pt x="665296" y="2009775"/>
                </a:cubicBezTo>
                <a:cubicBezTo>
                  <a:pt x="668972" y="2005049"/>
                  <a:pt x="674404" y="2001864"/>
                  <a:pt x="677996" y="1997075"/>
                </a:cubicBezTo>
                <a:cubicBezTo>
                  <a:pt x="680836" y="1993289"/>
                  <a:pt x="682047" y="1988512"/>
                  <a:pt x="684346" y="1984375"/>
                </a:cubicBezTo>
                <a:cubicBezTo>
                  <a:pt x="687343" y="1978980"/>
                  <a:pt x="690600" y="1973733"/>
                  <a:pt x="693871" y="1968500"/>
                </a:cubicBezTo>
                <a:cubicBezTo>
                  <a:pt x="695893" y="1965264"/>
                  <a:pt x="698394" y="1962325"/>
                  <a:pt x="700221" y="1958975"/>
                </a:cubicBezTo>
                <a:cubicBezTo>
                  <a:pt x="704754" y="1950665"/>
                  <a:pt x="709928" y="1942555"/>
                  <a:pt x="712921" y="1933575"/>
                </a:cubicBezTo>
                <a:cubicBezTo>
                  <a:pt x="713979" y="1930400"/>
                  <a:pt x="714599" y="1927043"/>
                  <a:pt x="716096" y="1924050"/>
                </a:cubicBezTo>
                <a:cubicBezTo>
                  <a:pt x="718856" y="1918530"/>
                  <a:pt x="722861" y="1913695"/>
                  <a:pt x="725621" y="1908175"/>
                </a:cubicBezTo>
                <a:cubicBezTo>
                  <a:pt x="727118" y="1905182"/>
                  <a:pt x="732143" y="1898650"/>
                  <a:pt x="728796" y="1898650"/>
                </a:cubicBezTo>
                <a:cubicBezTo>
                  <a:pt x="724980" y="1898650"/>
                  <a:pt x="720739" y="1904762"/>
                  <a:pt x="722446" y="1908175"/>
                </a:cubicBezTo>
                <a:cubicBezTo>
                  <a:pt x="723943" y="1911168"/>
                  <a:pt x="728796" y="1906058"/>
                  <a:pt x="731971" y="1905000"/>
                </a:cubicBezTo>
                <a:cubicBezTo>
                  <a:pt x="735146" y="1907117"/>
                  <a:pt x="738798" y="1908652"/>
                  <a:pt x="741496" y="1911350"/>
                </a:cubicBezTo>
                <a:cubicBezTo>
                  <a:pt x="744194" y="1914048"/>
                  <a:pt x="744671" y="1918758"/>
                  <a:pt x="747846" y="1920875"/>
                </a:cubicBezTo>
                <a:cubicBezTo>
                  <a:pt x="751477" y="1923296"/>
                  <a:pt x="756366" y="1922796"/>
                  <a:pt x="760546" y="1924050"/>
                </a:cubicBezTo>
                <a:cubicBezTo>
                  <a:pt x="766957" y="1925973"/>
                  <a:pt x="773856" y="1926956"/>
                  <a:pt x="779596" y="1930400"/>
                </a:cubicBezTo>
                <a:cubicBezTo>
                  <a:pt x="813895" y="1950979"/>
                  <a:pt x="779103" y="1932199"/>
                  <a:pt x="808171" y="1943100"/>
                </a:cubicBezTo>
                <a:cubicBezTo>
                  <a:pt x="812603" y="1944762"/>
                  <a:pt x="816857" y="1946942"/>
                  <a:pt x="820871" y="1949450"/>
                </a:cubicBezTo>
                <a:cubicBezTo>
                  <a:pt x="825358" y="1952255"/>
                  <a:pt x="828437" y="1957692"/>
                  <a:pt x="833571" y="1958975"/>
                </a:cubicBezTo>
                <a:cubicBezTo>
                  <a:pt x="845935" y="1962066"/>
                  <a:pt x="858984" y="1960942"/>
                  <a:pt x="871671" y="1962150"/>
                </a:cubicBezTo>
                <a:cubicBezTo>
                  <a:pt x="881211" y="1963059"/>
                  <a:pt x="890721" y="1964267"/>
                  <a:pt x="900246" y="1965325"/>
                </a:cubicBezTo>
                <a:cubicBezTo>
                  <a:pt x="905538" y="1963208"/>
                  <a:pt x="910913" y="1961290"/>
                  <a:pt x="916121" y="1958975"/>
                </a:cubicBezTo>
                <a:cubicBezTo>
                  <a:pt x="920446" y="1957053"/>
                  <a:pt x="924229" y="1953773"/>
                  <a:pt x="928821" y="1952625"/>
                </a:cubicBezTo>
                <a:cubicBezTo>
                  <a:pt x="937099" y="1950556"/>
                  <a:pt x="945754" y="1950508"/>
                  <a:pt x="954221" y="1949450"/>
                </a:cubicBezTo>
                <a:cubicBezTo>
                  <a:pt x="961629" y="1947333"/>
                  <a:pt x="969205" y="1945733"/>
                  <a:pt x="976446" y="1943100"/>
                </a:cubicBezTo>
                <a:cubicBezTo>
                  <a:pt x="980894" y="1941483"/>
                  <a:pt x="984656" y="1938247"/>
                  <a:pt x="989146" y="1936750"/>
                </a:cubicBezTo>
                <a:cubicBezTo>
                  <a:pt x="994266" y="1935043"/>
                  <a:pt x="999753" y="1934746"/>
                  <a:pt x="1005021" y="1933575"/>
                </a:cubicBezTo>
                <a:cubicBezTo>
                  <a:pt x="1015084" y="1931339"/>
                  <a:pt x="1024335" y="1928989"/>
                  <a:pt x="1033596" y="1924050"/>
                </a:cubicBezTo>
                <a:cubicBezTo>
                  <a:pt x="1038867" y="1921239"/>
                  <a:pt x="1064275" y="1906219"/>
                  <a:pt x="1074871" y="1898650"/>
                </a:cubicBezTo>
                <a:cubicBezTo>
                  <a:pt x="1079177" y="1895574"/>
                  <a:pt x="1083638" y="1892665"/>
                  <a:pt x="1087571" y="1889125"/>
                </a:cubicBezTo>
                <a:cubicBezTo>
                  <a:pt x="1115567" y="1863929"/>
                  <a:pt x="1095638" y="1875567"/>
                  <a:pt x="1119321" y="1863725"/>
                </a:cubicBezTo>
                <a:cubicBezTo>
                  <a:pt x="1131487" y="1847503"/>
                  <a:pt x="1138954" y="1836300"/>
                  <a:pt x="1157421" y="1822450"/>
                </a:cubicBezTo>
                <a:cubicBezTo>
                  <a:pt x="1167459" y="1814921"/>
                  <a:pt x="1171686" y="1812687"/>
                  <a:pt x="1179646" y="1803400"/>
                </a:cubicBezTo>
                <a:cubicBezTo>
                  <a:pt x="1189402" y="1792018"/>
                  <a:pt x="1190497" y="1787943"/>
                  <a:pt x="1198696" y="1774825"/>
                </a:cubicBezTo>
                <a:cubicBezTo>
                  <a:pt x="1200718" y="1771589"/>
                  <a:pt x="1202115" y="1767743"/>
                  <a:pt x="1205046" y="1765300"/>
                </a:cubicBezTo>
                <a:cubicBezTo>
                  <a:pt x="1208682" y="1762270"/>
                  <a:pt x="1213513" y="1761067"/>
                  <a:pt x="1217746" y="1758950"/>
                </a:cubicBezTo>
                <a:cubicBezTo>
                  <a:pt x="1259702" y="1769439"/>
                  <a:pt x="1234486" y="1766382"/>
                  <a:pt x="1293946" y="1758950"/>
                </a:cubicBezTo>
                <a:cubicBezTo>
                  <a:pt x="1306646" y="1753658"/>
                  <a:pt x="1320100" y="1749901"/>
                  <a:pt x="1332046" y="1743075"/>
                </a:cubicBezTo>
                <a:cubicBezTo>
                  <a:pt x="1370837" y="1720909"/>
                  <a:pt x="1347171" y="1735108"/>
                  <a:pt x="1401896" y="1698625"/>
                </a:cubicBezTo>
                <a:cubicBezTo>
                  <a:pt x="1408246" y="1694392"/>
                  <a:pt x="1415920" y="1691668"/>
                  <a:pt x="1420946" y="1685925"/>
                </a:cubicBezTo>
                <a:cubicBezTo>
                  <a:pt x="1447633" y="1655425"/>
                  <a:pt x="1434386" y="1667553"/>
                  <a:pt x="1459046" y="1647825"/>
                </a:cubicBezTo>
                <a:cubicBezTo>
                  <a:pt x="1465396" y="1637242"/>
                  <a:pt x="1472576" y="1627114"/>
                  <a:pt x="1478096" y="1616075"/>
                </a:cubicBezTo>
                <a:lnTo>
                  <a:pt x="1497146" y="1577975"/>
                </a:lnTo>
                <a:cubicBezTo>
                  <a:pt x="1498204" y="1572683"/>
                  <a:pt x="1498477" y="1567172"/>
                  <a:pt x="1500321" y="1562100"/>
                </a:cubicBezTo>
                <a:cubicBezTo>
                  <a:pt x="1502747" y="1555428"/>
                  <a:pt x="1507049" y="1549575"/>
                  <a:pt x="1509846" y="1543050"/>
                </a:cubicBezTo>
                <a:cubicBezTo>
                  <a:pt x="1513408" y="1534739"/>
                  <a:pt x="1516196" y="1526117"/>
                  <a:pt x="1519371" y="1517650"/>
                </a:cubicBezTo>
                <a:cubicBezTo>
                  <a:pt x="1517236" y="1481359"/>
                  <a:pt x="1522455" y="1473017"/>
                  <a:pt x="1509846" y="1447800"/>
                </a:cubicBezTo>
                <a:cubicBezTo>
                  <a:pt x="1508139" y="1444387"/>
                  <a:pt x="1505613" y="1441450"/>
                  <a:pt x="1503496" y="1438275"/>
                </a:cubicBezTo>
                <a:cubicBezTo>
                  <a:pt x="1502438" y="1432983"/>
                  <a:pt x="1500321" y="1427796"/>
                  <a:pt x="1500321" y="1422400"/>
                </a:cubicBezTo>
                <a:cubicBezTo>
                  <a:pt x="1500321" y="1420896"/>
                  <a:pt x="1505973" y="1371682"/>
                  <a:pt x="1506671" y="1368425"/>
                </a:cubicBezTo>
                <a:cubicBezTo>
                  <a:pt x="1508073" y="1361880"/>
                  <a:pt x="1511921" y="1355977"/>
                  <a:pt x="1513021" y="1349375"/>
                </a:cubicBezTo>
                <a:cubicBezTo>
                  <a:pt x="1517083" y="1325002"/>
                  <a:pt x="1514933" y="1336638"/>
                  <a:pt x="1519371" y="1314450"/>
                </a:cubicBezTo>
                <a:cubicBezTo>
                  <a:pt x="1518313" y="1309158"/>
                  <a:pt x="1519056" y="1303151"/>
                  <a:pt x="1516196" y="1298575"/>
                </a:cubicBezTo>
                <a:cubicBezTo>
                  <a:pt x="1513391" y="1294088"/>
                  <a:pt x="1508301" y="1291268"/>
                  <a:pt x="1503496" y="1289050"/>
                </a:cubicBezTo>
                <a:cubicBezTo>
                  <a:pt x="1486318" y="1281122"/>
                  <a:pt x="1475889" y="1279719"/>
                  <a:pt x="1459046" y="1276350"/>
                </a:cubicBezTo>
                <a:lnTo>
                  <a:pt x="1309821" y="1168400"/>
                </a:lnTo>
                <a:cubicBezTo>
                  <a:pt x="1299238" y="1148292"/>
                  <a:pt x="1287106" y="1128925"/>
                  <a:pt x="1278071" y="1108075"/>
                </a:cubicBezTo>
                <a:cubicBezTo>
                  <a:pt x="1268923" y="1086965"/>
                  <a:pt x="1269425" y="1074369"/>
                  <a:pt x="1265371" y="1054100"/>
                </a:cubicBezTo>
                <a:cubicBezTo>
                  <a:pt x="1264515" y="1049821"/>
                  <a:pt x="1262196" y="1045764"/>
                  <a:pt x="1262196" y="1041400"/>
                </a:cubicBezTo>
                <a:cubicBezTo>
                  <a:pt x="1262196" y="1038053"/>
                  <a:pt x="1259550" y="1046692"/>
                  <a:pt x="1259021" y="1047750"/>
                </a:cubicBezTo>
                <a:close/>
              </a:path>
            </a:pathLst>
          </a:custGeom>
          <a:solidFill>
            <a:schemeClr val="bg2">
              <a:lumMod val="10000"/>
              <a:alpha val="29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43208807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37"/>
    </p:ext>
  </p:extLst>
</p:sld>
</file>

<file path=ppt/slides/slide2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9713A7A8-4AB0-38DA-388F-315D3021DDC7}"/>
              </a:ext>
            </a:extLst>
          </p:cNvPr>
          <p:cNvSpPr txBox="1"/>
          <p:nvPr/>
        </p:nvSpPr>
        <p:spPr>
          <a:xfrm>
            <a:off x="0" y="-12879"/>
            <a:ext cx="47973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BB02 Molecules of Life</a:t>
            </a:r>
            <a:endParaRPr lang="zh-HK" altLang="en-US" dirty="0">
              <a:solidFill>
                <a:schemeClr val="bg1"/>
              </a:solidFill>
              <a:latin typeface="Roboto Black" panose="02000000000000000000" pitchFamily="2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4413D1AF-075B-E384-3908-6DF4024E38ED}"/>
              </a:ext>
            </a:extLst>
          </p:cNvPr>
          <p:cNvSpPr txBox="1"/>
          <p:nvPr/>
        </p:nvSpPr>
        <p:spPr>
          <a:xfrm>
            <a:off x="163102" y="507077"/>
            <a:ext cx="404940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200" b="1" dirty="0"/>
              <a:t>3. Proteins </a:t>
            </a:r>
            <a:r>
              <a:rPr lang="zh-HK" altLang="en-US" sz="3200" b="1" i="0" dirty="0">
                <a:solidFill>
                  <a:srgbClr val="040C28"/>
                </a:solidFill>
                <a:effectLst/>
                <a:latin typeface="Google Sans"/>
              </a:rPr>
              <a:t>蛋白質</a:t>
            </a:r>
            <a:endParaRPr lang="zh-HK" altLang="en-US" sz="3200" b="1" dirty="0"/>
          </a:p>
        </p:txBody>
      </p:sp>
      <p:sp>
        <p:nvSpPr>
          <p:cNvPr id="48" name="橢圓 47">
            <a:extLst>
              <a:ext uri="{FF2B5EF4-FFF2-40B4-BE49-F238E27FC236}">
                <a16:creationId xmlns:a16="http://schemas.microsoft.com/office/drawing/2014/main" id="{6A960714-D4A5-ACB9-21A7-23CE0E348695}"/>
              </a:ext>
            </a:extLst>
          </p:cNvPr>
          <p:cNvSpPr/>
          <p:nvPr/>
        </p:nvSpPr>
        <p:spPr>
          <a:xfrm>
            <a:off x="1725753" y="1565534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49" name="橢圓 48">
            <a:extLst>
              <a:ext uri="{FF2B5EF4-FFF2-40B4-BE49-F238E27FC236}">
                <a16:creationId xmlns:a16="http://schemas.microsoft.com/office/drawing/2014/main" id="{DA13D0F4-78EE-2512-8047-DE5DB89BF633}"/>
              </a:ext>
            </a:extLst>
          </p:cNvPr>
          <p:cNvSpPr/>
          <p:nvPr/>
        </p:nvSpPr>
        <p:spPr>
          <a:xfrm>
            <a:off x="2677166" y="1376598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0" name="橢圓 49">
            <a:extLst>
              <a:ext uri="{FF2B5EF4-FFF2-40B4-BE49-F238E27FC236}">
                <a16:creationId xmlns:a16="http://schemas.microsoft.com/office/drawing/2014/main" id="{D46C6EA0-87F9-167D-9C8F-861CC895DDAA}"/>
              </a:ext>
            </a:extLst>
          </p:cNvPr>
          <p:cNvSpPr/>
          <p:nvPr/>
        </p:nvSpPr>
        <p:spPr>
          <a:xfrm>
            <a:off x="3149888" y="156636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1" name="橢圓 50">
            <a:extLst>
              <a:ext uri="{FF2B5EF4-FFF2-40B4-BE49-F238E27FC236}">
                <a16:creationId xmlns:a16="http://schemas.microsoft.com/office/drawing/2014/main" id="{CB2F7B0D-6AFC-7928-D56C-B5016FA2EDD0}"/>
              </a:ext>
            </a:extLst>
          </p:cNvPr>
          <p:cNvSpPr/>
          <p:nvPr/>
        </p:nvSpPr>
        <p:spPr>
          <a:xfrm>
            <a:off x="3571946" y="130479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2" name="橢圓 51">
            <a:extLst>
              <a:ext uri="{FF2B5EF4-FFF2-40B4-BE49-F238E27FC236}">
                <a16:creationId xmlns:a16="http://schemas.microsoft.com/office/drawing/2014/main" id="{512C0805-1A75-3F9B-3A2B-F01AAC21A0BA}"/>
              </a:ext>
            </a:extLst>
          </p:cNvPr>
          <p:cNvSpPr/>
          <p:nvPr/>
        </p:nvSpPr>
        <p:spPr>
          <a:xfrm>
            <a:off x="5246842" y="32810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3" name="橢圓 52">
            <a:extLst>
              <a:ext uri="{FF2B5EF4-FFF2-40B4-BE49-F238E27FC236}">
                <a16:creationId xmlns:a16="http://schemas.microsoft.com/office/drawing/2014/main" id="{689C831E-09AA-88AE-3F16-732359420291}"/>
              </a:ext>
            </a:extLst>
          </p:cNvPr>
          <p:cNvSpPr/>
          <p:nvPr/>
        </p:nvSpPr>
        <p:spPr>
          <a:xfrm>
            <a:off x="4808699" y="17473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4" name="橢圓 53">
            <a:extLst>
              <a:ext uri="{FF2B5EF4-FFF2-40B4-BE49-F238E27FC236}">
                <a16:creationId xmlns:a16="http://schemas.microsoft.com/office/drawing/2014/main" id="{153F25C2-D120-3AEE-350E-590D88164406}"/>
              </a:ext>
            </a:extLst>
          </p:cNvPr>
          <p:cNvSpPr/>
          <p:nvPr/>
        </p:nvSpPr>
        <p:spPr>
          <a:xfrm>
            <a:off x="5764499" y="264028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6" name="橢圓 55">
            <a:extLst>
              <a:ext uri="{FF2B5EF4-FFF2-40B4-BE49-F238E27FC236}">
                <a16:creationId xmlns:a16="http://schemas.microsoft.com/office/drawing/2014/main" id="{E73D32B9-4761-9133-EC84-433E4C6C7FC4}"/>
              </a:ext>
            </a:extLst>
          </p:cNvPr>
          <p:cNvSpPr/>
          <p:nvPr/>
        </p:nvSpPr>
        <p:spPr>
          <a:xfrm>
            <a:off x="6250578" y="2534110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7" name="橢圓 56">
            <a:extLst>
              <a:ext uri="{FF2B5EF4-FFF2-40B4-BE49-F238E27FC236}">
                <a16:creationId xmlns:a16="http://schemas.microsoft.com/office/drawing/2014/main" id="{A761DF10-9318-62F1-DC1A-4744DBDDEDCD}"/>
              </a:ext>
            </a:extLst>
          </p:cNvPr>
          <p:cNvSpPr/>
          <p:nvPr/>
        </p:nvSpPr>
        <p:spPr>
          <a:xfrm>
            <a:off x="6597343" y="2257003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8" name="橢圓 57">
            <a:extLst>
              <a:ext uri="{FF2B5EF4-FFF2-40B4-BE49-F238E27FC236}">
                <a16:creationId xmlns:a16="http://schemas.microsoft.com/office/drawing/2014/main" id="{F329F012-FB5B-EA5F-0AB6-030ADF1AFE55}"/>
              </a:ext>
            </a:extLst>
          </p:cNvPr>
          <p:cNvSpPr/>
          <p:nvPr/>
        </p:nvSpPr>
        <p:spPr>
          <a:xfrm>
            <a:off x="6759156" y="2746461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9" name="橢圓 58">
            <a:extLst>
              <a:ext uri="{FF2B5EF4-FFF2-40B4-BE49-F238E27FC236}">
                <a16:creationId xmlns:a16="http://schemas.microsoft.com/office/drawing/2014/main" id="{3CD81D75-E161-9F07-6205-66B0F6E864DD}"/>
              </a:ext>
            </a:extLst>
          </p:cNvPr>
          <p:cNvSpPr/>
          <p:nvPr/>
        </p:nvSpPr>
        <p:spPr>
          <a:xfrm>
            <a:off x="8173767" y="34915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0" name="橢圓 59">
            <a:extLst>
              <a:ext uri="{FF2B5EF4-FFF2-40B4-BE49-F238E27FC236}">
                <a16:creationId xmlns:a16="http://schemas.microsoft.com/office/drawing/2014/main" id="{9AD1D1D1-F81E-B109-2473-538174BEBAFF}"/>
              </a:ext>
            </a:extLst>
          </p:cNvPr>
          <p:cNvSpPr/>
          <p:nvPr/>
        </p:nvSpPr>
        <p:spPr>
          <a:xfrm>
            <a:off x="9397777" y="349151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62" name="橢圓 61">
            <a:extLst>
              <a:ext uri="{FF2B5EF4-FFF2-40B4-BE49-F238E27FC236}">
                <a16:creationId xmlns:a16="http://schemas.microsoft.com/office/drawing/2014/main" id="{9D8B081C-7734-F011-68A4-3A894DE80533}"/>
              </a:ext>
            </a:extLst>
          </p:cNvPr>
          <p:cNvSpPr/>
          <p:nvPr/>
        </p:nvSpPr>
        <p:spPr>
          <a:xfrm>
            <a:off x="2187804" y="3773881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5" name="橢圓 74">
            <a:extLst>
              <a:ext uri="{FF2B5EF4-FFF2-40B4-BE49-F238E27FC236}">
                <a16:creationId xmlns:a16="http://schemas.microsoft.com/office/drawing/2014/main" id="{7CAC98BA-1B97-4B3F-1425-279FD12A10CC}"/>
              </a:ext>
            </a:extLst>
          </p:cNvPr>
          <p:cNvSpPr/>
          <p:nvPr/>
        </p:nvSpPr>
        <p:spPr>
          <a:xfrm>
            <a:off x="2715703" y="4042200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6" name="橢圓 75">
            <a:extLst>
              <a:ext uri="{FF2B5EF4-FFF2-40B4-BE49-F238E27FC236}">
                <a16:creationId xmlns:a16="http://schemas.microsoft.com/office/drawing/2014/main" id="{7D55FB43-5CD7-F398-ADAA-8B2E6FD6BB88}"/>
              </a:ext>
            </a:extLst>
          </p:cNvPr>
          <p:cNvSpPr/>
          <p:nvPr/>
        </p:nvSpPr>
        <p:spPr>
          <a:xfrm>
            <a:off x="3564680" y="355132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7" name="橢圓 76">
            <a:extLst>
              <a:ext uri="{FF2B5EF4-FFF2-40B4-BE49-F238E27FC236}">
                <a16:creationId xmlns:a16="http://schemas.microsoft.com/office/drawing/2014/main" id="{A9664C4D-73E3-F242-AA40-896E1FFFCBF6}"/>
              </a:ext>
            </a:extLst>
          </p:cNvPr>
          <p:cNvSpPr/>
          <p:nvPr/>
        </p:nvSpPr>
        <p:spPr>
          <a:xfrm>
            <a:off x="3973291" y="3802197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8" name="橢圓 77">
            <a:extLst>
              <a:ext uri="{FF2B5EF4-FFF2-40B4-BE49-F238E27FC236}">
                <a16:creationId xmlns:a16="http://schemas.microsoft.com/office/drawing/2014/main" id="{CE584E16-B5D7-45FD-CDF1-D1CB614D6A0A}"/>
              </a:ext>
            </a:extLst>
          </p:cNvPr>
          <p:cNvSpPr/>
          <p:nvPr/>
        </p:nvSpPr>
        <p:spPr>
          <a:xfrm>
            <a:off x="4448927" y="3618216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79" name="橢圓 78">
            <a:extLst>
              <a:ext uri="{FF2B5EF4-FFF2-40B4-BE49-F238E27FC236}">
                <a16:creationId xmlns:a16="http://schemas.microsoft.com/office/drawing/2014/main" id="{6E18850E-8AFD-1C2A-1898-E6629CBA9696}"/>
              </a:ext>
            </a:extLst>
          </p:cNvPr>
          <p:cNvSpPr/>
          <p:nvPr/>
        </p:nvSpPr>
        <p:spPr>
          <a:xfrm>
            <a:off x="5042930" y="359162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0" name="橢圓 79">
            <a:extLst>
              <a:ext uri="{FF2B5EF4-FFF2-40B4-BE49-F238E27FC236}">
                <a16:creationId xmlns:a16="http://schemas.microsoft.com/office/drawing/2014/main" id="{4187B5F3-DD2C-29F5-4F15-74D935F3A668}"/>
              </a:ext>
            </a:extLst>
          </p:cNvPr>
          <p:cNvSpPr/>
          <p:nvPr/>
        </p:nvSpPr>
        <p:spPr>
          <a:xfrm>
            <a:off x="5612333" y="3715369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1" name="橢圓 80">
            <a:extLst>
              <a:ext uri="{FF2B5EF4-FFF2-40B4-BE49-F238E27FC236}">
                <a16:creationId xmlns:a16="http://schemas.microsoft.com/office/drawing/2014/main" id="{D92DAF89-BF05-D333-8B6B-916476BCF52B}"/>
              </a:ext>
            </a:extLst>
          </p:cNvPr>
          <p:cNvSpPr/>
          <p:nvPr/>
        </p:nvSpPr>
        <p:spPr>
          <a:xfrm>
            <a:off x="6776583" y="325035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2" name="橢圓 81">
            <a:extLst>
              <a:ext uri="{FF2B5EF4-FFF2-40B4-BE49-F238E27FC236}">
                <a16:creationId xmlns:a16="http://schemas.microsoft.com/office/drawing/2014/main" id="{853B7D71-F260-1AEA-E1CD-F738F85D601C}"/>
              </a:ext>
            </a:extLst>
          </p:cNvPr>
          <p:cNvSpPr/>
          <p:nvPr/>
        </p:nvSpPr>
        <p:spPr>
          <a:xfrm>
            <a:off x="6818442" y="3788173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3" name="橢圓 82">
            <a:extLst>
              <a:ext uri="{FF2B5EF4-FFF2-40B4-BE49-F238E27FC236}">
                <a16:creationId xmlns:a16="http://schemas.microsoft.com/office/drawing/2014/main" id="{680A591C-ED9D-F361-4076-BDF4D0DC3143}"/>
              </a:ext>
            </a:extLst>
          </p:cNvPr>
          <p:cNvSpPr/>
          <p:nvPr/>
        </p:nvSpPr>
        <p:spPr>
          <a:xfrm>
            <a:off x="7601643" y="4243549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4" name="橢圓 83">
            <a:extLst>
              <a:ext uri="{FF2B5EF4-FFF2-40B4-BE49-F238E27FC236}">
                <a16:creationId xmlns:a16="http://schemas.microsoft.com/office/drawing/2014/main" id="{8F0DED6B-9003-A966-45F6-A7E0A8ABEE87}"/>
              </a:ext>
            </a:extLst>
          </p:cNvPr>
          <p:cNvSpPr/>
          <p:nvPr/>
        </p:nvSpPr>
        <p:spPr>
          <a:xfrm>
            <a:off x="9483291" y="3975634"/>
            <a:ext cx="672937" cy="682539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89" name="橢圓 88">
            <a:extLst>
              <a:ext uri="{FF2B5EF4-FFF2-40B4-BE49-F238E27FC236}">
                <a16:creationId xmlns:a16="http://schemas.microsoft.com/office/drawing/2014/main" id="{CE6D3890-B2C2-A54F-AE44-28F15D8E24AB}"/>
              </a:ext>
            </a:extLst>
          </p:cNvPr>
          <p:cNvSpPr/>
          <p:nvPr/>
        </p:nvSpPr>
        <p:spPr>
          <a:xfrm>
            <a:off x="9819759" y="2966465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90" name="橢圓 89">
            <a:extLst>
              <a:ext uri="{FF2B5EF4-FFF2-40B4-BE49-F238E27FC236}">
                <a16:creationId xmlns:a16="http://schemas.microsoft.com/office/drawing/2014/main" id="{E2CA51AD-7B34-8A66-4331-200D056FC93F}"/>
              </a:ext>
            </a:extLst>
          </p:cNvPr>
          <p:cNvSpPr/>
          <p:nvPr/>
        </p:nvSpPr>
        <p:spPr>
          <a:xfrm>
            <a:off x="9061308" y="1425949"/>
            <a:ext cx="672937" cy="682539"/>
          </a:xfrm>
          <a:prstGeom prst="ellipse">
            <a:avLst/>
          </a:prstGeom>
          <a:solidFill>
            <a:schemeClr val="bg2"/>
          </a:solidFill>
          <a:ln w="28575">
            <a:solidFill>
              <a:schemeClr val="tx1"/>
            </a:solidFill>
          </a:ln>
          <a:scene3d>
            <a:camera prst="orthographicFront"/>
            <a:lightRig rig="threePt" dir="t"/>
          </a:scene3d>
          <a:sp3d extrusionH="114300">
            <a:bevelT w="254000"/>
            <a:bevelB w="254000"/>
            <a:extrusionClr>
              <a:schemeClr val="tx1"/>
            </a:extrusionClr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HK" altLang="en-US" sz="15000" dirty="0">
              <a:latin typeface="Roboto Black" panose="02000000000000000000" pitchFamily="2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64484C54-3561-8206-2630-A414F715128A}"/>
              </a:ext>
            </a:extLst>
          </p:cNvPr>
          <p:cNvSpPr txBox="1"/>
          <p:nvPr/>
        </p:nvSpPr>
        <p:spPr>
          <a:xfrm>
            <a:off x="600947" y="5595280"/>
            <a:ext cx="119064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Suboptimal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pH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and </a:t>
            </a:r>
            <a:r>
              <a:rPr lang="en-US" altLang="zh-HK" sz="3600" b="1" dirty="0"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temperature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en-US" altLang="zh-HK" sz="3600" b="1" dirty="0">
                <a:solidFill>
                  <a:srgbClr val="FF0000"/>
                </a:solidFill>
                <a:highlight>
                  <a:srgbClr val="FFFF00"/>
                </a:highlight>
                <a:latin typeface="Roboto Black" panose="02000000000000000000" pitchFamily="2" charset="0"/>
                <a:ea typeface="Roboto Black" panose="02000000000000000000" pitchFamily="2" charset="0"/>
              </a:rPr>
              <a:t>denature</a:t>
            </a:r>
            <a:r>
              <a:rPr lang="en-US" altLang="zh-HK" sz="3600" b="1" dirty="0">
                <a:latin typeface="Roboto Black" panose="02000000000000000000" pitchFamily="2" charset="0"/>
                <a:ea typeface="Roboto Black" panose="02000000000000000000" pitchFamily="2" charset="0"/>
              </a:rPr>
              <a:t> proteins</a:t>
            </a:r>
            <a:endParaRPr lang="zh-HK" altLang="en-US" sz="3600" b="1" dirty="0">
              <a:latin typeface="Roboto Black" panose="02000000000000000000" pitchFamily="2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1640606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extLst>
    <p:ext uri="{6950BFC3-D8DA-4A85-94F7-54DA5524770B}">
      <p188:commentRel xmlns:p188="http://schemas.microsoft.com/office/powerpoint/2018/8/main" r:id="rId4"/>
    </p:ext>
  </p:extLs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  <p:tag name="PPSPLIT_DONE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  <p:tag name="PPSPLIT_DONE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  <p:tag name="PPSPLIT_DONE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  <p:tag name="PPSPLIT_DONE" val="1"/>
</p:tagLst>
</file>

<file path=ppt/tags/tag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"/>
</p:tagLst>
</file>

<file path=ppt/tags/tag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  <p:tag name="PPSPLIT_DONE" val="1"/>
</p:tagLst>
</file>

<file path=ppt/tags/tag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"/>
</p:tagLst>
</file>

<file path=ppt/tags/tag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  <p:tag name="PPSPLIT_DONE" val="1"/>
</p:tagLst>
</file>

<file path=ppt/tags/tag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4"/>
</p:tagLst>
</file>

<file path=ppt/tags/tag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  <p:tag name="PPSPLIT_DONE" val="1"/>
</p:tagLst>
</file>

<file path=ppt/tags/tag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5"/>
</p:tagLst>
</file>

<file path=ppt/tags/tag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  <p:tag name="PPSPLIT_DONE" val="1"/>
</p:tagLst>
</file>

<file path=ppt/tags/tag1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1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6"/>
</p:tagLst>
</file>

<file path=ppt/tags/tag1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1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5"/>
</p:tagLst>
</file>

<file path=ppt/tags/tag1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  <p:tag name="PPSPLIT_DONE" val="1"/>
</p:tagLst>
</file>

<file path=ppt/tags/tag1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7"/>
</p:tagLst>
</file>

<file path=ppt/tags/tag1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8"/>
</p:tagLst>
</file>

<file path=ppt/tags/tag1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9"/>
</p:tagLst>
</file>

<file path=ppt/tags/tag1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0"/>
  <p:tag name="PPSPLIT_DONE" val="1"/>
</p:tagLst>
</file>

<file path=ppt/tags/tag1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1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1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1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1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1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0"/>
</p:tagLst>
</file>

<file path=ppt/tags/tag1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1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1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1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1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1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  <p:tag name="PPSPLIT_DONE" val="1"/>
</p:tagLst>
</file>

<file path=ppt/tags/tag1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1"/>
</p:tagLst>
</file>

<file path=ppt/tags/tag1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1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1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1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2"/>
</p:tagLst>
</file>

<file path=ppt/tags/tag1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  <p:tag name="PPSPLIT_DONE" val="1"/>
</p:tagLst>
</file>

<file path=ppt/tags/tag1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3"/>
</p:tagLst>
</file>

<file path=ppt/tags/tag1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1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1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1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  <p:tag name="PPSPLIT_DONE" val="1"/>
</p:tagLst>
</file>

<file path=ppt/tags/tag1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  <p:tag name="PPSPLIT_DONE" val="1"/>
</p:tagLst>
</file>

<file path=ppt/tags/tag1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  <p:tag name="PPSPLIT_DONE" val="1"/>
</p:tagLst>
</file>

<file path=ppt/tags/tag1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1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4"/>
</p:tagLst>
</file>

<file path=ppt/tags/tag1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1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1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1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1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5"/>
</p:tagLst>
</file>

<file path=ppt/tags/tag1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1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1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5"/>
</p:tagLst>
</file>

<file path=ppt/tags/tag1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  <p:tag name="PPSPLIT_DONE" val="1"/>
</p:tagLst>
</file>

<file path=ppt/tags/tag1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1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5"/>
</p:tagLst>
</file>

<file path=ppt/tags/tag1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6"/>
</p:tagLst>
</file>

<file path=ppt/tags/tag1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1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1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1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1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1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1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1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1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1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1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1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5"/>
</p:tagLst>
</file>

<file path=ppt/tags/tag1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1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1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1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  <p:tag name="PPSPLIT_DONE" val="1"/>
</p:tagLst>
</file>

<file path=ppt/tags/tag1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1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7"/>
</p:tagLst>
</file>

<file path=ppt/tags/tag1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1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1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1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1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1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1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1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1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1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1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1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  <p:tag name="PPSPLIT_DONE" val="1"/>
</p:tagLst>
</file>

<file path=ppt/tags/tag1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1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1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1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1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1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1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1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1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1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1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1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1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1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  <p:tag name="PPSPLIT_DONE" val="1"/>
</p:tagLst>
</file>

<file path=ppt/tags/tag1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1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1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1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1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1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1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1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2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2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  <p:tag name="PPSPLIT_DONE" val="1"/>
</p:tagLst>
</file>

<file path=ppt/tags/tag2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2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2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364"/>
</p:tagLst>
</file>

<file path=ppt/tags/tag2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8"/>
</p:tagLst>
</file>

<file path=ppt/tags/tag2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2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2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364"/>
</p:tagLst>
</file>

<file path=ppt/tags/tag2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366"/>
</p:tagLst>
</file>

<file path=ppt/tags/tag2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  <p:tag name="PPSPLIT_DONE" val="1"/>
</p:tagLst>
</file>

<file path=ppt/tags/tag2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2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2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2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19"/>
</p:tagLst>
</file>

<file path=ppt/tags/tag2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2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2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2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  <p:tag name="PPSPLIT_DONE" val="1"/>
</p:tagLst>
</file>

<file path=ppt/tags/tag2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  <p:tag name="PPSPLIT_DONE" val="1"/>
</p:tagLst>
</file>

<file path=ppt/tags/tag2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  <p:tag name="PPSPLIT_DONE" val="1"/>
</p:tagLst>
</file>

<file path=ppt/tags/tag2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  <p:tag name="PPSPLIT_DONE" val="1"/>
</p:tagLst>
</file>

<file path=ppt/tags/tag2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0"/>
</p:tagLst>
</file>

<file path=ppt/tags/tag2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1"/>
  <p:tag name="PPSPLIT_DONE" val="1"/>
</p:tagLst>
</file>

<file path=ppt/tags/tag2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1"/>
  <p:tag name="PPSPLIT_DONE" val="1"/>
</p:tagLst>
</file>

<file path=ppt/tags/tag2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1"/>
</p:tagLst>
</file>

<file path=ppt/tags/tag2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2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  <p:tag name="PPSPLIT_DONE" val="1"/>
</p:tagLst>
</file>

<file path=ppt/tags/tag2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2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2"/>
</p:tagLst>
</file>

<file path=ppt/tags/tag2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9"/>
</p:tagLst>
</file>

<file path=ppt/tags/tag2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3"/>
</p:tagLst>
</file>

<file path=ppt/tags/tag2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4"/>
  <p:tag name="PPSPLIT_DONE" val="1"/>
</p:tagLst>
</file>

<file path=ppt/tags/tag2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458"/>
</p:tagLst>
</file>

<file path=ppt/tags/tag2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4"/>
</p:tagLst>
</file>

<file path=ppt/tags/tag2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2"/>
</p:tagLst>
</file>

<file path=ppt/tags/tag2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2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2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2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458"/>
</p:tagLst>
</file>

<file path=ppt/tags/tag2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5"/>
</p:tagLst>
</file>

<file path=ppt/tags/tag2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6"/>
</p:tagLst>
</file>

<file path=ppt/tags/tag2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7"/>
  <p:tag name="PPSPLIT_DONE" val="1"/>
</p:tagLst>
</file>

<file path=ppt/tags/tag2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2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2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2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7"/>
</p:tagLst>
</file>

<file path=ppt/tags/tag2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2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2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2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2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2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2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2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5"/>
</p:tagLst>
</file>

<file path=ppt/tags/tag2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2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7"/>
</p:tagLst>
</file>

<file path=ppt/tags/tag2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2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2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2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4"/>
</p:tagLst>
</file>

<file path=ppt/tags/tag2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5"/>
</p:tagLst>
</file>

<file path=ppt/tags/tag2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6"/>
</p:tagLst>
</file>

<file path=ppt/tags/tag2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7"/>
</p:tagLst>
</file>

<file path=ppt/tags/tag2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4"/>
</p:tagLst>
</file>

<file path=ppt/tags/tag2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5"/>
</p:tagLst>
</file>

<file path=ppt/tags/tag2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2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2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2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2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2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2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2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2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2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2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2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2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2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2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2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2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2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2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2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2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2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2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2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2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2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3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3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3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3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  <p:tag name="PPSPLIT_DONE" val="1"/>
</p:tagLst>
</file>

<file path=ppt/tags/tag3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8"/>
</p:tagLst>
</file>

<file path=ppt/tags/tag3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1"/>
</p:tagLst>
</file>

<file path=ppt/tags/tag3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8"/>
</p:tagLst>
</file>

<file path=ppt/tags/tag3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3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29"/>
</p:tagLst>
</file>

<file path=ppt/tags/tag3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0"/>
</p:tagLst>
</file>

<file path=ppt/tags/tag3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  <p:tag name="PPSPLIT_DONE" val="1"/>
</p:tagLst>
</file>

<file path=ppt/tags/tag32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2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2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2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2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2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2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2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2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2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2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2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2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2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2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2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1"/>
</p:tagLst>
</file>

<file path=ppt/tags/tag32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2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2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2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2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2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2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2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2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2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2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2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2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3"/>
</p:tagLst>
</file>

<file path=ppt/tags/tag32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4"/>
</p:tagLst>
</file>

<file path=ppt/tags/tag32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2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2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2"/>
  <p:tag name="PPSPLIT_DONE" val="1"/>
</p:tagLst>
</file>

<file path=ppt/tags/tag32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2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2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2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2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2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2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2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2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2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2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2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2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2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3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3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33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3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3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2"/>
  <p:tag name="PPSPLIT_DONE" val="1"/>
</p:tagLst>
</file>

<file path=ppt/tags/tag33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3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3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3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3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3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3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3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3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3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3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3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3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3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3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3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3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33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3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3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2"/>
  <p:tag name="PPSPLIT_DONE" val="1"/>
</p:tagLst>
</file>

<file path=ppt/tags/tag33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3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3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3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3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3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3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3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3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3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3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3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3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3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3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3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3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33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33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3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3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2"/>
  <p:tag name="PPSPLIT_DONE" val="1"/>
</p:tagLst>
</file>

<file path=ppt/tags/tag33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3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3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3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3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3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3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3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3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3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3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3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3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3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3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3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3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33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33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3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33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3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2"/>
</p:tagLst>
</file>

<file path=ppt/tags/tag33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3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3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3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3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3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3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3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3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3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3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3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3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3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3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0"/>
</p:tagLst>
</file>

<file path=ppt/tags/tag33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3"/>
</p:tagLst>
</file>

<file path=ppt/tags/tag33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4"/>
</p:tagLst>
</file>

<file path=ppt/tags/tag33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6"/>
</p:tagLst>
</file>

<file path=ppt/tags/tag33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8"/>
</p:tagLst>
</file>

<file path=ppt/tags/tag33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0"/>
</p:tagLst>
</file>

<file path=ppt/tags/tag33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1"/>
</p:tagLst>
</file>

<file path=ppt/tags/tag33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3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3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3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3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3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3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4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4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4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4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4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4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4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4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4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4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4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4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4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4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4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4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4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4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4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4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4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4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4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4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4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4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4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4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4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4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4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4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4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4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4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4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4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4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4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4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4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4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4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4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4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4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4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4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4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4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4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4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4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4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4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4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4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4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4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4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4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4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4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5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5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5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5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5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5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  <p:tag name="PPSPLIT_DONE" val="1"/>
</p:tagLst>
</file>

<file path=ppt/tags/tag35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5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5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5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5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5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5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5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5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5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5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5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5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5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5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5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3"/>
</p:tagLst>
</file>

<file path=ppt/tags/tag35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6"/>
</p:tagLst>
</file>

<file path=ppt/tags/tag35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8"/>
</p:tagLst>
</file>

<file path=ppt/tags/tag35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9"/>
</p:tagLst>
</file>

<file path=ppt/tags/tag35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0"/>
</p:tagLst>
</file>

<file path=ppt/tags/tag35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1"/>
</p:tagLst>
</file>

<file path=ppt/tags/tag35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2"/>
</p:tagLst>
</file>

<file path=ppt/tags/tag35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3"/>
</p:tagLst>
</file>

<file path=ppt/tags/tag35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"/>
</p:tagLst>
</file>

<file path=ppt/tags/tag35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"/>
</p:tagLst>
</file>

<file path=ppt/tags/tag35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7"/>
</p:tagLst>
</file>

<file path=ppt/tags/tag35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9"/>
</p:tagLst>
</file>

<file path=ppt/tags/tag35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35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35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35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"/>
</p:tagLst>
</file>

<file path=ppt/tags/tag35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1"/>
</p:tagLst>
</file>

<file path=ppt/tags/tag35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5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5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5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5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5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5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5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5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5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5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5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5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5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5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5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5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5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5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5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5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5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5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5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5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5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5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5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5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5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5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5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5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6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6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6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6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6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6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6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6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6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6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6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6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6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6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6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6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6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6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6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6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6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6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6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7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7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7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7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7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7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7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7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7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7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7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7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7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7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7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7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7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7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7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7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7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7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7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7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7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7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7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7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7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7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7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7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7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7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7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7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7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7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7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7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7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7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7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7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7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7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7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7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7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7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7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7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7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7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7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7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7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7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7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7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7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7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7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7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7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7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7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7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7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7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7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7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7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7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7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7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7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7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7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7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7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7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7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7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7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7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7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8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8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8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8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8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8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8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8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8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8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8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8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8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8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8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8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8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8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8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8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8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8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8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8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8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8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8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8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8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8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8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8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8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8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8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38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8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8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8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8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8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8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8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8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8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8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8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8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8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8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8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8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8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8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8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8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38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8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8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8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8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8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8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8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8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8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8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8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8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8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8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8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8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8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8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8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8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38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38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8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8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8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8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8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8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8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8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8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8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8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8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8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8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8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8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8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8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8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8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38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39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9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39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9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9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9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9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  <p:tag name="PPSPLIT_DONE" val="1"/>
</p:tagLst>
</file>

<file path=ppt/tags/tag39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9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9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9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9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9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9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9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9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9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9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9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9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9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9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39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39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9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39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9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9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39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9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9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4"/>
</p:tagLst>
</file>

<file path=ppt/tags/tag39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9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9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"/>
</p:tagLst>
</file>

<file path=ppt/tags/tag39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5"/>
</p:tagLst>
</file>

<file path=ppt/tags/tag39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9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9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9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9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9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9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3"/>
</p:tagLst>
</file>

<file path=ppt/tags/tag39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4"/>
</p:tagLst>
</file>

<file path=ppt/tags/tag39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5"/>
</p:tagLst>
</file>

<file path=ppt/tags/tag39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6"/>
</p:tagLst>
</file>

<file path=ppt/tags/tag39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7"/>
</p:tagLst>
</file>

<file path=ppt/tags/tag39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8"/>
</p:tagLst>
</file>

<file path=ppt/tags/tag39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9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39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2"/>
</p:tagLst>
</file>

<file path=ppt/tags/tag39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3"/>
</p:tagLst>
</file>

<file path=ppt/tags/tag39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39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39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9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9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5"/>
</p:tagLst>
</file>

<file path=ppt/tags/tag39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6"/>
  <p:tag name="PPSPLIT_DONE" val="1"/>
</p:tagLst>
</file>

<file path=ppt/tags/tag39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9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9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9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39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9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9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9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39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39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39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39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39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39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39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39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39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39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39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39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39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39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39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39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39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39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39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39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39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39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39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39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6"/>
  <p:tag name="PPSPLIT_DONE" val="1"/>
</p:tagLst>
</file>

<file path=ppt/tags/tag39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39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39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39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39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39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39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39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39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39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39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0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0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0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0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0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0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40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0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40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0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0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0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0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0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0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0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0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0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0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0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0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7"/>
</p:tagLst>
</file>

<file path=ppt/tags/tag40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6"/>
</p:tagLst>
</file>

<file path=ppt/tags/tag40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0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0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0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0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0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0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0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0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0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0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0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0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0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0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0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0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1"/>
</p:tagLst>
</file>

<file path=ppt/tags/tag40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0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4"/>
</p:tagLst>
</file>

<file path=ppt/tags/tag40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0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0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0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0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0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0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0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0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0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0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0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0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7"/>
  <p:tag name="PPSPLIT_DONE" val="1"/>
</p:tagLst>
</file>

<file path=ppt/tags/tag40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0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0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0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0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0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0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0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0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0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0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0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0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0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0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0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0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0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0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0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0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0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0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0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0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0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0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0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0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0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7"/>
  <p:tag name="PPSPLIT_DONE" val="1"/>
</p:tagLst>
</file>

<file path=ppt/tags/tag40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0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0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0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0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0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0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0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0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0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0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0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0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0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0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0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7"/>
  <p:tag name="PPSPLIT_DONE" val="1"/>
</p:tagLst>
</file>

<file path=ppt/tags/tag4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1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1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1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1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1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1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1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1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1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7"/>
  <p:tag name="PPSPLIT_DONE" val="1"/>
</p:tagLst>
</file>

<file path=ppt/tags/tag41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1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1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1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1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1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1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1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1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1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1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1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1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1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1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1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1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1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1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1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1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1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1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1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1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1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1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1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1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1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1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1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1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7"/>
  <p:tag name="PPSPLIT_DONE" val="1"/>
</p:tagLst>
</file>

<file path=ppt/tags/tag41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1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1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1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1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1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1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1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1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1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1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1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1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1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1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1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1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1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1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1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2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2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2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2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2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2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2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2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2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2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2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2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2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7"/>
</p:tagLst>
</file>

<file path=ppt/tags/tag42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"/>
</p:tagLst>
</file>

<file path=ppt/tags/tag42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7"/>
</p:tagLst>
</file>

<file path=ppt/tags/tag42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2"/>
</p:tagLst>
</file>

<file path=ppt/tags/tag42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5"/>
</p:tagLst>
</file>

<file path=ppt/tags/tag42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8"/>
</p:tagLst>
</file>

<file path=ppt/tags/tag42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49"/>
</p:tagLst>
</file>

<file path=ppt/tags/tag42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0"/>
</p:tagLst>
</file>

<file path=ppt/tags/tag42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1"/>
</p:tagLst>
</file>

<file path=ppt/tags/tag42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2"/>
</p:tagLst>
</file>

<file path=ppt/tags/tag42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3"/>
</p:tagLst>
</file>

<file path=ppt/tags/tag42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4"/>
</p:tagLst>
</file>

<file path=ppt/tags/tag42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6"/>
</p:tagLst>
</file>

<file path=ppt/tags/tag42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7"/>
</p:tagLst>
</file>

<file path=ppt/tags/tag42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8"/>
</p:tagLst>
</file>

<file path=ppt/tags/tag42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59"/>
</p:tagLst>
</file>

<file path=ppt/tags/tag42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0"/>
</p:tagLst>
</file>

<file path=ppt/tags/tag42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62"/>
</p:tagLst>
</file>

<file path=ppt/tags/tag42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5"/>
</p:tagLst>
</file>

<file path=ppt/tags/tag42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6"/>
</p:tagLst>
</file>

<file path=ppt/tags/tag42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7"/>
</p:tagLst>
</file>

<file path=ppt/tags/tag42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8"/>
</p:tagLst>
</file>

<file path=ppt/tags/tag42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9"/>
</p:tagLst>
</file>

<file path=ppt/tags/tag42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0"/>
</p:tagLst>
</file>

<file path=ppt/tags/tag42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1"/>
</p:tagLst>
</file>

<file path=ppt/tags/tag42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2"/>
</p:tagLst>
</file>

<file path=ppt/tags/tag42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3"/>
</p:tagLst>
</file>

<file path=ppt/tags/tag42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4"/>
</p:tagLst>
</file>

<file path=ppt/tags/tag42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89"/>
</p:tagLst>
</file>

<file path=ppt/tags/tag42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90"/>
</p:tagLst>
</file>

<file path=ppt/tags/tag42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3"/>
</p:tagLst>
</file>

<file path=ppt/tags/tag42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7"/>
</p:tagLst>
</file>

<file path=ppt/tags/tag42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0"/>
</p:tagLst>
</file>

<file path=ppt/tags/tag42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ID" val=" 12"/>
</p:tagLst>
</file>

<file path=ppt/tags/tag42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PSPLIT_SPLIT" val="1"/>
  <p:tag name="PPSPLIT_ORIGINALSLIDENUMBER" val="38"/>
</p:tagLst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BAFA095959831242BCFF110D74D7CDE7" ma:contentTypeVersion="20" ma:contentTypeDescription="Create a new document." ma:contentTypeScope="" ma:versionID="e279ce52a01a369b10626221389e17ec">
  <xsd:schema xmlns:xsd="http://www.w3.org/2001/XMLSchema" xmlns:xs="http://www.w3.org/2001/XMLSchema" xmlns:p="http://schemas.microsoft.com/office/2006/metadata/properties" xmlns:ns2="a29c9da9-055b-4406-9f8c-bbebc2780825" xmlns:ns3="3d655a60-d6a2-4277-9875-2b64c2bf2949" targetNamespace="http://schemas.microsoft.com/office/2006/metadata/properties" ma:root="true" ma:fieldsID="af8562108beebc18912e7869e3325fe8" ns2:_="" ns3:_="">
    <xsd:import namespace="a29c9da9-055b-4406-9f8c-bbebc2780825"/>
    <xsd:import namespace="3d655a60-d6a2-4277-9875-2b64c2bf2949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9c9da9-055b-4406-9f8c-bbebc278082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275a5334-e04d-42b4-bc80-e2853803ecb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d655a60-d6a2-4277-9875-2b64c2bf2949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2de0cda4-9c8d-4422-aedc-dc5db80a8e54}" ma:internalName="TaxCatchAll" ma:showField="CatchAllData" ma:web="3d655a60-d6a2-4277-9875-2b64c2bf2949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3d655a60-d6a2-4277-9875-2b64c2bf2949" xsi:nil="true"/>
    <lcf76f155ced4ddcb4097134ff3c332f xmlns="a29c9da9-055b-4406-9f8c-bbebc2780825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CE731E6-A121-4917-B6F7-29720DF8B49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9c9da9-055b-4406-9f8c-bbebc2780825"/>
    <ds:schemaRef ds:uri="3d655a60-d6a2-4277-9875-2b64c2bf2949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265D956-6861-47E2-9BDB-2359FC771A39}">
  <ds:schemaRefs>
    <ds:schemaRef ds:uri="http://schemas.microsoft.com/office/2006/metadata/properties"/>
    <ds:schemaRef ds:uri="http://schemas.microsoft.com/office/infopath/2007/PartnerControls"/>
    <ds:schemaRef ds:uri="3d655a60-d6a2-4277-9875-2b64c2bf2949"/>
    <ds:schemaRef ds:uri="a29c9da9-055b-4406-9f8c-bbebc2780825"/>
  </ds:schemaRefs>
</ds:datastoreItem>
</file>

<file path=customXml/itemProps3.xml><?xml version="1.0" encoding="utf-8"?>
<ds:datastoreItem xmlns:ds="http://schemas.openxmlformats.org/officeDocument/2006/customXml" ds:itemID="{0663976F-A683-4012-B10A-E2A29F73DB3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26160</TotalTime>
  <Words>6770</Words>
  <Application>Microsoft Macintosh PowerPoint</Application>
  <PresentationFormat>寬螢幕</PresentationFormat>
  <Paragraphs>3410</Paragraphs>
  <Slides>251</Slides>
  <Notes>207</Notes>
  <HiddenSlides>0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251</vt:i4>
      </vt:variant>
    </vt:vector>
  </HeadingPairs>
  <TitlesOfParts>
    <vt:vector size="258" baseType="lpstr">
      <vt:lpstr>微軟正黑體</vt:lpstr>
      <vt:lpstr>Google Sans</vt:lpstr>
      <vt:lpstr>Aptos</vt:lpstr>
      <vt:lpstr>Aptos Display</vt:lpstr>
      <vt:lpstr>Arial</vt:lpstr>
      <vt:lpstr>Roboto Black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</dc:creator>
  <cp:lastModifiedBy>Jeffery</cp:lastModifiedBy>
  <cp:revision>84</cp:revision>
  <dcterms:created xsi:type="dcterms:W3CDTF">2024-07-02T07:22:02Z</dcterms:created>
  <dcterms:modified xsi:type="dcterms:W3CDTF">2026-07-08T16:05:06Z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0x010100BAFA095959831242BCFF110D74D7CDE7</vt:lpwstr>
  </property>
</Properties>
</file>