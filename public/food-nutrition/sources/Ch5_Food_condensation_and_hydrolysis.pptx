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s/modernComment_122_B56AC573.xml" ContentType="application/vnd.ms-powerpoint.comments+xml"/>
  <Override PartName="/ppt/theme/theme1.xml" ContentType="application/vnd.openxmlformats-officedocument.theme+xml"/>
  <Override PartName="/ppt/comments/modernComment_123_463B1B5C.xml" ContentType="application/vnd.ms-powerpoint.comments+xml"/>
  <Override PartName="/ppt/comments/modernComment_126_79A75DFB.xml" ContentType="application/vnd.ms-powerpoint.comments+xml"/>
  <Override PartName="/ppt/theme/theme2.xml" ContentType="application/vnd.openxmlformats-officedocument.theme+xml"/>
  <Override PartName="/ppt/comments/modernComment_127_78DD999B.xml" ContentType="application/vnd.ms-powerpoint.comments+xml"/>
  <Override PartName="/ppt/comments/modernComment_11C_1D14226F.xml" ContentType="application/vnd.ms-powerpoint.comments+xml"/>
  <Override PartName="/ppt/comments/modernComment_128_9C5C8F7A.xml" ContentType="application/vnd.ms-powerpoint.comments+xml"/>
  <Override PartName="/ppt/comments/modernComment_101_B68BC93F.xml" ContentType="application/vnd.ms-powerpoint.comments+xml"/>
  <Override PartName="/ppt/comments/modernComment_102_773A1401.xml" ContentType="application/vnd.ms-powerpoint.comments+xml"/>
  <Override PartName="/ppt/comments/modernComment_129_7E15B2CA.xml" ContentType="application/vnd.ms-powerpoint.comments+xml"/>
  <Override PartName="/ppt/comments/modernComment_103_EC8CE0E2.xml" ContentType="application/vnd.ms-powerpoint.comments+xml"/>
  <Override PartName="/ppt/comments/modernComment_12A_97E48315.xml" ContentType="application/vnd.ms-powerpoint.comments+xml"/>
  <Override PartName="/ppt/comments/modernComment_104_E19E15A9.xml" ContentType="application/vnd.ms-powerpoint.comments+xml"/>
  <Override PartName="/ppt/comments/modernComment_12B_BC97BBEB.xml" ContentType="application/vnd.ms-powerpoint.comments+xml"/>
  <Override PartName="/ppt/authors.xml" ContentType="application/vnd.ms-powerpoint.authors+xml"/>
  <Override PartName="/ppt/comments/modernComment_11A_DAFCBB7.xml" ContentType="application/vnd.ms-powerpoint.comments+xml"/>
  <Override PartName="/ppt/comments/modernComment_11B_1EF4FAEF.xml" ContentType="application/vnd.ms-powerpoint.comments+xml"/>
  <Override PartName="/ppt/comments/modernComment_105_8E005279.xml" ContentType="application/vnd.ms-powerpoint.comments+xml"/>
  <Override PartName="/ppt/comments/modernComment_106_9CB36B07.xml" ContentType="application/vnd.ms-powerpoint.comments+xml"/>
  <Override PartName="/ppt/comments/modernComment_107_C8A4B3FF.xml" ContentType="application/vnd.ms-powerpoint.comments+xml"/>
  <Override PartName="/ppt/comments/modernComment_108_C6E9A75.xml" ContentType="application/vnd.ms-powerpoint.comments+xml"/>
  <Override PartName="/ppt/comments/modernComment_10A_48759458.xml" ContentType="application/vnd.ms-powerpoint.comments+xml"/>
  <Override PartName="/ppt/comments/modernComment_111_A72B7C8A.xml" ContentType="application/vnd.ms-powerpoint.comments+xml"/>
  <Override PartName="/ppt/comments/modernComment_10B_729C4C1A.xml" ContentType="application/vnd.ms-powerpoint.comments+xml"/>
  <Override PartName="/ppt/comments/modernComment_10C_79FD454C.xml" ContentType="application/vnd.ms-powerpoint.comments+xml"/>
  <Override PartName="/ppt/comments/modernComment_112_461D9D81.xml" ContentType="application/vnd.ms-powerpoint.comments+xml"/>
  <Override PartName="/ppt/comments/modernComment_110_38B99851.xml" ContentType="application/vnd.ms-powerpoint.comments+xml"/>
  <Override PartName="/ppt/comments/modernComment_10E_A1FA6A11.xml" ContentType="application/vnd.ms-powerpoint.comments+xml"/>
  <Override PartName="/ppt/comments/modernComment_10F_EA52E60E.xml" ContentType="application/vnd.ms-powerpoint.comments+xml"/>
  <Override PartName="/ppt/comments/modernComment_113_FB09948C.xml" ContentType="application/vnd.ms-powerpoint.comments+xml"/>
  <Override PartName="/ppt/comments/modernComment_115_C1491A20.xml" ContentType="application/vnd.ms-powerpoint.comments+xml"/>
  <Override PartName="/ppt/comments/modernComment_116_91B8AC2F.xml" ContentType="application/vnd.ms-powerpoint.comments+xml"/>
  <Override PartName="/ppt/comments/modernComment_117_C1176A3B.xml" ContentType="application/vnd.ms-powerpoint.comments+xml"/>
  <Override PartName="/ppt/comments/modernComment_118_E0B21D5F.xml" ContentType="application/vnd.ms-powerpoint.comments+xml"/>
  <Override PartName="/ppt/comments/modernComment_119_12835CAB.xml" ContentType="application/vnd.ms-powerpoint.comments+xml"/>
  <Override PartName="/ppt/comments/modernComment_100_7E7FB0B2.xml" ContentType="application/vnd.ms-powerpoint.comments+xml"/>
  <Override PartName="/ppt/comments/modernComment_11D_31EC9458.xml" ContentType="application/vnd.ms-powerpoint.comments+xml"/>
  <Override PartName="/ppt/comments/modernComment_11E_8DA20B8.xml" ContentType="application/vnd.ms-powerpoint.comments+xml"/>
  <Override PartName="/ppt/comments/modernComment_121_A5B4DE54.xml" ContentType="application/vnd.ms-powerpoint.comment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312" r:id="rId10"/>
    <p:sldId id="264" r:id="rId11"/>
    <p:sldId id="266" r:id="rId12"/>
    <p:sldId id="273" r:id="rId13"/>
    <p:sldId id="267" r:id="rId14"/>
    <p:sldId id="268" r:id="rId15"/>
    <p:sldId id="274" r:id="rId16"/>
    <p:sldId id="270" r:id="rId17"/>
    <p:sldId id="271" r:id="rId18"/>
    <p:sldId id="272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9" r:id="rId31"/>
    <p:sldId id="290" r:id="rId32"/>
    <p:sldId id="291" r:id="rId33"/>
    <p:sldId id="294" r:id="rId34"/>
    <p:sldId id="295" r:id="rId35"/>
    <p:sldId id="296" r:id="rId36"/>
    <p:sldId id="297" r:id="rId37"/>
    <p:sldId id="298" r:id="rId38"/>
    <p:sldId id="299" r:id="rId39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050828-9684-2C2F-5964-D8BA849A7E1F}" name="Michael" initials="M" userId="S::michael@unipluseducation.com::57a48002-65f5-4683-bf44-e785d4ac3a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78206E"/>
    <a:srgbClr val="156082"/>
    <a:srgbClr val="555877"/>
    <a:srgbClr val="FE9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3" autoAdjust="0"/>
    <p:restoredTop sz="94660"/>
  </p:normalViewPr>
  <p:slideViewPr>
    <p:cSldViewPr snapToGrid="0">
      <p:cViewPr varScale="1">
        <p:scale>
          <a:sx n="79" d="100"/>
          <a:sy n="79" d="100"/>
        </p:scale>
        <p:origin x="6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omments/modernComment_10A_487594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B_729C4C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C_79FD45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0E_A1FA6A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0F_EA52E6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1083A4-185C-4408-86EF-39E776F5682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A_DAFCB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D4D4B9-D251-4415-909B-7A67F8DA4836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B_1EF4FA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E7C4BA-EDD6-4272-9392-AFEA0A9AC1B3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C_1D14226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2088C9-A8FD-4968-A108-F8D87501AA29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1D_31EC945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1E_8DA20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1735FE-234D-48AF-B0D7-5B009C341628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A_97E4831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B_BC97BB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568E83-3D01-41D9-B87F-12F86F63B3DD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00_7E7FB0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01_B68BC9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02_773A14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03_EC8CE0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04_E19E15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5_8E00527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6_9CB36B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7_C8A4B3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4550B0-DF75-4677-BAD8-7C3F256DC8ED}" authorId="{97050828-9684-2C2F-5964-D8BA849A7E1F}" created="2024-07-02T10:34:29.067">
    <pc:sldMkLst xmlns:pc="http://schemas.microsoft.com/office/powerpoint/2013/main/command">
      <pc:docMk/>
      <pc:sldMk cId="3366237183" sldId="263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08_C6E9A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550786-9DBA-46A5-8B1F-47C21FEAF9C1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0_38B998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1_A72B7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B1EAC7-9D8C-4634-AF45-A0383DB746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2_461D9D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D2C2EF-7E05-44C8-93D2-9C3A005DD76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3_FB09948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7D5AD3-72DA-43D2-ABD0-3FCBBE62182F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5_C1491A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6_91B8AC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CC3A9A-6644-458C-AE81-A530A9AFFEA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7_C1176A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8_E0B21D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AE483A-5E59-4BA9-B135-C249D61EEED9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9_12835C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6570C1-75F1-488D-BE8B-B3D0E84550FA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21_A5B4DE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5578D8-3C62-4426-BDB2-C457ADBF334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2_B56AC5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3_463B1B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6_79A75D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7_78DD99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8_9C5C8F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FE1B64-D171-42BD-93A1-49B231EC78A5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9_7E15B2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E6DB2-EC85-42DF-AFB8-5C103CA74AD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10D1D-B55B-45B8-B7B4-7E2CB91FDFE2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9CED1-24F9-428C-96FE-5682AA841E7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853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1982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314668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10020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831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8767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4569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909183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839089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26154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4539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32032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381261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591773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4568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77599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377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77193-7D0F-4BC6-5A36-51FB883C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1D0636-7ED2-84B2-1525-1077B1292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249D10-FA2E-2CCA-1EC3-5BF4784C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CC4C89-F95A-DFB0-B9C8-5E1ADD90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5C4568-3FDF-76B3-2B4E-37684ABA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6148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BCDA02-8F66-D8F8-6A85-DD01E4D7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E02ABA-D9C7-C84E-8B62-3EB25A19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AE67D-7F19-AC25-65E4-979749A7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D97FFE-36EB-FC00-0EAE-4A9A6899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76B275-082B-9CF3-88A4-304A977F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6906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8B3D-EF94-55EC-5C09-6344C4A68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C22BC2-9F95-7800-59FC-33C123C1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777E40-8FD6-BA6A-D554-3A6602CD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64D8AA-D9CE-DA2B-74D5-88852371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0D0561-9441-E16F-7063-001395CF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455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94468-8AAB-6060-628B-67935EDC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C0A2B-E133-379D-89C1-02AE12D48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BE3DBD-1344-CBC2-74BD-1EB241126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9CAA884-1A11-5754-B246-4F73106F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DF7252-43C3-032F-341C-F0BAEC67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8C1DD3-BA2B-4796-7882-43B91171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5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8CD6E-2CBA-BF15-6FDD-BF51FAB5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C74F9A-7B75-DBA4-18E3-122236D65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D6CAE3-28D8-94CD-3500-5D48578C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0BE421-C55A-A175-0C1F-99BF59CA8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D1937A-DAA0-352F-591F-1694ED19E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B5D66D4-F99A-D8A5-B9A9-84DC08F1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B92B4A9-3DA8-F864-0F89-CD6090D6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80C5F1-E3F2-A715-9379-1208E40F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71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9B015-8458-B088-5662-B77139DC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3E1BAE-40A7-05DF-8F4E-3D15FB9C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B3F9923-AB65-495B-9934-D597214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92230C-900D-2CEE-6BDE-DCD498FF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251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C29600-FD5E-E9AC-6960-69EF8D0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9FC3B4-8926-8718-76A8-63E6EFF5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7FDE98-4C4F-2AD7-A5E6-CFA655B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260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DD339-F0B6-7021-D07A-5A2C2395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A43A2D-9977-32A7-AFBC-29C2670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4B3332-591E-ADB1-8827-F9189F14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A48638-1A7E-EA8B-06C3-7DE1219F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D275E9-126F-02ED-B338-C294248C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119947-7A4E-3D35-CADE-94FF2A45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908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19C86-38C3-B6E0-691F-0DE400F3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40B4C3-E45A-092E-4C44-B32EC29B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FDB4D7-BDD4-D54F-3DCD-BABCC8671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C7C109-0E96-157B-80BF-D14760E1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2BAD9B-6D2C-698A-C2CF-4B6B7DE8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752843-AFB6-119B-F4EF-403E3E2D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096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D40FF-C503-ED06-8BAD-8A8B637B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BCC498-7C6D-22C5-BBD6-BC4185B1C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05D940-4469-9862-3383-9245A9BB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F343A-7B32-1BF0-EC9E-48BBB75F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18589C-DC41-59B6-4F8B-901DB026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719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3C5828-1CB5-4C91-E9E4-4F89E501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DA6709-F2B2-C408-2F89-D00306956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FC635-5206-455A-96BF-29AD46EA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048F65-6E13-AB1A-6672-D59F526A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93282-CA60-77F3-C141-34FEBCEB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6258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5605A83-C9A2-3572-8323-F5DD0F67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419CD0-76B7-3E29-3A19-98B7789C9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60D9D-D84D-25C1-595F-761BBDB11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FA124-EDA5-401A-BF8D-0A24C51EA51C}" type="datetimeFigureOut">
              <a:rPr lang="zh-HK" altLang="en-US" smtClean="0"/>
              <a:t>22/7/2025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B324EA-300F-46F0-64DD-1E0FF3F86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F0C60-C2C6-6376-4FD9-DED00429C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9709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7E7FB0B2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B68BC93F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773A140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EC8CE0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4_E19E15A9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8E00527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6_9CB36B0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microsoft.com/office/2018/10/relationships/comments" Target="../comments/modernComment_107_C8A4B3FF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C6E9A7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4875945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1_A72B7C8A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0B_729C4C1A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C_79FD454C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461D9D81.xml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E_A1FA6A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F_EA52E60E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38B99851.xml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3_FB09948C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5_C1491A2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91B8AC2F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C1176A3B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8_E0B21D5F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9_12835CAB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DAFCBB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1EF4FAEF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1D14226F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31EC945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8DA20B8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1_A5B4DE5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B56AC57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3_463B1B5C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6_79A75DFB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7_78DD999B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8_9C5C8F7A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9_7E15B2CA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A_97E48315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B_BC97BBEB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DA44A1-AA65-23B3-4749-45183223568B}"/>
              </a:ext>
            </a:extLst>
          </p:cNvPr>
          <p:cNvGrpSpPr/>
          <p:nvPr/>
        </p:nvGrpSpPr>
        <p:grpSpPr>
          <a:xfrm>
            <a:off x="1031802" y="2348659"/>
            <a:ext cx="3336998" cy="4007684"/>
            <a:chOff x="1031802" y="2348659"/>
            <a:chExt cx="3336998" cy="4007684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1031802" y="2348659"/>
              <a:ext cx="3073400" cy="3073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84866" y="5648457"/>
              <a:ext cx="2683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Carbon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52C2C1F-E0C4-838C-293B-AAC61FB05685}"/>
              </a:ext>
            </a:extLst>
          </p:cNvPr>
          <p:cNvGrpSpPr/>
          <p:nvPr/>
        </p:nvGrpSpPr>
        <p:grpSpPr>
          <a:xfrm>
            <a:off x="4630134" y="2348659"/>
            <a:ext cx="4132865" cy="4007684"/>
            <a:chOff x="4630134" y="2348659"/>
            <a:chExt cx="4132865" cy="400768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7BDC876-8114-8A4D-9A79-32FBABA88555}"/>
                </a:ext>
              </a:extLst>
            </p:cNvPr>
            <p:cNvSpPr/>
            <p:nvPr/>
          </p:nvSpPr>
          <p:spPr>
            <a:xfrm>
              <a:off x="4630134" y="2348659"/>
              <a:ext cx="3073400" cy="3073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15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3F9C6DE-B3C9-C9A6-1DB7-39A7C2D47614}"/>
                </a:ext>
              </a:extLst>
            </p:cNvPr>
            <p:cNvSpPr txBox="1"/>
            <p:nvPr/>
          </p:nvSpPr>
          <p:spPr>
            <a:xfrm>
              <a:off x="4995332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Hydrogen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DFBEFB1-D0CD-73E0-BC25-37426BB24010}"/>
              </a:ext>
            </a:extLst>
          </p:cNvPr>
          <p:cNvGrpSpPr/>
          <p:nvPr/>
        </p:nvGrpSpPr>
        <p:grpSpPr>
          <a:xfrm>
            <a:off x="8287734" y="2348659"/>
            <a:ext cx="4442971" cy="4007684"/>
            <a:chOff x="8287734" y="2348659"/>
            <a:chExt cx="4442971" cy="400768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F53D0E2-5E47-DFBD-C595-1C9F436A4827}"/>
                </a:ext>
              </a:extLst>
            </p:cNvPr>
            <p:cNvSpPr/>
            <p:nvPr/>
          </p:nvSpPr>
          <p:spPr>
            <a:xfrm>
              <a:off x="8287734" y="2348659"/>
              <a:ext cx="3073400" cy="3073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B4E667A2-1562-EBE5-2896-35686A49AD38}"/>
                </a:ext>
              </a:extLst>
            </p:cNvPr>
            <p:cNvSpPr txBox="1"/>
            <p:nvPr/>
          </p:nvSpPr>
          <p:spPr>
            <a:xfrm>
              <a:off x="8963038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Oxygen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297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A0EB3FD-C2A3-BA4E-01FA-31DB99C2C498}"/>
              </a:ext>
            </a:extLst>
          </p:cNvPr>
          <p:cNvGrpSpPr/>
          <p:nvPr/>
        </p:nvGrpSpPr>
        <p:grpSpPr>
          <a:xfrm>
            <a:off x="9754847" y="3949885"/>
            <a:ext cx="1728967" cy="769441"/>
            <a:chOff x="9748291" y="3943400"/>
            <a:chExt cx="1728967" cy="769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9FD0AF8-0A20-A89F-AA7A-B5AF083E05BE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BBCC22E9-3D59-9D5C-8396-6C638452B835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325AAAF-9AA3-A782-3462-F4B19B653AB5}"/>
              </a:ext>
            </a:extLst>
          </p:cNvPr>
          <p:cNvGrpSpPr/>
          <p:nvPr/>
        </p:nvGrpSpPr>
        <p:grpSpPr>
          <a:xfrm>
            <a:off x="8890364" y="2755437"/>
            <a:ext cx="1728967" cy="769441"/>
            <a:chOff x="8890364" y="2755437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8890364" y="2755437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25A0B91-5809-09E6-CB5D-C1DDFF7190AF}"/>
                </a:ext>
              </a:extLst>
            </p:cNvPr>
            <p:cNvSpPr/>
            <p:nvPr/>
          </p:nvSpPr>
          <p:spPr>
            <a:xfrm>
              <a:off x="9227890" y="2843729"/>
              <a:ext cx="678120" cy="678120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4" name="橢圓 53">
            <a:extLst>
              <a:ext uri="{FF2B5EF4-FFF2-40B4-BE49-F238E27FC236}">
                <a16:creationId xmlns:a16="http://schemas.microsoft.com/office/drawing/2014/main" id="{A3C5A3C0-45A4-AF81-7C0C-2E401D17E775}"/>
              </a:ext>
            </a:extLst>
          </p:cNvPr>
          <p:cNvSpPr/>
          <p:nvPr/>
        </p:nvSpPr>
        <p:spPr>
          <a:xfrm>
            <a:off x="8954080" y="499327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61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24" grpId="0" animBg="1"/>
      <p:bldP spid="25" grpId="0" animBg="1"/>
      <p:bldP spid="26" grpId="0" animBg="1"/>
      <p:bldP spid="2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/>
      <p:bldP spid="41" grpId="1"/>
      <p:bldP spid="42" grpId="0"/>
      <p:bldP spid="42" grpId="1"/>
      <p:bldP spid="43" grpId="0"/>
      <p:bldP spid="43" grpId="1"/>
      <p:bldP spid="44" grpId="0" animBg="1"/>
      <p:bldP spid="45" grpId="0" animBg="1"/>
      <p:bldP spid="54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215AA39-CB97-7286-4FFE-A974620B40F1}"/>
              </a:ext>
            </a:extLst>
          </p:cNvPr>
          <p:cNvSpPr txBox="1"/>
          <p:nvPr/>
        </p:nvSpPr>
        <p:spPr>
          <a:xfrm>
            <a:off x="1631327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381DA8C-B770-6A42-406A-0DE66427545F}"/>
              </a:ext>
            </a:extLst>
          </p:cNvPr>
          <p:cNvSpPr/>
          <p:nvPr/>
        </p:nvSpPr>
        <p:spPr>
          <a:xfrm>
            <a:off x="7017702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5B8542-57D3-17BB-5D76-E2277F2E6DCC}"/>
              </a:ext>
            </a:extLst>
          </p:cNvPr>
          <p:cNvSpPr txBox="1"/>
          <p:nvPr/>
        </p:nvSpPr>
        <p:spPr>
          <a:xfrm>
            <a:off x="7907393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29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8" grpId="0"/>
      <p:bldP spid="8" grpId="0" animBg="1"/>
      <p:bldP spid="9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/>
        </p:nvGrpSpPr>
        <p:grpSpPr>
          <a:xfrm>
            <a:off x="741636" y="155025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/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96865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-0.09206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09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85185E-6 L 0.08998 0.0030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2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 animBg="1"/>
      <p:bldP spid="1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/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/>
        </p:nvGrpSpPr>
        <p:grpSpPr>
          <a:xfrm>
            <a:off x="8658718" y="1689473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6" name="箭號: 左-右雙向 15">
            <a:extLst>
              <a:ext uri="{FF2B5EF4-FFF2-40B4-BE49-F238E27FC236}">
                <a16:creationId xmlns:a16="http://schemas.microsoft.com/office/drawing/2014/main" id="{BE3EE64D-F9B3-AA53-5EDF-11C8A12E8E99}"/>
              </a:ext>
            </a:extLst>
          </p:cNvPr>
          <p:cNvSpPr/>
          <p:nvPr/>
        </p:nvSpPr>
        <p:spPr>
          <a:xfrm>
            <a:off x="6878767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157397" y="4849102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6941533" y="259807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233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11111E-6 L -0.11849 0.00347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4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3.7037E-7 L 0.23984 0.3805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92" y="190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5" grpId="0" animBg="1"/>
      <p:bldP spid="5" grpId="1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/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385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/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/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0" y="5146332"/>
            <a:ext cx="2110423" cy="2110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62900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3.33333E-6 L 0.40651 -0.3708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26" y="-1854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1.85185E-6 L -0.09284 -0.0057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48" y="-30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0.0858 -0.0013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10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2208448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B1DEE11-58C9-FBC7-4300-4719DC8F1562}"/>
              </a:ext>
            </a:extLst>
          </p:cNvPr>
          <p:cNvSpPr/>
          <p:nvPr/>
        </p:nvSpPr>
        <p:spPr>
          <a:xfrm>
            <a:off x="3117954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658AACF-60A1-F964-A1BA-F5434E28EA55}"/>
              </a:ext>
            </a:extLst>
          </p:cNvPr>
          <p:cNvSpPr/>
          <p:nvPr/>
        </p:nvSpPr>
        <p:spPr>
          <a:xfrm>
            <a:off x="1440807" y="2647090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10" name="接點: 弧形 9">
            <a:extLst>
              <a:ext uri="{FF2B5EF4-FFF2-40B4-BE49-F238E27FC236}">
                <a16:creationId xmlns:a16="http://schemas.microsoft.com/office/drawing/2014/main" id="{3A82FAFF-EB0D-0E61-4FEC-0CF62E5288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13417" y="2647088"/>
            <a:ext cx="779491" cy="470866"/>
          </a:xfrm>
          <a:prstGeom prst="curvedConnector3">
            <a:avLst>
              <a:gd name="adj1" fmla="val 3846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280F6FCA-1CED-AAAF-AF5F-3F8BF265B6A6}"/>
              </a:ext>
            </a:extLst>
          </p:cNvPr>
          <p:cNvSpPr/>
          <p:nvPr/>
        </p:nvSpPr>
        <p:spPr>
          <a:xfrm>
            <a:off x="2800665" y="1827855"/>
            <a:ext cx="784485" cy="54339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1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11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989C976-0158-7558-26E9-E6B1ABE1EECD}"/>
              </a:ext>
            </a:extLst>
          </p:cNvPr>
          <p:cNvSpPr/>
          <p:nvPr/>
        </p:nvSpPr>
        <p:spPr>
          <a:xfrm>
            <a:off x="7269562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37BC2825-7A69-FC16-DF8D-ECEAE69FF382}"/>
              </a:ext>
            </a:extLst>
          </p:cNvPr>
          <p:cNvSpPr/>
          <p:nvPr/>
        </p:nvSpPr>
        <p:spPr>
          <a:xfrm>
            <a:off x="9503676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7B95C26-6C76-1A70-6540-67D24BCCA9EC}"/>
              </a:ext>
            </a:extLst>
          </p:cNvPr>
          <p:cNvSpPr/>
          <p:nvPr/>
        </p:nvSpPr>
        <p:spPr>
          <a:xfrm>
            <a:off x="8491258" y="1804496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E9F8C881-929F-DC2A-2C31-188DC33BA55B}"/>
              </a:ext>
            </a:extLst>
          </p:cNvPr>
          <p:cNvCxnSpPr>
            <a:cxnSpLocks/>
            <a:endCxn id="19" idx="4"/>
          </p:cNvCxnSpPr>
          <p:nvPr/>
        </p:nvCxnSpPr>
        <p:spPr>
          <a:xfrm flipV="1">
            <a:off x="8117174" y="2647088"/>
            <a:ext cx="795380" cy="478185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an Condensation Projects :: Photos, videos, logos, illustrations and  branding :: Behance">
            <a:extLst>
              <a:ext uri="{FF2B5EF4-FFF2-40B4-BE49-F238E27FC236}">
                <a16:creationId xmlns:a16="http://schemas.microsoft.com/office/drawing/2014/main" id="{958DB4FE-6C8D-6989-2A67-30E6E071A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712" y="3758572"/>
            <a:ext cx="3010392" cy="235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1C833F-827C-2CA6-7F1D-F1A9B876D400}"/>
              </a:ext>
            </a:extLst>
          </p:cNvPr>
          <p:cNvSpPr txBox="1"/>
          <p:nvPr/>
        </p:nvSpPr>
        <p:spPr>
          <a:xfrm>
            <a:off x="1305896" y="6292188"/>
            <a:ext cx="589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FF0000"/>
                </a:solidFill>
              </a:rPr>
              <a:t>“Condensation </a:t>
            </a:r>
            <a:r>
              <a:rPr lang="zh-TW" altLang="en-US" sz="2400" b="1" dirty="0">
                <a:solidFill>
                  <a:srgbClr val="FF0000"/>
                </a:solidFill>
              </a:rPr>
              <a:t>係會出水</a:t>
            </a:r>
            <a:r>
              <a:rPr lang="en-US" altLang="zh-TW" sz="2400" b="1" dirty="0">
                <a:solidFill>
                  <a:srgbClr val="FF0000"/>
                </a:solidFill>
              </a:rPr>
              <a:t>”</a:t>
            </a:r>
            <a:endParaRPr lang="zh-HK" alt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3D236E9-9FC3-061C-BB1B-43C51AE782AF}"/>
              </a:ext>
            </a:extLst>
          </p:cNvPr>
          <p:cNvSpPr txBox="1"/>
          <p:nvPr/>
        </p:nvSpPr>
        <p:spPr>
          <a:xfrm>
            <a:off x="7039634" y="6289011"/>
            <a:ext cx="3921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0070C0"/>
                </a:solidFill>
              </a:rPr>
              <a:t>“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水解</a:t>
            </a:r>
            <a:r>
              <a:rPr lang="zh-TW" altLang="en-US" sz="2400" b="1" i="0" dirty="0">
                <a:solidFill>
                  <a:srgbClr val="0070C0"/>
                </a:solidFill>
                <a:effectLst/>
                <a:latin typeface="Google Sans"/>
              </a:rPr>
              <a:t>，用</a:t>
            </a:r>
            <a:r>
              <a:rPr lang="zh-TW" altLang="en-US" sz="2400" b="1" dirty="0">
                <a:solidFill>
                  <a:srgbClr val="0070C0"/>
                </a:solidFill>
                <a:latin typeface="Google Sans"/>
              </a:rPr>
              <a:t>水去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解 </a:t>
            </a:r>
            <a:r>
              <a:rPr lang="en-US" altLang="zh-HK" sz="2400" b="1" i="0" dirty="0">
                <a:solidFill>
                  <a:srgbClr val="0070C0"/>
                </a:solidFill>
                <a:effectLst/>
                <a:latin typeface="Google Sans"/>
              </a:rPr>
              <a:t>(</a:t>
            </a:r>
            <a:r>
              <a:rPr lang="en-US" altLang="zh-HK" sz="2400" b="1" dirty="0">
                <a:solidFill>
                  <a:srgbClr val="0070C0"/>
                </a:solidFill>
                <a:latin typeface="Google Sans"/>
              </a:rPr>
              <a:t>bond)</a:t>
            </a:r>
            <a:r>
              <a:rPr lang="en-US" altLang="zh-TW" sz="2400" b="1" dirty="0">
                <a:solidFill>
                  <a:srgbClr val="0070C0"/>
                </a:solidFill>
              </a:rPr>
              <a:t>”</a:t>
            </a:r>
            <a:endParaRPr lang="zh-HK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076" name="Picture 4" descr="Water Breathing All Forms Official Shop | wpk-online.at">
            <a:extLst>
              <a:ext uri="{FF2B5EF4-FFF2-40B4-BE49-F238E27FC236}">
                <a16:creationId xmlns:a16="http://schemas.microsoft.com/office/drawing/2014/main" id="{53B2E79E-028C-02E7-E0AF-A4BE17DB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562" y="3575334"/>
            <a:ext cx="3033503" cy="271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0465364-217B-0902-DE48-212742A74568}"/>
              </a:ext>
            </a:extLst>
          </p:cNvPr>
          <p:cNvSpPr/>
          <p:nvPr/>
        </p:nvSpPr>
        <p:spPr>
          <a:xfrm rot="2003632">
            <a:off x="8419573" y="4220995"/>
            <a:ext cx="772227" cy="1700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000" dirty="0"/>
              <a:t>hydrolysis</a:t>
            </a:r>
            <a:endParaRPr lang="zh-HK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3662371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B9D0-EFE0-4AEB-CFAA-0FDB9080A2ED}"/>
              </a:ext>
            </a:extLst>
          </p:cNvPr>
          <p:cNvSpPr txBox="1"/>
          <p:nvPr/>
        </p:nvSpPr>
        <p:spPr>
          <a:xfrm>
            <a:off x="746465" y="331338"/>
            <a:ext cx="1109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宜家加大炸雞餐有特價，但阿媽話唔健康唔比買；點樣用生物科概念說服佢炸雞餐有營養需要？</a:t>
            </a:r>
            <a:endParaRPr lang="zh-HK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 descr="Fries - McDonald's">
            <a:extLst>
              <a:ext uri="{FF2B5EF4-FFF2-40B4-BE49-F238E27FC236}">
                <a16:creationId xmlns:a16="http://schemas.microsoft.com/office/drawing/2014/main" id="{EA4AF2D4-597B-065A-DF70-99A2B397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591" y="1168077"/>
            <a:ext cx="2567153" cy="25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ke - McDonald's">
            <a:extLst>
              <a:ext uri="{FF2B5EF4-FFF2-40B4-BE49-F238E27FC236}">
                <a16:creationId xmlns:a16="http://schemas.microsoft.com/office/drawing/2014/main" id="{3903B98A-7B8D-4970-52C9-4CCED96C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65" y="974072"/>
            <a:ext cx="2818756" cy="28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rispy Chicken - McDonald's: Burgers, Fries &amp; More | McDonald's Pakistan">
            <a:extLst>
              <a:ext uri="{FF2B5EF4-FFF2-40B4-BE49-F238E27FC236}">
                <a16:creationId xmlns:a16="http://schemas.microsoft.com/office/drawing/2014/main" id="{85DDFA6F-DBA0-B2C2-D4BB-90543123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540" y="514225"/>
            <a:ext cx="7080076" cy="403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2D041C-5285-D1B1-4B14-3E1BFFEAD36C}"/>
              </a:ext>
            </a:extLst>
          </p:cNvPr>
          <p:cNvSpPr txBox="1"/>
          <p:nvPr/>
        </p:nvSpPr>
        <p:spPr>
          <a:xfrm>
            <a:off x="1432553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總糖份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~56g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A4BF846-33C4-6909-FD3B-F9797A3735B1}"/>
              </a:ext>
            </a:extLst>
          </p:cNvPr>
          <p:cNvSpPr txBox="1"/>
          <p:nvPr/>
        </p:nvSpPr>
        <p:spPr>
          <a:xfrm>
            <a:off x="8865476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總蛋白質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~32g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74BB79-668B-124B-A504-ADAE7552CE5F}"/>
              </a:ext>
            </a:extLst>
          </p:cNvPr>
          <p:cNvSpPr txBox="1"/>
          <p:nvPr/>
        </p:nvSpPr>
        <p:spPr>
          <a:xfrm>
            <a:off x="5074610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總脂肪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~20g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C139C90-A989-D12A-E08F-E181D48FFFB3}"/>
              </a:ext>
            </a:extLst>
          </p:cNvPr>
          <p:cNvSpPr txBox="1"/>
          <p:nvPr/>
        </p:nvSpPr>
        <p:spPr>
          <a:xfrm>
            <a:off x="746465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碳水化合物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(Carbohydrates)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係人不可或缺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快速能量來源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Fast respiration fuel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葡萄糖更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係大腦必要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嘅養份。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685AB7-FBB7-6177-7D85-0197DB29615B}"/>
              </a:ext>
            </a:extLst>
          </p:cNvPr>
          <p:cNvSpPr txBox="1"/>
          <p:nvPr/>
        </p:nvSpPr>
        <p:spPr>
          <a:xfrm>
            <a:off x="4408357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脂質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(Lipids)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嘅能量處存 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Efficient storage 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係組成細胞膜同部份荷爾蒙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嘅重要成份。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0937328-E519-4008-B297-0B365B59B955}"/>
              </a:ext>
            </a:extLst>
          </p:cNvPr>
          <p:cNvSpPr txBox="1"/>
          <p:nvPr/>
        </p:nvSpPr>
        <p:spPr>
          <a:xfrm>
            <a:off x="1748086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快樂水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030371-6349-B712-5FD5-392DACD782A4}"/>
              </a:ext>
            </a:extLst>
          </p:cNvPr>
          <p:cNvSpPr txBox="1"/>
          <p:nvPr/>
        </p:nvSpPr>
        <p:spPr>
          <a:xfrm>
            <a:off x="5345584" y="4105381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快樂條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B6C210-C815-DDFD-8397-6195B0862104}"/>
              </a:ext>
            </a:extLst>
          </p:cNvPr>
          <p:cNvSpPr txBox="1"/>
          <p:nvPr/>
        </p:nvSpPr>
        <p:spPr>
          <a:xfrm>
            <a:off x="9293114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快樂雞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1122CD5-66A6-63BA-FC4F-22F7B98212CF}"/>
              </a:ext>
            </a:extLst>
          </p:cNvPr>
          <p:cNvSpPr txBox="1"/>
          <p:nvPr/>
        </p:nvSpPr>
        <p:spPr>
          <a:xfrm>
            <a:off x="8269872" y="5272273"/>
            <a:ext cx="3239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蛋白質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(Proteins) 3D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結構多變，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構成大部份身體組織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Structural build blocks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以及酶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抗體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血紅素等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重要分子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136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11287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135974" y="14041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732A7E9-156B-CB8A-7051-B8342DD85081}"/>
              </a:ext>
            </a:extLst>
          </p:cNvPr>
          <p:cNvSpPr/>
          <p:nvPr/>
        </p:nvSpPr>
        <p:spPr>
          <a:xfrm>
            <a:off x="8951923" y="5038060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7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7AEFCF0D-A168-E08E-AF03-D79104B6F066}"/>
              </a:ext>
            </a:extLst>
          </p:cNvPr>
          <p:cNvGrpSpPr/>
          <p:nvPr/>
        </p:nvGrpSpPr>
        <p:grpSpPr>
          <a:xfrm>
            <a:off x="5156392" y="1900353"/>
            <a:ext cx="1598167" cy="570296"/>
            <a:chOff x="5094433" y="1791439"/>
            <a:chExt cx="1598167" cy="570296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B9D43661-8086-298F-12D0-52F56F887714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27A9D5F7-C821-00C8-EDC3-839FEBE00580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B45AFD8-AAEA-319D-6459-1E1838B54158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66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  <p:bldP spid="27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pic>
        <p:nvPicPr>
          <p:cNvPr id="14338" name="Picture 2" descr="DEXTRO DETROX D.GLUCOSE POWDER | PNS eShop">
            <a:extLst>
              <a:ext uri="{FF2B5EF4-FFF2-40B4-BE49-F238E27FC236}">
                <a16:creationId xmlns:a16="http://schemas.microsoft.com/office/drawing/2014/main" id="{ABE4B6EA-1135-2EC0-6FFD-B0BEB8ACD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8" t="3473" r="16913" b="4691"/>
          <a:stretch/>
        </p:blipFill>
        <p:spPr bwMode="auto">
          <a:xfrm>
            <a:off x="4464450" y="1437680"/>
            <a:ext cx="3263099" cy="445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6450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/>
        </p:nvGrpSpPr>
        <p:grpSpPr>
          <a:xfrm>
            <a:off x="741636" y="1550253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/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/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/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71947-6186-2415-F94F-12D859777F57}"/>
              </a:ext>
            </a:extLst>
          </p:cNvPr>
          <p:cNvSpPr/>
          <p:nvPr/>
        </p:nvSpPr>
        <p:spPr>
          <a:xfrm>
            <a:off x="1513755" y="6039986"/>
            <a:ext cx="9868878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6CC96202-3DB7-F311-2BD3-5B600A61673D}"/>
              </a:ext>
            </a:extLst>
          </p:cNvPr>
          <p:cNvSpPr/>
          <p:nvPr/>
        </p:nvSpPr>
        <p:spPr>
          <a:xfrm>
            <a:off x="3461066" y="2528486"/>
            <a:ext cx="5107899" cy="2347054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Glycosidic bond</a:t>
            </a:r>
          </a:p>
          <a:p>
            <a:pPr algn="ctr"/>
            <a:r>
              <a:rPr lang="zh-HK" altLang="en-US" b="1" dirty="0"/>
              <a:t>糖鍵</a:t>
            </a:r>
            <a:endParaRPr lang="zh-HK" altLang="en-US" sz="4000" b="1" dirty="0">
              <a:latin typeface="Roboto Black" panose="02000000000000000000" pitchFamily="2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E755A9B-5768-70CD-55E3-ECA73ACD01C2}"/>
              </a:ext>
            </a:extLst>
          </p:cNvPr>
          <p:cNvGrpSpPr/>
          <p:nvPr/>
        </p:nvGrpSpPr>
        <p:grpSpPr>
          <a:xfrm>
            <a:off x="2105425" y="1953425"/>
            <a:ext cx="8068236" cy="3711522"/>
            <a:chOff x="2105425" y="1953425"/>
            <a:chExt cx="8068236" cy="371152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898498-4CFD-4E1C-D524-EA170785D791}"/>
                </a:ext>
              </a:extLst>
            </p:cNvPr>
            <p:cNvSpPr/>
            <p:nvPr/>
          </p:nvSpPr>
          <p:spPr>
            <a:xfrm>
              <a:off x="2105425" y="2631806"/>
              <a:ext cx="8068236" cy="2206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8194" name="Picture 2" descr="Maltose is a reducing sugar. Formula, Function">
              <a:extLst>
                <a:ext uri="{FF2B5EF4-FFF2-40B4-BE49-F238E27FC236}">
                  <a16:creationId xmlns:a16="http://schemas.microsoft.com/office/drawing/2014/main" id="{A9608D39-B9CA-300C-6D25-84B47CD60E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3409135" y="1953425"/>
              <a:ext cx="5057574" cy="3711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22845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1.85185E-6 L 0.08528 0.003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-0.10599 0.0002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9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7" grpId="0" animBg="1"/>
      <p:bldP spid="10" grpId="0" animBg="1"/>
      <p:bldP spid="12" grpId="0" animBg="1"/>
      <p:bldP spid="14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/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/>
        </p:nvGrpSpPr>
        <p:grpSpPr>
          <a:xfrm>
            <a:off x="5239159" y="2433475"/>
            <a:ext cx="5155478" cy="2692542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5640642" y="5411922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0A1AF77-031B-3417-D7CB-2351DC830B70}"/>
              </a:ext>
            </a:extLst>
          </p:cNvPr>
          <p:cNvGrpSpPr/>
          <p:nvPr/>
        </p:nvGrpSpPr>
        <p:grpSpPr>
          <a:xfrm>
            <a:off x="2895543" y="2782895"/>
            <a:ext cx="2300018" cy="2160289"/>
            <a:chOff x="2895543" y="2782895"/>
            <a:chExt cx="2300018" cy="2160289"/>
          </a:xfrm>
        </p:grpSpPr>
        <p:sp>
          <p:nvSpPr>
            <p:cNvPr id="31" name="箭號: 左-右雙向 30">
              <a:extLst>
                <a:ext uri="{FF2B5EF4-FFF2-40B4-BE49-F238E27FC236}">
                  <a16:creationId xmlns:a16="http://schemas.microsoft.com/office/drawing/2014/main" id="{E3C7E9A8-0902-162F-9FF0-FBE9B397607D}"/>
                </a:ext>
              </a:extLst>
            </p:cNvPr>
            <p:cNvSpPr/>
            <p:nvPr/>
          </p:nvSpPr>
          <p:spPr>
            <a:xfrm>
              <a:off x="3121590" y="3373852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91540F9-703A-6E11-055E-872880E84B1E}"/>
                </a:ext>
              </a:extLst>
            </p:cNvPr>
            <p:cNvSpPr txBox="1"/>
            <p:nvPr/>
          </p:nvSpPr>
          <p:spPr>
            <a:xfrm>
              <a:off x="3121590" y="2782895"/>
              <a:ext cx="1905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dirty="0"/>
                <a:t> </a:t>
              </a:r>
              <a:endParaRPr lang="zh-HK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31F4B68-211F-B1BE-B4B0-A323A5EE8ABC}"/>
                </a:ext>
              </a:extLst>
            </p:cNvPr>
            <p:cNvSpPr txBox="1"/>
            <p:nvPr/>
          </p:nvSpPr>
          <p:spPr>
            <a:xfrm>
              <a:off x="2895543" y="4481519"/>
              <a:ext cx="2300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r>
                <a:rPr lang="en-US" altLang="zh-HK" dirty="0">
                  <a:solidFill>
                    <a:srgbClr val="FF0000"/>
                  </a:solidFill>
                </a:rPr>
                <a:t> 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64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1469291" y="591739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27770C-8449-9AAE-0414-E71553D3F2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493" y="1506754"/>
            <a:ext cx="2730640" cy="2482978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D694328B-38B6-CB12-9C1A-8C8A7D1C9899}"/>
              </a:ext>
            </a:extLst>
          </p:cNvPr>
          <p:cNvSpPr txBox="1"/>
          <p:nvPr/>
        </p:nvSpPr>
        <p:spPr>
          <a:xfrm>
            <a:off x="7063214" y="4074429"/>
            <a:ext cx="6317641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Maltose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麥芽糖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glucose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Sucrose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蔗糖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fructose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Lactose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乳糖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galactose - water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A9E4726-3912-AFA2-0178-8ECE773F1962}"/>
              </a:ext>
            </a:extLst>
          </p:cNvPr>
          <p:cNvGrpSpPr/>
          <p:nvPr/>
        </p:nvGrpSpPr>
        <p:grpSpPr>
          <a:xfrm>
            <a:off x="7979493" y="4643237"/>
            <a:ext cx="2027840" cy="1930659"/>
            <a:chOff x="7979493" y="4643237"/>
            <a:chExt cx="2027840" cy="1930659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A359FA7-40D8-27AB-BDB0-D889F219BD2C}"/>
                </a:ext>
              </a:extLst>
            </p:cNvPr>
            <p:cNvSpPr/>
            <p:nvPr/>
          </p:nvSpPr>
          <p:spPr>
            <a:xfrm>
              <a:off x="7979493" y="4664208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63257D2-BABD-684B-6EDB-538A2FB87DAF}"/>
                </a:ext>
              </a:extLst>
            </p:cNvPr>
            <p:cNvSpPr/>
            <p:nvPr/>
          </p:nvSpPr>
          <p:spPr>
            <a:xfrm>
              <a:off x="9027243" y="4643237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4391770-A95C-0A4D-0DD0-B50283070A33}"/>
                </a:ext>
              </a:extLst>
            </p:cNvPr>
            <p:cNvSpPr/>
            <p:nvPr/>
          </p:nvSpPr>
          <p:spPr>
            <a:xfrm>
              <a:off x="7979493" y="5507536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05FE08C-8D76-D887-EE34-F113E5B28164}"/>
                </a:ext>
              </a:extLst>
            </p:cNvPr>
            <p:cNvSpPr/>
            <p:nvPr/>
          </p:nvSpPr>
          <p:spPr>
            <a:xfrm>
              <a:off x="7979493" y="6304954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CDB66F04-1A41-6758-8144-81FED5123166}"/>
              </a:ext>
            </a:extLst>
          </p:cNvPr>
          <p:cNvSpPr/>
          <p:nvPr/>
        </p:nvSpPr>
        <p:spPr>
          <a:xfrm>
            <a:off x="10007334" y="4643237"/>
            <a:ext cx="916278" cy="2014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8434" name="Picture 2" descr="Maltose | Food Secrets">
            <a:extLst>
              <a:ext uri="{FF2B5EF4-FFF2-40B4-BE49-F238E27FC236}">
                <a16:creationId xmlns:a16="http://schemas.microsoft.com/office/drawing/2014/main" id="{23340257-21B6-0A5F-AFF0-09C9E97D5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r="20519"/>
          <a:stretch/>
        </p:blipFill>
        <p:spPr bwMode="auto">
          <a:xfrm>
            <a:off x="197273" y="2769924"/>
            <a:ext cx="3448273" cy="303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Myths around sugar consumption and why is it harmful to consume |  HealthShots">
            <a:extLst>
              <a:ext uri="{FF2B5EF4-FFF2-40B4-BE49-F238E27FC236}">
                <a16:creationId xmlns:a16="http://schemas.microsoft.com/office/drawing/2014/main" id="{5886350E-ADA9-6D7F-1309-4DB254674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7" r="26537"/>
          <a:stretch/>
        </p:blipFill>
        <p:spPr bwMode="auto">
          <a:xfrm>
            <a:off x="3823730" y="2752413"/>
            <a:ext cx="3019091" cy="304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45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/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DD7F4-75B5-27E2-A6C6-E669F73A2AE0}"/>
              </a:ext>
            </a:extLst>
          </p:cNvPr>
          <p:cNvSpPr/>
          <p:nvPr/>
        </p:nvSpPr>
        <p:spPr>
          <a:xfrm>
            <a:off x="334486" y="57537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/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5A4B18D7-E183-01C9-E461-2F01F71CF4AB}"/>
              </a:ext>
            </a:extLst>
          </p:cNvPr>
          <p:cNvGrpSpPr/>
          <p:nvPr/>
        </p:nvGrpSpPr>
        <p:grpSpPr>
          <a:xfrm>
            <a:off x="2687601" y="1351338"/>
            <a:ext cx="8632332" cy="4795989"/>
            <a:chOff x="2687601" y="1351338"/>
            <a:chExt cx="8632332" cy="47959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78D974-2033-7BB5-2249-82BC01BF64F5}"/>
                </a:ext>
              </a:extLst>
            </p:cNvPr>
            <p:cNvSpPr/>
            <p:nvPr/>
          </p:nvSpPr>
          <p:spPr>
            <a:xfrm>
              <a:off x="2687601" y="1351338"/>
              <a:ext cx="8632332" cy="47959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5" name="Image 73">
              <a:extLst>
                <a:ext uri="{FF2B5EF4-FFF2-40B4-BE49-F238E27FC236}">
                  <a16:creationId xmlns:a16="http://schemas.microsoft.com/office/drawing/2014/main" id="{78525FB3-B5B2-EB7A-BA86-7F34FC31489D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2629" y="1519019"/>
              <a:ext cx="6145718" cy="3923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754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3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/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/>
        </p:nvGrpSpPr>
        <p:grpSpPr>
          <a:xfrm>
            <a:off x="4118524" y="2971427"/>
            <a:ext cx="3075108" cy="1606031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3502949" y="5201621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</a:t>
            </a:r>
          </a:p>
          <a:p>
            <a:pPr algn="ctr"/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dirty="0">
                <a:solidFill>
                  <a:schemeClr val="tx1"/>
                </a:solidFill>
              </a:rPr>
              <a:t>雙醣</a:t>
            </a:r>
            <a:r>
              <a:rPr lang="en-US" altLang="zh-HK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E3C7E9A8-0902-162F-9FF0-FBE9B397607D}"/>
              </a:ext>
            </a:extLst>
          </p:cNvPr>
          <p:cNvSpPr/>
          <p:nvPr/>
        </p:nvSpPr>
        <p:spPr>
          <a:xfrm>
            <a:off x="2979326" y="3543611"/>
            <a:ext cx="760089" cy="461665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1540F9-703A-6E11-055E-872880E84B1E}"/>
              </a:ext>
            </a:extLst>
          </p:cNvPr>
          <p:cNvSpPr txBox="1"/>
          <p:nvPr/>
        </p:nvSpPr>
        <p:spPr>
          <a:xfrm>
            <a:off x="2747115" y="3096208"/>
            <a:ext cx="19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chemeClr val="accent4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Hydrolysis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1F4B68-211F-B1BE-B4B0-A323A5EE8ABC}"/>
              </a:ext>
            </a:extLst>
          </p:cNvPr>
          <p:cNvSpPr txBox="1"/>
          <p:nvPr/>
        </p:nvSpPr>
        <p:spPr>
          <a:xfrm>
            <a:off x="2698350" y="4034393"/>
            <a:ext cx="230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Condensation</a:t>
            </a:r>
            <a:r>
              <a:rPr lang="en-US" altLang="zh-HK" dirty="0">
                <a:solidFill>
                  <a:srgbClr val="FF0000"/>
                </a:solidFill>
              </a:rPr>
              <a:t> 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D60A49-EBDB-E6C3-8146-AF13D75914CD}"/>
              </a:ext>
            </a:extLst>
          </p:cNvPr>
          <p:cNvSpPr/>
          <p:nvPr/>
        </p:nvSpPr>
        <p:spPr>
          <a:xfrm>
            <a:off x="7311346" y="533665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6B932435-41EA-6FD8-B042-12F3F08B77A5}"/>
              </a:ext>
            </a:extLst>
          </p:cNvPr>
          <p:cNvGrpSpPr/>
          <p:nvPr/>
        </p:nvGrpSpPr>
        <p:grpSpPr>
          <a:xfrm>
            <a:off x="7329672" y="2418285"/>
            <a:ext cx="4487664" cy="2665855"/>
            <a:chOff x="7329672" y="2418285"/>
            <a:chExt cx="4487664" cy="2665855"/>
          </a:xfrm>
        </p:grpSpPr>
        <p:sp>
          <p:nvSpPr>
            <p:cNvPr id="6" name="箭號: 左-右雙向 5">
              <a:extLst>
                <a:ext uri="{FF2B5EF4-FFF2-40B4-BE49-F238E27FC236}">
                  <a16:creationId xmlns:a16="http://schemas.microsoft.com/office/drawing/2014/main" id="{C3D09DBE-ECAC-2A23-C1E4-6350338401F1}"/>
                </a:ext>
              </a:extLst>
            </p:cNvPr>
            <p:cNvSpPr/>
            <p:nvPr/>
          </p:nvSpPr>
          <p:spPr>
            <a:xfrm>
              <a:off x="7329672" y="3317979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9FA91A-EBC5-6C9E-14ED-3CBA9706928C}"/>
                </a:ext>
              </a:extLst>
            </p:cNvPr>
            <p:cNvSpPr txBox="1"/>
            <p:nvPr/>
          </p:nvSpPr>
          <p:spPr>
            <a:xfrm>
              <a:off x="7487098" y="2815522"/>
              <a:ext cx="1905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sz="1600" dirty="0"/>
                <a:t> </a:t>
              </a:r>
              <a:endParaRPr lang="zh-HK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1E52A2D-134C-CD80-C6BA-40C6EEE17755}"/>
                </a:ext>
              </a:extLst>
            </p:cNvPr>
            <p:cNvSpPr txBox="1"/>
            <p:nvPr/>
          </p:nvSpPr>
          <p:spPr>
            <a:xfrm>
              <a:off x="7416386" y="4439715"/>
              <a:ext cx="2300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259CE72-8672-54BC-56F7-BC7CFC4EC130}"/>
                </a:ext>
              </a:extLst>
            </p:cNvPr>
            <p:cNvGrpSpPr/>
            <p:nvPr/>
          </p:nvGrpSpPr>
          <p:grpSpPr>
            <a:xfrm>
              <a:off x="9298929" y="2418285"/>
              <a:ext cx="2518407" cy="2665855"/>
              <a:chOff x="7816884" y="1105217"/>
              <a:chExt cx="4491168" cy="4754118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DBF335E8-DE02-3DCE-17EA-C2E14347A228}"/>
                  </a:ext>
                </a:extLst>
              </p:cNvPr>
              <p:cNvSpPr/>
              <p:nvPr/>
            </p:nvSpPr>
            <p:spPr>
              <a:xfrm>
                <a:off x="7816884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837D33F8-27F3-6002-944A-D819ED2ACA27}"/>
                  </a:ext>
                </a:extLst>
              </p:cNvPr>
              <p:cNvSpPr/>
              <p:nvPr/>
            </p:nvSpPr>
            <p:spPr>
              <a:xfrm>
                <a:off x="8449753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DF272096-4388-6C84-16DA-E075A7B85327}"/>
                  </a:ext>
                </a:extLst>
              </p:cNvPr>
              <p:cNvSpPr/>
              <p:nvPr/>
            </p:nvSpPr>
            <p:spPr>
              <a:xfrm>
                <a:off x="9034967" y="283127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14EBBC4C-1901-0393-5324-9EBC2C401079}"/>
                  </a:ext>
                </a:extLst>
              </p:cNvPr>
              <p:cNvSpPr/>
              <p:nvPr/>
            </p:nvSpPr>
            <p:spPr>
              <a:xfrm>
                <a:off x="9545975" y="317629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F8228CEE-5E0D-052B-33C3-7F78E25D51F9}"/>
                  </a:ext>
                </a:extLst>
              </p:cNvPr>
              <p:cNvSpPr/>
              <p:nvPr/>
            </p:nvSpPr>
            <p:spPr>
              <a:xfrm>
                <a:off x="10130105" y="285136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C7DBE2CA-DC1A-B878-2D36-3AECB9D636A1}"/>
                  </a:ext>
                </a:extLst>
              </p:cNvPr>
              <p:cNvSpPr/>
              <p:nvPr/>
            </p:nvSpPr>
            <p:spPr>
              <a:xfrm>
                <a:off x="10221704" y="2263869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0CE06034-EACA-FDF3-2DEA-B1427782D835}"/>
                  </a:ext>
                </a:extLst>
              </p:cNvPr>
              <p:cNvSpPr/>
              <p:nvPr/>
            </p:nvSpPr>
            <p:spPr>
              <a:xfrm>
                <a:off x="10466573" y="169271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9CC42B6-3DA0-BEC4-6EE8-7337C4703499}"/>
                  </a:ext>
                </a:extLst>
              </p:cNvPr>
              <p:cNvSpPr/>
              <p:nvPr/>
            </p:nvSpPr>
            <p:spPr>
              <a:xfrm>
                <a:off x="9469515" y="371030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75597BE6-503E-DA98-892D-E59A376521DF}"/>
                  </a:ext>
                </a:extLst>
              </p:cNvPr>
              <p:cNvSpPr/>
              <p:nvPr/>
            </p:nvSpPr>
            <p:spPr>
              <a:xfrm>
                <a:off x="9707904" y="42480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4A214BE6-F467-E4F5-3C8B-0884FF3D8F12}"/>
                  </a:ext>
                </a:extLst>
              </p:cNvPr>
              <p:cNvSpPr/>
              <p:nvPr/>
            </p:nvSpPr>
            <p:spPr>
              <a:xfrm>
                <a:off x="9369879" y="47326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822F9E59-E77E-8E1E-3359-FFA70F0516B3}"/>
                  </a:ext>
                </a:extLst>
              </p:cNvPr>
              <p:cNvSpPr/>
              <p:nvPr/>
            </p:nvSpPr>
            <p:spPr>
              <a:xfrm>
                <a:off x="9031854" y="517679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6977BE8A-E387-ABE4-D038-7B70231007E2}"/>
                  </a:ext>
                </a:extLst>
              </p:cNvPr>
              <p:cNvSpPr/>
              <p:nvPr/>
            </p:nvSpPr>
            <p:spPr>
              <a:xfrm>
                <a:off x="10265446" y="46321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4C989C25-8AFB-C64C-F2DD-B55CD41086A7}"/>
                  </a:ext>
                </a:extLst>
              </p:cNvPr>
              <p:cNvSpPr/>
              <p:nvPr/>
            </p:nvSpPr>
            <p:spPr>
              <a:xfrm>
                <a:off x="10600358" y="510180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993A70E4-4EC8-CE60-0F8F-3B171DA48F9F}"/>
                  </a:ext>
                </a:extLst>
              </p:cNvPr>
              <p:cNvSpPr/>
              <p:nvPr/>
            </p:nvSpPr>
            <p:spPr>
              <a:xfrm>
                <a:off x="10380841" y="110521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0063C0C9-C968-898B-3CD4-D1A7D3C0BCC2}"/>
                  </a:ext>
                </a:extLst>
              </p:cNvPr>
              <p:cNvSpPr/>
              <p:nvPr/>
            </p:nvSpPr>
            <p:spPr>
              <a:xfrm>
                <a:off x="11047910" y="17475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171B6CB3-9026-382C-92A4-05AD5745BF69}"/>
                  </a:ext>
                </a:extLst>
              </p:cNvPr>
              <p:cNvSpPr/>
              <p:nvPr/>
            </p:nvSpPr>
            <p:spPr>
              <a:xfrm>
                <a:off x="11635115" y="168390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2A5DE0AB-D4E6-9916-DDDD-3ECF618B2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9242" y="3067995"/>
            <a:ext cx="563024" cy="2266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2E2905-F7AF-5055-B80F-8EA3DBA444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2611" y="3114216"/>
            <a:ext cx="563024" cy="2266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60FA165-5D14-4230-A49E-C190F1486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225" y="3144189"/>
            <a:ext cx="563024" cy="22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30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/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/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946F7B8-5215-1234-6E4E-A5FBE81E7F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3540" y="1639022"/>
            <a:ext cx="3302170" cy="4864350"/>
          </a:xfrm>
          <a:prstGeom prst="rect">
            <a:avLst/>
          </a:prstGeom>
        </p:spPr>
      </p:pic>
      <p:pic>
        <p:nvPicPr>
          <p:cNvPr id="15364" name="Picture 4" descr="Glycogen - Physiopedia">
            <a:extLst>
              <a:ext uri="{FF2B5EF4-FFF2-40B4-BE49-F238E27FC236}">
                <a16:creationId xmlns:a16="http://schemas.microsoft.com/office/drawing/2014/main" id="{C67A3331-31BD-6BC3-C3AC-94C8242B8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063" y="2205171"/>
            <a:ext cx="3889711" cy="37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Knorr Corn Starch, 420g - Spice Store">
            <a:extLst>
              <a:ext uri="{FF2B5EF4-FFF2-40B4-BE49-F238E27FC236}">
                <a16:creationId xmlns:a16="http://schemas.microsoft.com/office/drawing/2014/main" id="{1BC68557-08BA-ADF5-9526-DC7850DE50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9" r="16648"/>
          <a:stretch/>
        </p:blipFill>
        <p:spPr bwMode="auto">
          <a:xfrm>
            <a:off x="8407706" y="1837314"/>
            <a:ext cx="3072470" cy="460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68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874320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208680" y="24965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65E9A0-8B2A-BC02-EF7B-080D21D13396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DD303B2-C078-2ABB-183D-C7020D3D2A08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97EE2C7-2B45-371B-F8CE-FA83C4877D2F}"/>
              </a:ext>
            </a:extLst>
          </p:cNvPr>
          <p:cNvSpPr/>
          <p:nvPr/>
        </p:nvSpPr>
        <p:spPr>
          <a:xfrm>
            <a:off x="9000278" y="5018799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0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/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42793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21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/>
        </p:nvSpPr>
        <p:spPr>
          <a:xfrm>
            <a:off x="1375658" y="2210694"/>
            <a:ext cx="3299283" cy="334635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/>
        </p:nvSpPr>
        <p:spPr>
          <a:xfrm>
            <a:off x="5654765" y="1485748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868F44-CB7A-FD07-3281-C4FB3ED238F3}"/>
              </a:ext>
            </a:extLst>
          </p:cNvPr>
          <p:cNvSpPr/>
          <p:nvPr/>
        </p:nvSpPr>
        <p:spPr>
          <a:xfrm>
            <a:off x="5630702" y="3303349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C486D49-737F-8793-DF3E-F2CFBD18493F}"/>
              </a:ext>
            </a:extLst>
          </p:cNvPr>
          <p:cNvSpPr/>
          <p:nvPr/>
        </p:nvSpPr>
        <p:spPr>
          <a:xfrm>
            <a:off x="5618415" y="5120950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FFC57121-779A-49E0-90AF-E26C6DC8BD90}"/>
              </a:ext>
            </a:extLst>
          </p:cNvPr>
          <p:cNvGrpSpPr/>
          <p:nvPr/>
        </p:nvGrpSpPr>
        <p:grpSpPr>
          <a:xfrm>
            <a:off x="7396031" y="1834481"/>
            <a:ext cx="4652035" cy="4303802"/>
            <a:chOff x="7396031" y="1834481"/>
            <a:chExt cx="4652035" cy="4303802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4F3A843-52D8-9F73-1AEF-AD7AE7F81CF7}"/>
                </a:ext>
              </a:extLst>
            </p:cNvPr>
            <p:cNvSpPr txBox="1"/>
            <p:nvPr/>
          </p:nvSpPr>
          <p:spPr>
            <a:xfrm>
              <a:off x="7396031" y="1834481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9F05BF9-F51E-4773-C278-E9FC53DD6908}"/>
                </a:ext>
              </a:extLst>
            </p:cNvPr>
            <p:cNvSpPr txBox="1"/>
            <p:nvPr/>
          </p:nvSpPr>
          <p:spPr>
            <a:xfrm>
              <a:off x="7396031" y="3735907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FD974A-0642-E3DD-D89B-F9CC7894F52E}"/>
                </a:ext>
              </a:extLst>
            </p:cNvPr>
            <p:cNvSpPr txBox="1"/>
            <p:nvPr/>
          </p:nvSpPr>
          <p:spPr>
            <a:xfrm>
              <a:off x="7396031" y="5553508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1E25F59-63B6-8DC7-0396-F0595E53FD12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479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/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/>
        </p:nvSpPr>
        <p:spPr>
          <a:xfrm>
            <a:off x="5618415" y="177186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/>
        </p:nvSpPr>
        <p:spPr>
          <a:xfrm>
            <a:off x="5618415" y="321119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/>
        </p:nvSpPr>
        <p:spPr>
          <a:xfrm>
            <a:off x="5618415" y="453410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/>
          <p:nvPr/>
        </p:nvSpPr>
        <p:spPr>
          <a:xfrm>
            <a:off x="3864406" y="1600512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/>
          <p:nvPr/>
        </p:nvSpPr>
        <p:spPr>
          <a:xfrm>
            <a:off x="3864406" y="3089169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/>
          <p:nvPr/>
        </p:nvSpPr>
        <p:spPr>
          <a:xfrm>
            <a:off x="3923673" y="4510488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/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箭號: 左-右雙向 28">
            <a:extLst>
              <a:ext uri="{FF2B5EF4-FFF2-40B4-BE49-F238E27FC236}">
                <a16:creationId xmlns:a16="http://schemas.microsoft.com/office/drawing/2014/main" id="{8AF25600-CB05-465F-E3D5-0881BE6809C5}"/>
              </a:ext>
            </a:extLst>
          </p:cNvPr>
          <p:cNvSpPr/>
          <p:nvPr/>
        </p:nvSpPr>
        <p:spPr>
          <a:xfrm>
            <a:off x="3790679" y="333294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40D7EB37-0360-2F60-AD81-A38139629AD2}"/>
              </a:ext>
            </a:extLst>
          </p:cNvPr>
          <p:cNvSpPr/>
          <p:nvPr/>
        </p:nvSpPr>
        <p:spPr>
          <a:xfrm>
            <a:off x="3744065" y="469061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26A7C1D-2039-84E7-D214-2D04B3DE0E56}"/>
              </a:ext>
            </a:extLst>
          </p:cNvPr>
          <p:cNvSpPr txBox="1"/>
          <p:nvPr/>
        </p:nvSpPr>
        <p:spPr>
          <a:xfrm>
            <a:off x="1731832" y="5885668"/>
            <a:ext cx="8995435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3 Condensations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 </a:t>
            </a:r>
            <a:r>
              <a:rPr lang="en-US" altLang="zh-HK" sz="4800" b="1" i="0" dirty="0">
                <a:solidFill>
                  <a:srgbClr val="FF0000"/>
                </a:solidFill>
                <a:effectLst/>
                <a:latin typeface="Google Sans"/>
              </a:rPr>
              <a:t>!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53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14505 -0.0064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-32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13477 0.0037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745" y="18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6 L -0.14505 0.0034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53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2.22222E-6 L -0.29883 0.1370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1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85185E-6 L -0.29883 0.1370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0.29882 0.1370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948" y="685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7" grpId="0" animBg="1"/>
      <p:bldP spid="8" grpId="0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25" grpId="0" animBg="1"/>
      <p:bldP spid="29" grpId="0" animBg="1"/>
      <p:bldP spid="31" grpId="0" animBg="1"/>
      <p:bldP spid="3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Tri-</a:t>
            </a:r>
            <a:r>
              <a:rPr lang="en-US" altLang="zh-HK" sz="4400" b="1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glycer</a:t>
            </a:r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2A1559-C982-D4E9-D5A3-08E152D49109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76976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88AE5E0-2A87-898C-4E90-2F1E4EDD07B6}"/>
              </a:ext>
            </a:extLst>
          </p:cNvPr>
          <p:cNvGrpSpPr/>
          <p:nvPr/>
        </p:nvGrpSpPr>
        <p:grpSpPr>
          <a:xfrm>
            <a:off x="3675504" y="2270134"/>
            <a:ext cx="1387475" cy="2890785"/>
            <a:chOff x="3675504" y="2270134"/>
            <a:chExt cx="1387475" cy="2890785"/>
          </a:xfrm>
        </p:grpSpPr>
        <p:sp>
          <p:nvSpPr>
            <p:cNvPr id="7" name="箭號: 左-右雙向 6">
              <a:extLst>
                <a:ext uri="{FF2B5EF4-FFF2-40B4-BE49-F238E27FC236}">
                  <a16:creationId xmlns:a16="http://schemas.microsoft.com/office/drawing/2014/main" id="{688B6A4F-8F72-C3AD-ED58-DFE631D363F0}"/>
                </a:ext>
              </a:extLst>
            </p:cNvPr>
            <p:cNvSpPr/>
            <p:nvPr/>
          </p:nvSpPr>
          <p:spPr>
            <a:xfrm>
              <a:off x="3675504" y="2270134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8" name="箭號: 左-右雙向 7">
              <a:extLst>
                <a:ext uri="{FF2B5EF4-FFF2-40B4-BE49-F238E27FC236}">
                  <a16:creationId xmlns:a16="http://schemas.microsoft.com/office/drawing/2014/main" id="{5C5C1C49-2A21-BCFC-FE84-C24D698F641A}"/>
                </a:ext>
              </a:extLst>
            </p:cNvPr>
            <p:cNvSpPr/>
            <p:nvPr/>
          </p:nvSpPr>
          <p:spPr>
            <a:xfrm>
              <a:off x="3696627" y="3380325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箭號: 左-右雙向 8">
              <a:extLst>
                <a:ext uri="{FF2B5EF4-FFF2-40B4-BE49-F238E27FC236}">
                  <a16:creationId xmlns:a16="http://schemas.microsoft.com/office/drawing/2014/main" id="{EB5C6F27-A115-0E52-1F81-E1B4ACEB46AB}"/>
                </a:ext>
              </a:extLst>
            </p:cNvPr>
            <p:cNvSpPr/>
            <p:nvPr/>
          </p:nvSpPr>
          <p:spPr>
            <a:xfrm>
              <a:off x="3696627" y="4429566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D2A0EFF-AD43-2958-9707-B4EE23AC04F7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0598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BF5FADCB-947B-C8AC-0A14-3FDFCF3E1E6D}"/>
              </a:ext>
            </a:extLst>
          </p:cNvPr>
          <p:cNvSpPr/>
          <p:nvPr/>
        </p:nvSpPr>
        <p:spPr>
          <a:xfrm>
            <a:off x="3675504" y="2333309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3071D5DB-1452-9192-BA50-7834347819DB}"/>
              </a:ext>
            </a:extLst>
          </p:cNvPr>
          <p:cNvSpPr/>
          <p:nvPr/>
        </p:nvSpPr>
        <p:spPr>
          <a:xfrm>
            <a:off x="3669054" y="3349677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7" name="箭號: 左-右雙向 26">
            <a:extLst>
              <a:ext uri="{FF2B5EF4-FFF2-40B4-BE49-F238E27FC236}">
                <a16:creationId xmlns:a16="http://schemas.microsoft.com/office/drawing/2014/main" id="{267149C5-4AA6-2A9C-520A-7499577F1203}"/>
              </a:ext>
            </a:extLst>
          </p:cNvPr>
          <p:cNvSpPr/>
          <p:nvPr/>
        </p:nvSpPr>
        <p:spPr>
          <a:xfrm>
            <a:off x="3594845" y="4443243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E0BB8-6F84-8719-E7F8-6A57D089F0CD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962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2AFD5674-D77E-D655-98C7-4DA6938E52EA}"/>
              </a:ext>
            </a:extLst>
          </p:cNvPr>
          <p:cNvGrpSpPr/>
          <p:nvPr/>
        </p:nvGrpSpPr>
        <p:grpSpPr>
          <a:xfrm rot="5400000">
            <a:off x="2635372" y="2483033"/>
            <a:ext cx="3207014" cy="1888356"/>
            <a:chOff x="1794935" y="1622545"/>
            <a:chExt cx="9176345" cy="4100749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8FECB8EE-9ABE-EF3F-D64F-AF88F2214069}"/>
                </a:ext>
              </a:extLst>
            </p:cNvPr>
            <p:cNvSpPr/>
            <p:nvPr/>
          </p:nvSpPr>
          <p:spPr>
            <a:xfrm>
              <a:off x="3669054" y="2137161"/>
              <a:ext cx="6651813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6194EEC-4B7E-8A19-738D-4FDD050BE72D}"/>
                </a:ext>
              </a:extLst>
            </p:cNvPr>
            <p:cNvSpPr/>
            <p:nvPr/>
          </p:nvSpPr>
          <p:spPr>
            <a:xfrm>
              <a:off x="3669054" y="3257696"/>
              <a:ext cx="6820353" cy="8986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692EF8A6-C173-4B67-4F89-709AE734E9A5}"/>
                </a:ext>
              </a:extLst>
            </p:cNvPr>
            <p:cNvSpPr/>
            <p:nvPr/>
          </p:nvSpPr>
          <p:spPr>
            <a:xfrm>
              <a:off x="3594845" y="4278911"/>
              <a:ext cx="7376435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80B95B8-154B-25D7-E54A-D6EBEF8F50FE}"/>
                </a:ext>
              </a:extLst>
            </p:cNvPr>
            <p:cNvSpPr/>
            <p:nvPr/>
          </p:nvSpPr>
          <p:spPr>
            <a:xfrm>
              <a:off x="1794935" y="1622545"/>
              <a:ext cx="2667000" cy="410074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C1334AE-378B-3263-3AAD-BD56F4CAD869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E5747-7D5E-CCE9-AE4F-2111EEA0788B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B7C80DF4-F75E-D93D-98EA-EAFBFF69723F}"/>
              </a:ext>
            </a:extLst>
          </p:cNvPr>
          <p:cNvGrpSpPr/>
          <p:nvPr/>
        </p:nvGrpSpPr>
        <p:grpSpPr>
          <a:xfrm>
            <a:off x="6394515" y="5048434"/>
            <a:ext cx="4652035" cy="3023117"/>
            <a:chOff x="589961" y="7352543"/>
            <a:chExt cx="4652035" cy="74529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E755581-C7CF-EEC9-A797-4709AF6D0415}"/>
                </a:ext>
              </a:extLst>
            </p:cNvPr>
            <p:cNvSpPr/>
            <p:nvPr/>
          </p:nvSpPr>
          <p:spPr>
            <a:xfrm>
              <a:off x="589961" y="7352543"/>
              <a:ext cx="3560648" cy="441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7601DFA-AEBB-0FF3-E7ED-C4B29F3F68CB}"/>
                </a:ext>
              </a:extLst>
            </p:cNvPr>
            <p:cNvSpPr txBox="1"/>
            <p:nvPr/>
          </p:nvSpPr>
          <p:spPr>
            <a:xfrm>
              <a:off x="650217" y="752415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+  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A96203-A0F5-3873-5857-223CEFDA9ADD}"/>
                </a:ext>
              </a:extLst>
            </p:cNvPr>
            <p:cNvSpPr txBox="1"/>
            <p:nvPr/>
          </p:nvSpPr>
          <p:spPr>
            <a:xfrm>
              <a:off x="589961" y="7636168"/>
              <a:ext cx="46520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2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1A3D52D-642F-8024-8756-929DAC968545}"/>
                </a:ext>
              </a:extLst>
            </p:cNvPr>
            <p:cNvSpPr txBox="1"/>
            <p:nvPr/>
          </p:nvSpPr>
          <p:spPr>
            <a:xfrm>
              <a:off x="599946" y="741214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solidFill>
                    <a:srgbClr val="FE9E0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 Phosphate group</a:t>
              </a:r>
              <a:endParaRPr lang="zh-HK" altLang="en-US" sz="2400" b="1" dirty="0">
                <a:solidFill>
                  <a:srgbClr val="FE9E02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918A6FC1-C912-DF52-1B03-A1F60C961CB3}"/>
              </a:ext>
            </a:extLst>
          </p:cNvPr>
          <p:cNvSpPr/>
          <p:nvPr/>
        </p:nvSpPr>
        <p:spPr>
          <a:xfrm>
            <a:off x="9353679" y="3125733"/>
            <a:ext cx="2724022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Phospho-lipids </a:t>
            </a:r>
          </a:p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磷脂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3810FA0-3DFC-45C5-9EAD-5DE22926D461}"/>
              </a:ext>
            </a:extLst>
          </p:cNvPr>
          <p:cNvGrpSpPr/>
          <p:nvPr/>
        </p:nvGrpSpPr>
        <p:grpSpPr>
          <a:xfrm>
            <a:off x="6642576" y="1589317"/>
            <a:ext cx="811822" cy="1753492"/>
            <a:chOff x="7518554" y="1586530"/>
            <a:chExt cx="981304" cy="2699276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6FD9327-9347-38A5-917B-04A34CFBA98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D8E127D5-78D6-1A52-AF3F-A31B22E2800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9833983C-C4EA-C63D-9547-A331DCDC3C2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F1874F0D-A8D4-FC1F-0347-D38072B4684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49D6731-50BC-F931-BFF7-2A1A34F84E0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C1539D3F-9D0B-23FE-7368-BE70282D6C0F}"/>
              </a:ext>
            </a:extLst>
          </p:cNvPr>
          <p:cNvGrpSpPr/>
          <p:nvPr/>
        </p:nvGrpSpPr>
        <p:grpSpPr>
          <a:xfrm rot="10800000">
            <a:off x="6594020" y="3377426"/>
            <a:ext cx="811822" cy="1753492"/>
            <a:chOff x="7518554" y="1586530"/>
            <a:chExt cx="981304" cy="2699276"/>
          </a:xfrm>
        </p:grpSpPr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E0886B8F-768A-F9C7-6A1D-5FA745A5B73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57B1BA5B-BAC2-B7BA-076D-E7B6687A255D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6" name="橢圓 19455">
                <a:extLst>
                  <a:ext uri="{FF2B5EF4-FFF2-40B4-BE49-F238E27FC236}">
                    <a16:creationId xmlns:a16="http://schemas.microsoft.com/office/drawing/2014/main" id="{99F9318C-D89F-AC08-1799-DC5B7A92450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7" name="橢圓 19456">
                <a:extLst>
                  <a:ext uri="{FF2B5EF4-FFF2-40B4-BE49-F238E27FC236}">
                    <a16:creationId xmlns:a16="http://schemas.microsoft.com/office/drawing/2014/main" id="{BCD3F75C-3CA5-0DFB-841E-F48FBBDD7D52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9B58E062-A07F-B059-1CAA-D792BD2BB9AB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59" name="群組 19458">
            <a:extLst>
              <a:ext uri="{FF2B5EF4-FFF2-40B4-BE49-F238E27FC236}">
                <a16:creationId xmlns:a16="http://schemas.microsoft.com/office/drawing/2014/main" id="{6284B190-8C38-9E93-09E8-7E614E361567}"/>
              </a:ext>
            </a:extLst>
          </p:cNvPr>
          <p:cNvGrpSpPr/>
          <p:nvPr/>
        </p:nvGrpSpPr>
        <p:grpSpPr>
          <a:xfrm>
            <a:off x="7291564" y="1581559"/>
            <a:ext cx="811822" cy="1753492"/>
            <a:chOff x="7518554" y="1586530"/>
            <a:chExt cx="981304" cy="2699276"/>
          </a:xfrm>
        </p:grpSpPr>
        <p:grpSp>
          <p:nvGrpSpPr>
            <p:cNvPr id="19460" name="群組 19459">
              <a:extLst>
                <a:ext uri="{FF2B5EF4-FFF2-40B4-BE49-F238E27FC236}">
                  <a16:creationId xmlns:a16="http://schemas.microsoft.com/office/drawing/2014/main" id="{C7485F08-6829-899B-C24A-0D0FB97A8BCB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2" name="橢圓 19461">
                <a:extLst>
                  <a:ext uri="{FF2B5EF4-FFF2-40B4-BE49-F238E27FC236}">
                    <a16:creationId xmlns:a16="http://schemas.microsoft.com/office/drawing/2014/main" id="{66570803-0014-F55D-3A7C-1CE267758E7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3" name="橢圓 19462">
                <a:extLst>
                  <a:ext uri="{FF2B5EF4-FFF2-40B4-BE49-F238E27FC236}">
                    <a16:creationId xmlns:a16="http://schemas.microsoft.com/office/drawing/2014/main" id="{7B3411F6-2ED3-24F7-29B7-93CC58257E8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4" name="橢圓 19463">
                <a:extLst>
                  <a:ext uri="{FF2B5EF4-FFF2-40B4-BE49-F238E27FC236}">
                    <a16:creationId xmlns:a16="http://schemas.microsoft.com/office/drawing/2014/main" id="{69B39AC5-0FFD-48CC-650B-01A1A774F163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1" name="橢圓 19460">
              <a:extLst>
                <a:ext uri="{FF2B5EF4-FFF2-40B4-BE49-F238E27FC236}">
                  <a16:creationId xmlns:a16="http://schemas.microsoft.com/office/drawing/2014/main" id="{2E03C9D0-6614-E3BC-CE54-D6DB9454D66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65" name="群組 19464">
            <a:extLst>
              <a:ext uri="{FF2B5EF4-FFF2-40B4-BE49-F238E27FC236}">
                <a16:creationId xmlns:a16="http://schemas.microsoft.com/office/drawing/2014/main" id="{D7C980AB-F3C5-2B0D-0BC0-E69FA6844A45}"/>
              </a:ext>
            </a:extLst>
          </p:cNvPr>
          <p:cNvGrpSpPr/>
          <p:nvPr/>
        </p:nvGrpSpPr>
        <p:grpSpPr>
          <a:xfrm rot="10800000">
            <a:off x="7243008" y="3369668"/>
            <a:ext cx="811822" cy="1753492"/>
            <a:chOff x="7518554" y="1586530"/>
            <a:chExt cx="981304" cy="2699276"/>
          </a:xfrm>
        </p:grpSpPr>
        <p:grpSp>
          <p:nvGrpSpPr>
            <p:cNvPr id="19466" name="群組 19465">
              <a:extLst>
                <a:ext uri="{FF2B5EF4-FFF2-40B4-BE49-F238E27FC236}">
                  <a16:creationId xmlns:a16="http://schemas.microsoft.com/office/drawing/2014/main" id="{9C18E22B-2F55-F352-08EA-BFC21BCB7CEC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8" name="橢圓 19467">
                <a:extLst>
                  <a:ext uri="{FF2B5EF4-FFF2-40B4-BE49-F238E27FC236}">
                    <a16:creationId xmlns:a16="http://schemas.microsoft.com/office/drawing/2014/main" id="{6CB29CAF-9902-44AE-93DC-D062E98C7510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9" name="橢圓 19468">
                <a:extLst>
                  <a:ext uri="{FF2B5EF4-FFF2-40B4-BE49-F238E27FC236}">
                    <a16:creationId xmlns:a16="http://schemas.microsoft.com/office/drawing/2014/main" id="{89A5C280-9A77-FA33-17A8-B2D888F7524C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0" name="橢圓 19469">
                <a:extLst>
                  <a:ext uri="{FF2B5EF4-FFF2-40B4-BE49-F238E27FC236}">
                    <a16:creationId xmlns:a16="http://schemas.microsoft.com/office/drawing/2014/main" id="{932A0D6C-691A-7978-5CFC-282D87A0889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7" name="橢圓 19466">
              <a:extLst>
                <a:ext uri="{FF2B5EF4-FFF2-40B4-BE49-F238E27FC236}">
                  <a16:creationId xmlns:a16="http://schemas.microsoft.com/office/drawing/2014/main" id="{794927CA-DCE7-D920-3896-FDAE286C9DC5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1" name="群組 19470">
            <a:extLst>
              <a:ext uri="{FF2B5EF4-FFF2-40B4-BE49-F238E27FC236}">
                <a16:creationId xmlns:a16="http://schemas.microsoft.com/office/drawing/2014/main" id="{892F16A6-9236-E566-B49A-218B8BCD0180}"/>
              </a:ext>
            </a:extLst>
          </p:cNvPr>
          <p:cNvGrpSpPr/>
          <p:nvPr/>
        </p:nvGrpSpPr>
        <p:grpSpPr>
          <a:xfrm>
            <a:off x="7926570" y="1616175"/>
            <a:ext cx="811822" cy="1753492"/>
            <a:chOff x="7518554" y="1586530"/>
            <a:chExt cx="981304" cy="2699276"/>
          </a:xfrm>
        </p:grpSpPr>
        <p:grpSp>
          <p:nvGrpSpPr>
            <p:cNvPr id="19472" name="群組 19471">
              <a:extLst>
                <a:ext uri="{FF2B5EF4-FFF2-40B4-BE49-F238E27FC236}">
                  <a16:creationId xmlns:a16="http://schemas.microsoft.com/office/drawing/2014/main" id="{9AD65989-1FC2-69BD-1386-68F2FA5FA070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74" name="橢圓 19473">
                <a:extLst>
                  <a:ext uri="{FF2B5EF4-FFF2-40B4-BE49-F238E27FC236}">
                    <a16:creationId xmlns:a16="http://schemas.microsoft.com/office/drawing/2014/main" id="{6D205F8A-2080-0C09-D97A-AD4ACFE6F83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5" name="橢圓 19474">
                <a:extLst>
                  <a:ext uri="{FF2B5EF4-FFF2-40B4-BE49-F238E27FC236}">
                    <a16:creationId xmlns:a16="http://schemas.microsoft.com/office/drawing/2014/main" id="{92D8FC3E-AFB9-F2E3-798F-C4AD0A9653F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6" name="橢圓 19475">
                <a:extLst>
                  <a:ext uri="{FF2B5EF4-FFF2-40B4-BE49-F238E27FC236}">
                    <a16:creationId xmlns:a16="http://schemas.microsoft.com/office/drawing/2014/main" id="{3F75E047-40A3-ED0A-BDFA-2FB0AC543CB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3" name="橢圓 19472">
              <a:extLst>
                <a:ext uri="{FF2B5EF4-FFF2-40B4-BE49-F238E27FC236}">
                  <a16:creationId xmlns:a16="http://schemas.microsoft.com/office/drawing/2014/main" id="{AB5CD228-4DEF-CAE7-5BA8-D61BDF06ABE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7" name="群組 19476">
            <a:extLst>
              <a:ext uri="{FF2B5EF4-FFF2-40B4-BE49-F238E27FC236}">
                <a16:creationId xmlns:a16="http://schemas.microsoft.com/office/drawing/2014/main" id="{EE4E88C9-15D5-ABE2-5FA9-168B9FF9854A}"/>
              </a:ext>
            </a:extLst>
          </p:cNvPr>
          <p:cNvGrpSpPr/>
          <p:nvPr/>
        </p:nvGrpSpPr>
        <p:grpSpPr>
          <a:xfrm rot="10800000">
            <a:off x="7878014" y="3404284"/>
            <a:ext cx="811822" cy="1753492"/>
            <a:chOff x="7518554" y="1586530"/>
            <a:chExt cx="981304" cy="2699276"/>
          </a:xfrm>
        </p:grpSpPr>
        <p:grpSp>
          <p:nvGrpSpPr>
            <p:cNvPr id="19478" name="群組 19477">
              <a:extLst>
                <a:ext uri="{FF2B5EF4-FFF2-40B4-BE49-F238E27FC236}">
                  <a16:creationId xmlns:a16="http://schemas.microsoft.com/office/drawing/2014/main" id="{F3503F44-5469-774F-B39E-D646353DEA1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0" name="橢圓 19479">
                <a:extLst>
                  <a:ext uri="{FF2B5EF4-FFF2-40B4-BE49-F238E27FC236}">
                    <a16:creationId xmlns:a16="http://schemas.microsoft.com/office/drawing/2014/main" id="{74D270CC-E35A-3076-A1F9-C55F0D320A04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1" name="橢圓 19480">
                <a:extLst>
                  <a:ext uri="{FF2B5EF4-FFF2-40B4-BE49-F238E27FC236}">
                    <a16:creationId xmlns:a16="http://schemas.microsoft.com/office/drawing/2014/main" id="{A6B47FB2-A92D-840D-29C7-37CE77A9E83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2" name="橢圓 19481">
                <a:extLst>
                  <a:ext uri="{FF2B5EF4-FFF2-40B4-BE49-F238E27FC236}">
                    <a16:creationId xmlns:a16="http://schemas.microsoft.com/office/drawing/2014/main" id="{4E4129A9-2385-CAD2-6A0D-2E4CAE21558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9" name="橢圓 19478">
              <a:extLst>
                <a:ext uri="{FF2B5EF4-FFF2-40B4-BE49-F238E27FC236}">
                  <a16:creationId xmlns:a16="http://schemas.microsoft.com/office/drawing/2014/main" id="{EA045B70-98E0-46EF-5C3F-304BFA4AC2CF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3" name="群組 19482">
            <a:extLst>
              <a:ext uri="{FF2B5EF4-FFF2-40B4-BE49-F238E27FC236}">
                <a16:creationId xmlns:a16="http://schemas.microsoft.com/office/drawing/2014/main" id="{5ED37014-FBDD-6136-5D83-5180B3AFD4C0}"/>
              </a:ext>
            </a:extLst>
          </p:cNvPr>
          <p:cNvGrpSpPr/>
          <p:nvPr/>
        </p:nvGrpSpPr>
        <p:grpSpPr>
          <a:xfrm>
            <a:off x="8541856" y="1639104"/>
            <a:ext cx="811822" cy="1753492"/>
            <a:chOff x="7518554" y="1586530"/>
            <a:chExt cx="981304" cy="2699276"/>
          </a:xfrm>
        </p:grpSpPr>
        <p:grpSp>
          <p:nvGrpSpPr>
            <p:cNvPr id="19484" name="群組 19483">
              <a:extLst>
                <a:ext uri="{FF2B5EF4-FFF2-40B4-BE49-F238E27FC236}">
                  <a16:creationId xmlns:a16="http://schemas.microsoft.com/office/drawing/2014/main" id="{37F39FE8-960C-E42B-650D-5B3FBE4DB7E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6" name="橢圓 19485">
                <a:extLst>
                  <a:ext uri="{FF2B5EF4-FFF2-40B4-BE49-F238E27FC236}">
                    <a16:creationId xmlns:a16="http://schemas.microsoft.com/office/drawing/2014/main" id="{60AFA004-3943-12A2-A6B8-6C4D346AF02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7" name="橢圓 19486">
                <a:extLst>
                  <a:ext uri="{FF2B5EF4-FFF2-40B4-BE49-F238E27FC236}">
                    <a16:creationId xmlns:a16="http://schemas.microsoft.com/office/drawing/2014/main" id="{DD862404-F54C-39FE-5E1C-B60D5CD7594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8" name="橢圓 19487">
                <a:extLst>
                  <a:ext uri="{FF2B5EF4-FFF2-40B4-BE49-F238E27FC236}">
                    <a16:creationId xmlns:a16="http://schemas.microsoft.com/office/drawing/2014/main" id="{CC3F2596-7CEF-D263-C9F4-3B2EEF2BB10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85" name="橢圓 19484">
              <a:extLst>
                <a:ext uri="{FF2B5EF4-FFF2-40B4-BE49-F238E27FC236}">
                  <a16:creationId xmlns:a16="http://schemas.microsoft.com/office/drawing/2014/main" id="{0CD57CE3-049A-A57F-59F6-F4730137A6A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9" name="群組 19488">
            <a:extLst>
              <a:ext uri="{FF2B5EF4-FFF2-40B4-BE49-F238E27FC236}">
                <a16:creationId xmlns:a16="http://schemas.microsoft.com/office/drawing/2014/main" id="{659774C7-278E-71F8-D86E-155F9C4A602E}"/>
              </a:ext>
            </a:extLst>
          </p:cNvPr>
          <p:cNvGrpSpPr/>
          <p:nvPr/>
        </p:nvGrpSpPr>
        <p:grpSpPr>
          <a:xfrm rot="10800000">
            <a:off x="8493300" y="3427213"/>
            <a:ext cx="811822" cy="1753492"/>
            <a:chOff x="7518554" y="1586530"/>
            <a:chExt cx="981304" cy="2699276"/>
          </a:xfrm>
        </p:grpSpPr>
        <p:grpSp>
          <p:nvGrpSpPr>
            <p:cNvPr id="19490" name="群組 19489">
              <a:extLst>
                <a:ext uri="{FF2B5EF4-FFF2-40B4-BE49-F238E27FC236}">
                  <a16:creationId xmlns:a16="http://schemas.microsoft.com/office/drawing/2014/main" id="{85327966-73F2-EDA5-E30B-399AF5672B6D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92" name="橢圓 19491">
                <a:extLst>
                  <a:ext uri="{FF2B5EF4-FFF2-40B4-BE49-F238E27FC236}">
                    <a16:creationId xmlns:a16="http://schemas.microsoft.com/office/drawing/2014/main" id="{1FED83A3-53CE-D38C-B2EF-5AACD9DDFDEB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3" name="橢圓 19492">
                <a:extLst>
                  <a:ext uri="{FF2B5EF4-FFF2-40B4-BE49-F238E27FC236}">
                    <a16:creationId xmlns:a16="http://schemas.microsoft.com/office/drawing/2014/main" id="{3947A022-40D7-9A20-5F03-CDB75BB465D4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4" name="橢圓 19493">
                <a:extLst>
                  <a:ext uri="{FF2B5EF4-FFF2-40B4-BE49-F238E27FC236}">
                    <a16:creationId xmlns:a16="http://schemas.microsoft.com/office/drawing/2014/main" id="{529019E6-61E2-6E1F-5C97-724EE3B1434D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91" name="橢圓 19490">
              <a:extLst>
                <a:ext uri="{FF2B5EF4-FFF2-40B4-BE49-F238E27FC236}">
                  <a16:creationId xmlns:a16="http://schemas.microsoft.com/office/drawing/2014/main" id="{4A33F983-CF12-E93E-371C-DC88DB570B31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9495" name="矩形 19494">
            <a:extLst>
              <a:ext uri="{FF2B5EF4-FFF2-40B4-BE49-F238E27FC236}">
                <a16:creationId xmlns:a16="http://schemas.microsoft.com/office/drawing/2014/main" id="{40ABC9C8-777C-7368-5FA7-D692F6F675E2}"/>
              </a:ext>
            </a:extLst>
          </p:cNvPr>
          <p:cNvSpPr/>
          <p:nvPr/>
        </p:nvSpPr>
        <p:spPr>
          <a:xfrm>
            <a:off x="721035" y="3039532"/>
            <a:ext cx="2374215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</a:t>
            </a:r>
          </a:p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9496" name="群組 19495">
            <a:extLst>
              <a:ext uri="{FF2B5EF4-FFF2-40B4-BE49-F238E27FC236}">
                <a16:creationId xmlns:a16="http://schemas.microsoft.com/office/drawing/2014/main" id="{90AE0391-9F3C-7642-4DE7-2665E34A5FBD}"/>
              </a:ext>
            </a:extLst>
          </p:cNvPr>
          <p:cNvGrpSpPr/>
          <p:nvPr/>
        </p:nvGrpSpPr>
        <p:grpSpPr>
          <a:xfrm>
            <a:off x="2436654" y="5276916"/>
            <a:ext cx="4652035" cy="1352174"/>
            <a:chOff x="516053" y="7491082"/>
            <a:chExt cx="4652035" cy="333352"/>
          </a:xfrm>
        </p:grpSpPr>
        <p:sp>
          <p:nvSpPr>
            <p:cNvPr id="19497" name="矩形 19496">
              <a:extLst>
                <a:ext uri="{FF2B5EF4-FFF2-40B4-BE49-F238E27FC236}">
                  <a16:creationId xmlns:a16="http://schemas.microsoft.com/office/drawing/2014/main" id="{8A09531F-340D-DCD0-AE16-4E1F9427D0DC}"/>
                </a:ext>
              </a:extLst>
            </p:cNvPr>
            <p:cNvSpPr/>
            <p:nvPr/>
          </p:nvSpPr>
          <p:spPr>
            <a:xfrm>
              <a:off x="589961" y="7491082"/>
              <a:ext cx="3560648" cy="302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9498" name="文字方塊 19497">
              <a:extLst>
                <a:ext uri="{FF2B5EF4-FFF2-40B4-BE49-F238E27FC236}">
                  <a16:creationId xmlns:a16="http://schemas.microsoft.com/office/drawing/2014/main" id="{7FEFE610-B464-03D9-A315-A329A8CF06AA}"/>
                </a:ext>
              </a:extLst>
            </p:cNvPr>
            <p:cNvSpPr txBox="1"/>
            <p:nvPr/>
          </p:nvSpPr>
          <p:spPr>
            <a:xfrm>
              <a:off x="942625" y="7585525"/>
              <a:ext cx="3313686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9499" name="文字方塊 19498">
              <a:extLst>
                <a:ext uri="{FF2B5EF4-FFF2-40B4-BE49-F238E27FC236}">
                  <a16:creationId xmlns:a16="http://schemas.microsoft.com/office/drawing/2014/main" id="{F671D23A-CD79-F8BF-BE7D-C9C31BA31FA8}"/>
                </a:ext>
              </a:extLst>
            </p:cNvPr>
            <p:cNvSpPr txBox="1"/>
            <p:nvPr/>
          </p:nvSpPr>
          <p:spPr>
            <a:xfrm>
              <a:off x="516053" y="7710620"/>
              <a:ext cx="4652035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3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9371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/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/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/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/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/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/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/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/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/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/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/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/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/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/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/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/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/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/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/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/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/>
        </p:nvSpPr>
        <p:spPr>
          <a:xfrm>
            <a:off x="9906010" y="5053710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/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135974" y="356830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/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/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D45435D-620A-8918-9CED-5F060A10A1F4}"/>
              </a:ext>
            </a:extLst>
          </p:cNvPr>
          <p:cNvSpPr/>
          <p:nvPr/>
        </p:nvSpPr>
        <p:spPr>
          <a:xfrm>
            <a:off x="8970749" y="504516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85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/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/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6DE284-3634-8CCE-76B1-E898B9CBE8FB}"/>
              </a:ext>
            </a:extLst>
          </p:cNvPr>
          <p:cNvGrpSpPr/>
          <p:nvPr/>
        </p:nvGrpSpPr>
        <p:grpSpPr>
          <a:xfrm>
            <a:off x="5022717" y="1900353"/>
            <a:ext cx="1598167" cy="570296"/>
            <a:chOff x="5094433" y="1791439"/>
            <a:chExt cx="1598167" cy="57029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E0FE6FC-1C00-47B3-D8D0-2A4A331D0830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61DB62D-5441-FC9B-CB84-04A5D826DE8C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9891A06C-14C6-3C5B-CF6F-8BA0B63838B5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758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1.85185E-6 L -0.0539 0.48264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5" y="2412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1.85185E-6 L -0.04792 0.4847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96" y="2423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3.7037E-6 L -0.03437 0.45186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2259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59259E-6 L -0.03594 0.4898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97" y="244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-0.16615 0.49329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07" y="24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8" grpId="0" animBg="1"/>
      <p:bldP spid="5" grpId="0" animBg="1"/>
      <p:bldP spid="19" grpId="0" animBg="1"/>
      <p:bldP spid="20" grpId="0" animBg="1"/>
      <p:bldP spid="21" grpId="0" animBg="1"/>
      <p:bldP spid="8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2508872" y="356453"/>
            <a:ext cx="7543799" cy="7092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" name="Image 189">
            <a:extLst>
              <a:ext uri="{FF2B5EF4-FFF2-40B4-BE49-F238E27FC236}">
                <a16:creationId xmlns:a16="http://schemas.microsoft.com/office/drawing/2014/main" id="{27C18892-40E0-17C3-2501-FA95F3FCF02A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94218" y="2192349"/>
            <a:ext cx="5301240" cy="312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2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橢圓 21">
            <a:extLst>
              <a:ext uri="{FF2B5EF4-FFF2-40B4-BE49-F238E27FC236}">
                <a16:creationId xmlns:a16="http://schemas.microsoft.com/office/drawing/2014/main" id="{35CDD5E4-9AC7-1181-561B-C02312240FF9}"/>
              </a:ext>
            </a:extLst>
          </p:cNvPr>
          <p:cNvSpPr/>
          <p:nvPr/>
        </p:nvSpPr>
        <p:spPr>
          <a:xfrm>
            <a:off x="3760724" y="1410090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9B2D75C-157F-E0E3-BE98-C923FAB09447}"/>
              </a:ext>
            </a:extLst>
          </p:cNvPr>
          <p:cNvGrpSpPr/>
          <p:nvPr/>
        </p:nvGrpSpPr>
        <p:grpSpPr>
          <a:xfrm>
            <a:off x="3415557" y="1950688"/>
            <a:ext cx="5055263" cy="3629421"/>
            <a:chOff x="3289601" y="1246542"/>
            <a:chExt cx="6461638" cy="4639126"/>
          </a:xfrm>
        </p:grpSpPr>
        <p:pic>
          <p:nvPicPr>
            <p:cNvPr id="25" name="圖片 2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1BAC722-74E1-7528-E7CC-632F08496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9601" y="1246542"/>
              <a:ext cx="6461638" cy="4639126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5C8EA9F-CD83-4C99-72A8-9358D21CC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17342" y="2331273"/>
              <a:ext cx="4050958" cy="2595564"/>
            </a:xfrm>
            <a:prstGeom prst="rect">
              <a:avLst/>
            </a:prstGeom>
          </p:spPr>
        </p:pic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957BDED-5FE4-0AEC-8183-277E4FA8703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8009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/>
        </p:nvGrpSpPr>
        <p:grpSpPr>
          <a:xfrm>
            <a:off x="806027" y="1804950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/>
        </p:nvGrpSpPr>
        <p:grpSpPr>
          <a:xfrm>
            <a:off x="6449954" y="1798738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D8AE975B-96A0-9E3F-504C-7532EAEDBF71}"/>
              </a:ext>
            </a:extLst>
          </p:cNvPr>
          <p:cNvSpPr/>
          <p:nvPr/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D14220-681B-0BED-22E6-537400CE3397}"/>
              </a:ext>
            </a:extLst>
          </p:cNvPr>
          <p:cNvSpPr txBox="1"/>
          <p:nvPr/>
        </p:nvSpPr>
        <p:spPr>
          <a:xfrm>
            <a:off x="2309925" y="6061258"/>
            <a:ext cx="79121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Dipeptide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二肽</a:t>
            </a:r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0436734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4.44444E-6 L 0.11406 -0.0009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03" y="-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48148E-6 L -0.12435 0.0074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24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1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3" grpId="2" animBg="1"/>
      <p:bldP spid="14" grpId="0" animBg="1"/>
      <p:bldP spid="20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/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/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pic>
        <p:nvPicPr>
          <p:cNvPr id="26" name="圖片 25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1B01DCF1-66D4-ED88-C8B1-8466856FCD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1" y="4567433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/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/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1" name="圖片 30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9ECF064-4EFF-A65F-1C4F-24E4542A8F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88" y="4531672"/>
            <a:ext cx="1464614" cy="1051518"/>
          </a:xfrm>
          <a:prstGeom prst="rect">
            <a:avLst/>
          </a:prstGeom>
        </p:spPr>
      </p:pic>
      <p:pic>
        <p:nvPicPr>
          <p:cNvPr id="32" name="圖片 31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7A3D62FD-E67C-D12C-F7ED-0BA2574D86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43" y="4548086"/>
            <a:ext cx="1464614" cy="1051518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78278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/>
        </p:nvPicPr>
        <p:blipFill rotWithShape="1">
          <a:blip r:embed="rId4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/>
        </p:nvGrpSpPr>
        <p:grpSpPr>
          <a:xfrm>
            <a:off x="6256156" y="1126414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/>
        </p:nvGrpSpPr>
        <p:grpSpPr>
          <a:xfrm>
            <a:off x="133103" y="1073052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/>
          <p:nvPr/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4741BE-C91E-DD2C-5196-65117104F956}"/>
              </a:ext>
            </a:extLst>
          </p:cNvPr>
          <p:cNvSpPr/>
          <p:nvPr/>
        </p:nvSpPr>
        <p:spPr>
          <a:xfrm>
            <a:off x="5393267" y="4758267"/>
            <a:ext cx="1532466" cy="4601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9720A-6C30-65D9-DB9C-8541AD1F743B}"/>
              </a:ext>
            </a:extLst>
          </p:cNvPr>
          <p:cNvSpPr/>
          <p:nvPr/>
        </p:nvSpPr>
        <p:spPr>
          <a:xfrm>
            <a:off x="4426018" y="2590801"/>
            <a:ext cx="2956915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041011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2.22222E-6 L 0.10742 0.003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85185E-6 L -0.1181 -0.00255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11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85185E-6 L -0.41406 0.35718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3" y="17847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1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0" grpId="2" animBg="1"/>
      <p:bldP spid="7" grpId="0" animBg="1"/>
      <p:bldP spid="9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/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/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/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/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/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/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/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/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/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/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/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/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FFC3C67-FDFE-E8C7-5D2C-A39300E213C0}"/>
              </a:ext>
            </a:extLst>
          </p:cNvPr>
          <p:cNvGrpSpPr/>
          <p:nvPr/>
        </p:nvGrpSpPr>
        <p:grpSpPr>
          <a:xfrm>
            <a:off x="5959358" y="3080449"/>
            <a:ext cx="6469235" cy="784357"/>
            <a:chOff x="5959358" y="3080449"/>
            <a:chExt cx="6469235" cy="784357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A949B83-2D57-A2DA-6E45-BE8F40D4946A}"/>
                </a:ext>
              </a:extLst>
            </p:cNvPr>
            <p:cNvSpPr/>
            <p:nvPr/>
          </p:nvSpPr>
          <p:spPr>
            <a:xfrm>
              <a:off x="5959358" y="308044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31DCC37-7F52-7513-FECA-7CE6F7F7BDCF}"/>
                </a:ext>
              </a:extLst>
            </p:cNvPr>
            <p:cNvSpPr/>
            <p:nvPr/>
          </p:nvSpPr>
          <p:spPr>
            <a:xfrm>
              <a:off x="6464131" y="309998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9E07A0A-01D9-6443-1F44-FD464770405E}"/>
                </a:ext>
              </a:extLst>
            </p:cNvPr>
            <p:cNvSpPr/>
            <p:nvPr/>
          </p:nvSpPr>
          <p:spPr>
            <a:xfrm>
              <a:off x="6913955" y="310816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26F147D-E219-4531-8E17-67AD7958ABA9}"/>
                </a:ext>
              </a:extLst>
            </p:cNvPr>
            <p:cNvSpPr/>
            <p:nvPr/>
          </p:nvSpPr>
          <p:spPr>
            <a:xfrm>
              <a:off x="7434332" y="311532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5DB6F80-8DF2-AA0C-1FD5-F679F1DF56F7}"/>
                </a:ext>
              </a:extLst>
            </p:cNvPr>
            <p:cNvSpPr/>
            <p:nvPr/>
          </p:nvSpPr>
          <p:spPr>
            <a:xfrm>
              <a:off x="7884156" y="31234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E80ADD0-2C88-0B17-E468-E9F541EDD1BD}"/>
                </a:ext>
              </a:extLst>
            </p:cNvPr>
            <p:cNvSpPr/>
            <p:nvPr/>
          </p:nvSpPr>
          <p:spPr>
            <a:xfrm>
              <a:off x="8403910" y="315765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A6AB90E-47AC-5BEC-ED6C-DF4ACCDEB6D9}"/>
                </a:ext>
              </a:extLst>
            </p:cNvPr>
            <p:cNvSpPr/>
            <p:nvPr/>
          </p:nvSpPr>
          <p:spPr>
            <a:xfrm>
              <a:off x="8853734" y="316583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9A1A8B6-927F-5E8F-2B4E-9DC406FF34A5}"/>
                </a:ext>
              </a:extLst>
            </p:cNvPr>
            <p:cNvSpPr/>
            <p:nvPr/>
          </p:nvSpPr>
          <p:spPr>
            <a:xfrm>
              <a:off x="9374111" y="317299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5616CA6-673E-DA67-5493-E58D13DEFC48}"/>
                </a:ext>
              </a:extLst>
            </p:cNvPr>
            <p:cNvSpPr/>
            <p:nvPr/>
          </p:nvSpPr>
          <p:spPr>
            <a:xfrm>
              <a:off x="9823935" y="318116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934BD5-169A-9600-7431-98608DBC3262}"/>
                </a:ext>
              </a:extLst>
            </p:cNvPr>
            <p:cNvSpPr/>
            <p:nvPr/>
          </p:nvSpPr>
          <p:spPr>
            <a:xfrm>
              <a:off x="10335631" y="315875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CF87706-9192-B1DB-34AC-5D74EE2BF356}"/>
                </a:ext>
              </a:extLst>
            </p:cNvPr>
            <p:cNvSpPr/>
            <p:nvPr/>
          </p:nvSpPr>
          <p:spPr>
            <a:xfrm>
              <a:off x="10785455" y="316693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D4878057-E33F-40D2-C1EF-7FC13C33393C}"/>
                </a:ext>
              </a:extLst>
            </p:cNvPr>
            <p:cNvSpPr/>
            <p:nvPr/>
          </p:nvSpPr>
          <p:spPr>
            <a:xfrm>
              <a:off x="11305832" y="3174094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8719D9F-6DBB-1F80-C8ED-491EACEE31FB}"/>
                </a:ext>
              </a:extLst>
            </p:cNvPr>
            <p:cNvSpPr/>
            <p:nvPr/>
          </p:nvSpPr>
          <p:spPr>
            <a:xfrm>
              <a:off x="11755656" y="318226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/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/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08FCE6B-02DB-0FE3-30CC-79C6DC4B11B0}"/>
              </a:ext>
            </a:extLst>
          </p:cNvPr>
          <p:cNvGrpSpPr/>
          <p:nvPr/>
        </p:nvGrpSpPr>
        <p:grpSpPr>
          <a:xfrm>
            <a:off x="2731842" y="1542840"/>
            <a:ext cx="11005369" cy="937062"/>
            <a:chOff x="2731842" y="1542840"/>
            <a:chExt cx="11005369" cy="937062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AE96FEF-F35D-0BDC-AACF-A2BC552E7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1842" y="1585726"/>
              <a:ext cx="1157461" cy="830998"/>
            </a:xfrm>
            <a:prstGeom prst="rect">
              <a:avLst/>
            </a:prstGeom>
          </p:spPr>
        </p:pic>
        <p:pic>
          <p:nvPicPr>
            <p:cNvPr id="34" name="圖片 3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B4C54320-A3CE-A8AC-1CF3-FACD77EF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7170" y="1542840"/>
              <a:ext cx="1157461" cy="830998"/>
            </a:xfrm>
            <a:prstGeom prst="rect">
              <a:avLst/>
            </a:prstGeom>
          </p:spPr>
        </p:pic>
        <p:pic>
          <p:nvPicPr>
            <p:cNvPr id="35" name="圖片 3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71F15EF4-5746-FBBC-8F74-31ECD707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2497" y="1584873"/>
              <a:ext cx="1157461" cy="830998"/>
            </a:xfrm>
            <a:prstGeom prst="rect">
              <a:avLst/>
            </a:prstGeom>
          </p:spPr>
        </p:pic>
        <p:pic>
          <p:nvPicPr>
            <p:cNvPr id="36" name="圖片 3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5B6D68F-825A-3BA6-6372-65DCEFE6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227" y="1593930"/>
              <a:ext cx="1157461" cy="830998"/>
            </a:xfrm>
            <a:prstGeom prst="rect">
              <a:avLst/>
            </a:prstGeom>
          </p:spPr>
        </p:pic>
        <p:pic>
          <p:nvPicPr>
            <p:cNvPr id="37" name="圖片 3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D655A6A-366F-641A-CE32-C6EBF278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554" y="1635963"/>
              <a:ext cx="1157461" cy="830998"/>
            </a:xfrm>
            <a:prstGeom prst="rect">
              <a:avLst/>
            </a:prstGeom>
          </p:spPr>
        </p:pic>
        <p:pic>
          <p:nvPicPr>
            <p:cNvPr id="38" name="圖片 37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7E6F281-1F93-63C0-235C-227A91B7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88" y="1619295"/>
              <a:ext cx="1157461" cy="830998"/>
            </a:xfrm>
            <a:prstGeom prst="rect">
              <a:avLst/>
            </a:prstGeom>
          </p:spPr>
        </p:pic>
        <p:pic>
          <p:nvPicPr>
            <p:cNvPr id="39" name="圖片 38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C6537B6-F2A7-4FFB-09A0-A4DC7AC6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2216" y="1576409"/>
              <a:ext cx="1157461" cy="830998"/>
            </a:xfrm>
            <a:prstGeom prst="rect">
              <a:avLst/>
            </a:prstGeom>
          </p:spPr>
        </p:pic>
        <p:pic>
          <p:nvPicPr>
            <p:cNvPr id="40" name="圖片 39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7B6187-167C-17E7-0309-70587B9CE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543" y="1618442"/>
              <a:ext cx="1157461" cy="830998"/>
            </a:xfrm>
            <a:prstGeom prst="rect">
              <a:avLst/>
            </a:prstGeom>
          </p:spPr>
        </p:pic>
        <p:pic>
          <p:nvPicPr>
            <p:cNvPr id="41" name="圖片 4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2863348-5E31-1EE7-0781-CDC394D72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6273" y="1627499"/>
              <a:ext cx="1157461" cy="830998"/>
            </a:xfrm>
            <a:prstGeom prst="rect">
              <a:avLst/>
            </a:prstGeom>
          </p:spPr>
        </p:pic>
        <p:pic>
          <p:nvPicPr>
            <p:cNvPr id="42" name="圖片 4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0A3D8904-1DEE-95C0-CE62-A1182E39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627" y="1627759"/>
              <a:ext cx="1157461" cy="830998"/>
            </a:xfrm>
            <a:prstGeom prst="rect">
              <a:avLst/>
            </a:prstGeom>
          </p:spPr>
        </p:pic>
        <p:pic>
          <p:nvPicPr>
            <p:cNvPr id="43" name="圖片 4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F7C2632-1C7B-B456-BA3C-546CBFBB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3955" y="1584873"/>
              <a:ext cx="1157461" cy="830998"/>
            </a:xfrm>
            <a:prstGeom prst="rect">
              <a:avLst/>
            </a:prstGeom>
          </p:spPr>
        </p:pic>
        <p:pic>
          <p:nvPicPr>
            <p:cNvPr id="44" name="圖片 4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A3D1A968-B1F5-7C75-81D9-16C2C6B1D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9282" y="1626906"/>
              <a:ext cx="1157461" cy="830998"/>
            </a:xfrm>
            <a:prstGeom prst="rect">
              <a:avLst/>
            </a:prstGeom>
          </p:spPr>
        </p:pic>
        <p:pic>
          <p:nvPicPr>
            <p:cNvPr id="45" name="圖片 4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D22026A-BFA3-335E-E0D0-F3A1A7611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8012" y="1635963"/>
              <a:ext cx="1157461" cy="830998"/>
            </a:xfrm>
            <a:prstGeom prst="rect">
              <a:avLst/>
            </a:prstGeom>
          </p:spPr>
        </p:pic>
        <p:pic>
          <p:nvPicPr>
            <p:cNvPr id="46" name="圖片 4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9A73F6C-C155-8AD8-8788-5E81E74CD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0365" y="1640700"/>
              <a:ext cx="1157461" cy="830998"/>
            </a:xfrm>
            <a:prstGeom prst="rect">
              <a:avLst/>
            </a:prstGeom>
          </p:spPr>
        </p:pic>
        <p:pic>
          <p:nvPicPr>
            <p:cNvPr id="47" name="圖片 4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6601579-0E13-C850-AB1C-0370186A9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5693" y="1597814"/>
              <a:ext cx="1157461" cy="830998"/>
            </a:xfrm>
            <a:prstGeom prst="rect">
              <a:avLst/>
            </a:prstGeom>
          </p:spPr>
        </p:pic>
        <p:pic>
          <p:nvPicPr>
            <p:cNvPr id="51" name="圖片 5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B831F84-6A89-31A9-CF95-C4EF8862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1020" y="1639847"/>
              <a:ext cx="1157461" cy="830998"/>
            </a:xfrm>
            <a:prstGeom prst="rect">
              <a:avLst/>
            </a:prstGeom>
          </p:spPr>
        </p:pic>
        <p:pic>
          <p:nvPicPr>
            <p:cNvPr id="52" name="圖片 5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38AFB21-39D6-2EFE-7B13-F6194F0CF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9750" y="1648904"/>
              <a:ext cx="1157461" cy="830998"/>
            </a:xfrm>
            <a:prstGeom prst="rect">
              <a:avLst/>
            </a:prstGeom>
          </p:spPr>
        </p:pic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 L -0.0276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18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 L -0.0276 0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0 L 8.33333E-7 0.25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0 L -0.02761 0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6.25E-7 0.25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44444E-6 L -0.02761 -4.44444E-6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8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44444E-6 L 2.08333E-7 0.25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48" grpId="0" animBg="1"/>
      <p:bldP spid="48" grpId="1" animBg="1"/>
      <p:bldP spid="49" grpId="0" animBg="1"/>
      <p:bldP spid="60" grpId="0" animBg="1"/>
      <p:bldP spid="60" grpId="1" animBg="1"/>
      <p:bldP spid="61" grpId="0" animBg="1"/>
      <p:bldP spid="61" grpId="1" animBg="1"/>
      <p:bldP spid="62" grpId="0" animBg="1"/>
      <p:bldP spid="63" grpId="0" animBg="1"/>
      <p:bldP spid="63" grpId="1" animBg="1"/>
      <p:bldP spid="64" grpId="0" animBg="1"/>
      <p:bldP spid="64" grpId="1" animBg="1"/>
      <p:bldP spid="65" grpId="0" animBg="1"/>
      <p:bldP spid="66" grpId="0" animBg="1"/>
      <p:bldP spid="66" grpId="1" animBg="1"/>
      <p:bldP spid="67" grpId="0" animBg="1"/>
      <p:bldP spid="67" grpId="1" animBg="1"/>
      <p:bldP spid="68" grpId="0" animBg="1"/>
      <p:bldP spid="5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3" name="Image 197">
            <a:extLst>
              <a:ext uri="{FF2B5EF4-FFF2-40B4-BE49-F238E27FC236}">
                <a16:creationId xmlns:a16="http://schemas.microsoft.com/office/drawing/2014/main" id="{EF655378-B52F-DB19-C68D-952650069AB6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16486" y="1242476"/>
            <a:ext cx="7470275" cy="456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1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2187805" y="177869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2782967" y="177869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3378129" y="17881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4041090" y="18043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4646228" y="182513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5263732" y="184594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914327" y="186674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6554173" y="19068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7204768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7822272" y="186674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8417434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9037679" y="197197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22B1B89-38C1-2B8F-EED7-9E6B9E9483AC}"/>
              </a:ext>
            </a:extLst>
          </p:cNvPr>
          <p:cNvSpPr txBox="1"/>
          <p:nvPr/>
        </p:nvSpPr>
        <p:spPr>
          <a:xfrm>
            <a:off x="6890641" y="115422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1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F73CEFA-A573-B32C-36EC-957A66DB73D9}"/>
              </a:ext>
            </a:extLst>
          </p:cNvPr>
          <p:cNvSpPr txBox="1"/>
          <p:nvPr/>
        </p:nvSpPr>
        <p:spPr>
          <a:xfrm>
            <a:off x="6890641" y="495459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2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2705192" y="378330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3349396" y="378330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4602564" y="378139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759531" y="380219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6325058" y="381940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6954331" y="385419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756352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812954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9601495" y="197197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10156228" y="20227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D060ADE6-471B-51E6-96C8-15BA63825345}"/>
              </a:ext>
            </a:extLst>
          </p:cNvPr>
          <p:cNvGrpSpPr/>
          <p:nvPr/>
        </p:nvGrpSpPr>
        <p:grpSpPr>
          <a:xfrm>
            <a:off x="3517629" y="2747671"/>
            <a:ext cx="8491529" cy="1953907"/>
            <a:chOff x="3517629" y="2747671"/>
            <a:chExt cx="8491529" cy="1953907"/>
          </a:xfrm>
        </p:grpSpPr>
        <p:sp>
          <p:nvSpPr>
            <p:cNvPr id="91" name="箭號: 上-下雙向 90">
              <a:extLst>
                <a:ext uri="{FF2B5EF4-FFF2-40B4-BE49-F238E27FC236}">
                  <a16:creationId xmlns:a16="http://schemas.microsoft.com/office/drawing/2014/main" id="{A453539D-544D-2753-B977-475C3A7EE9D2}"/>
                </a:ext>
              </a:extLst>
            </p:cNvPr>
            <p:cNvSpPr/>
            <p:nvPr/>
          </p:nvSpPr>
          <p:spPr>
            <a:xfrm>
              <a:off x="3517629" y="274848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2" name="箭號: 上-下雙向 91">
              <a:extLst>
                <a:ext uri="{FF2B5EF4-FFF2-40B4-BE49-F238E27FC236}">
                  <a16:creationId xmlns:a16="http://schemas.microsoft.com/office/drawing/2014/main" id="{491F24FC-88F1-2D09-312F-82A5A380B291}"/>
                </a:ext>
              </a:extLst>
            </p:cNvPr>
            <p:cNvSpPr/>
            <p:nvPr/>
          </p:nvSpPr>
          <p:spPr>
            <a:xfrm>
              <a:off x="4714027" y="2747672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3" name="箭號: 上-下雙向 92">
              <a:extLst>
                <a:ext uri="{FF2B5EF4-FFF2-40B4-BE49-F238E27FC236}">
                  <a16:creationId xmlns:a16="http://schemas.microsoft.com/office/drawing/2014/main" id="{4213FFAF-1FFD-A569-7AEB-538F75463D5F}"/>
                </a:ext>
              </a:extLst>
            </p:cNvPr>
            <p:cNvSpPr/>
            <p:nvPr/>
          </p:nvSpPr>
          <p:spPr>
            <a:xfrm>
              <a:off x="5910425" y="2747671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4" name="箭號: 上-下雙向 93">
              <a:extLst>
                <a:ext uri="{FF2B5EF4-FFF2-40B4-BE49-F238E27FC236}">
                  <a16:creationId xmlns:a16="http://schemas.microsoft.com/office/drawing/2014/main" id="{CCEC94FC-F6D5-15B7-F288-422D918ACDE0}"/>
                </a:ext>
              </a:extLst>
            </p:cNvPr>
            <p:cNvSpPr/>
            <p:nvPr/>
          </p:nvSpPr>
          <p:spPr>
            <a:xfrm>
              <a:off x="6894634" y="276591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F225EF9E-FB9D-AA21-A13F-E1E90FA50DA8}"/>
                </a:ext>
              </a:extLst>
            </p:cNvPr>
            <p:cNvSpPr txBox="1"/>
            <p:nvPr/>
          </p:nvSpPr>
          <p:spPr>
            <a:xfrm>
              <a:off x="7408935" y="2998036"/>
              <a:ext cx="27870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Hydrogen bonds</a:t>
              </a:r>
              <a:endParaRPr lang="zh-HK" altLang="en-US" sz="2000" dirty="0">
                <a:solidFill>
                  <a:srgbClr val="FF0000"/>
                </a:solidFill>
                <a:latin typeface="Roboto Black" panose="02000000000000000000" pitchFamily="2" charset="0"/>
              </a:endParaRPr>
            </a:p>
          </p:txBody>
        </p:sp>
        <p:pic>
          <p:nvPicPr>
            <p:cNvPr id="96" name="Image 216">
              <a:extLst>
                <a:ext uri="{FF2B5EF4-FFF2-40B4-BE49-F238E27FC236}">
                  <a16:creationId xmlns:a16="http://schemas.microsoft.com/office/drawing/2014/main" id="{93FB61D6-5A57-4B85-2211-7F00BDDDCA2E}"/>
                </a:ext>
              </a:extLst>
            </p:cNvPr>
            <p:cNvPicPr>
              <a:picLocks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07480" y="3467085"/>
              <a:ext cx="3101678" cy="123449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15351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/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89A63-54E9-B64E-53BC-3718841746FE}"/>
              </a:ext>
            </a:extLst>
          </p:cNvPr>
          <p:cNvSpPr txBox="1"/>
          <p:nvPr/>
        </p:nvSpPr>
        <p:spPr>
          <a:xfrm>
            <a:off x="7275444" y="3996582"/>
            <a:ext cx="4312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Foldings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give rise to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3D conformation </a:t>
            </a:r>
            <a:endParaRPr lang="zh-HK" altLang="en-US" sz="3600" b="1" dirty="0">
              <a:highlight>
                <a:srgbClr val="FFFF00"/>
              </a:highlight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B1F4D33-DD48-4DC9-11EC-2B4C9C2F3186}"/>
              </a:ext>
            </a:extLst>
          </p:cNvPr>
          <p:cNvGrpSpPr/>
          <p:nvPr/>
        </p:nvGrpSpPr>
        <p:grpSpPr>
          <a:xfrm>
            <a:off x="7768924" y="2305368"/>
            <a:ext cx="4312117" cy="2520071"/>
            <a:chOff x="7768924" y="2305368"/>
            <a:chExt cx="4312117" cy="2520071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C1A668C6-4B78-22F0-A253-CBC023A1F7F0}"/>
                </a:ext>
              </a:extLst>
            </p:cNvPr>
            <p:cNvSpPr txBox="1"/>
            <p:nvPr/>
          </p:nvSpPr>
          <p:spPr>
            <a:xfrm>
              <a:off x="7768924" y="3071113"/>
              <a:ext cx="431211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600" b="1" dirty="0">
                  <a:highlight>
                    <a:srgbClr val="FFFF00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3D conformation determine protein functions </a:t>
              </a:r>
              <a:endParaRPr lang="zh-HK" altLang="en-US" sz="3600" b="1" dirty="0">
                <a:highlight>
                  <a:srgbClr val="FFFF00"/>
                </a:highlight>
                <a:latin typeface="Roboto Black" panose="02000000000000000000" pitchFamily="2" charset="0"/>
              </a:endParaRPr>
            </a:p>
          </p:txBody>
        </p:sp>
        <p:sp>
          <p:nvSpPr>
            <p:cNvPr id="9" name="箭號: 向下 8">
              <a:extLst>
                <a:ext uri="{FF2B5EF4-FFF2-40B4-BE49-F238E27FC236}">
                  <a16:creationId xmlns:a16="http://schemas.microsoft.com/office/drawing/2014/main" id="{2DD9A34D-DAD9-B4F3-34EE-AEC59CCFAC02}"/>
                </a:ext>
              </a:extLst>
            </p:cNvPr>
            <p:cNvSpPr/>
            <p:nvPr/>
          </p:nvSpPr>
          <p:spPr>
            <a:xfrm>
              <a:off x="8976298" y="2305368"/>
              <a:ext cx="1341984" cy="59136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/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4833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3.7037E-7 L 0.02617 -0.42338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2" y="-21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7" grpId="1"/>
      <p:bldP spid="12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1725753" y="156553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2677166" y="137659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3149888" y="15663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3571946" y="130479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5246842" y="32810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4808699" y="17473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764499" y="2640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6250578" y="253411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6597343" y="22570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6759156" y="2746461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817376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939777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2715703" y="404220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3564680" y="35513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4448927" y="361821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042930" y="359162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612333" y="371536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6776583" y="325035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6818442" y="378817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7601643" y="424354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9483291" y="3975634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9819759" y="29664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9061308" y="14259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484C54-3561-8206-2630-A414F715128A}"/>
              </a:ext>
            </a:extLst>
          </p:cNvPr>
          <p:cNvSpPr txBox="1"/>
          <p:nvPr/>
        </p:nvSpPr>
        <p:spPr>
          <a:xfrm>
            <a:off x="600947" y="5595280"/>
            <a:ext cx="11906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Suboptimal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pH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and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temperature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HK" sz="36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denature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proteins</a:t>
            </a:r>
            <a:endParaRPr lang="zh-HK" altLang="en-US" sz="3600" b="1" dirty="0">
              <a:latin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06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FA095959831242BCFF110D74D7CDE7" ma:contentTypeVersion="20" ma:contentTypeDescription="Create a new document." ma:contentTypeScope="" ma:versionID="e279ce52a01a369b10626221389e17ec">
  <xsd:schema xmlns:xsd="http://www.w3.org/2001/XMLSchema" xmlns:xs="http://www.w3.org/2001/XMLSchema" xmlns:p="http://schemas.microsoft.com/office/2006/metadata/properties" xmlns:ns2="a29c9da9-055b-4406-9f8c-bbebc2780825" xmlns:ns3="3d655a60-d6a2-4277-9875-2b64c2bf2949" targetNamespace="http://schemas.microsoft.com/office/2006/metadata/properties" ma:root="true" ma:fieldsID="af8562108beebc18912e7869e3325fe8" ns2:_="" ns3:_="">
    <xsd:import namespace="a29c9da9-055b-4406-9f8c-bbebc2780825"/>
    <xsd:import namespace="3d655a60-d6a2-4277-9875-2b64c2bf2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c9da9-055b-4406-9f8c-bbebc2780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55a60-d6a2-4277-9875-2b64c2bf2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e0cda4-9c8d-4422-aedc-dc5db80a8e54}" ma:internalName="TaxCatchAll" ma:showField="CatchAllData" ma:web="3d655a60-d6a2-4277-9875-2b64c2bf2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655a60-d6a2-4277-9875-2b64c2bf2949" xsi:nil="true"/>
    <lcf76f155ced4ddcb4097134ff3c332f xmlns="a29c9da9-055b-4406-9f8c-bbebc278082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CE731E6-A121-4917-B6F7-29720DF8B49A}"/>
</file>

<file path=customXml/itemProps2.xml><?xml version="1.0" encoding="utf-8"?>
<ds:datastoreItem xmlns:ds="http://schemas.openxmlformats.org/officeDocument/2006/customXml" ds:itemID="{0663976F-A683-4012-B10A-E2A29F73DB3B}"/>
</file>

<file path=customXml/itemProps3.xml><?xml version="1.0" encoding="utf-8"?>
<ds:datastoreItem xmlns:ds="http://schemas.openxmlformats.org/officeDocument/2006/customXml" ds:itemID="{2265D956-6861-47E2-9BDB-2359FC771A39}"/>
</file>

<file path=docProps/app.xml><?xml version="1.0" encoding="utf-8"?>
<Properties xmlns="http://schemas.openxmlformats.org/officeDocument/2006/extended-properties" xmlns:vt="http://schemas.openxmlformats.org/officeDocument/2006/docPropsVTypes">
  <TotalTime>26135</TotalTime>
  <Words>1452</Words>
  <Application>Microsoft Office PowerPoint</Application>
  <PresentationFormat>寬螢幕</PresentationFormat>
  <Paragraphs>665</Paragraphs>
  <Slides>38</Slides>
  <Notes>30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38</vt:i4>
      </vt:variant>
    </vt:vector>
  </HeadingPairs>
  <TitlesOfParts>
    <vt:vector size="45" baseType="lpstr">
      <vt:lpstr>Google Sans</vt:lpstr>
      <vt:lpstr>微軟正黑體</vt:lpstr>
      <vt:lpstr>Aptos</vt:lpstr>
      <vt:lpstr>Aptos Display</vt:lpstr>
      <vt:lpstr>Arial</vt:lpstr>
      <vt:lpstr>Roboto Black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</dc:creator>
  <cp:lastModifiedBy>Michael</cp:lastModifiedBy>
  <cp:revision>83</cp:revision>
  <dcterms:created xsi:type="dcterms:W3CDTF">2024-07-02T07:22:02Z</dcterms:created>
  <dcterms:modified xsi:type="dcterms:W3CDTF">2025-07-23T03:27:38Z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0x010100BAFA095959831242BCFF110D74D7CDE7</vt:lpwstr>
  </property>
</Properties>
</file>