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0_7E7FB0B2.xml" ContentType="application/vnd.ms-powerpoint.comments+xml"/>
  <Override PartName="/ppt/notesSlides/notesSlide1.xml" ContentType="application/vnd.openxmlformats-officedocument.presentationml.notesSlide+xml"/>
  <Override PartName="/ppt/comments/modernComment_101_B68BC93F.xml" ContentType="application/vnd.ms-powerpoint.comments+xml"/>
  <Override PartName="/ppt/comments/modernComment_102_773A1401.xml" ContentType="application/vnd.ms-powerpoint.comments+xml"/>
  <Override PartName="/ppt/comments/modernComment_103_EC8CE0E2.xml" ContentType="application/vnd.ms-powerpoint.comments+xml"/>
  <Override PartName="/ppt/comments/modernComment_104_E19E15A9.xml" ContentType="application/vnd.ms-powerpoint.comments+xml"/>
  <Override PartName="/ppt/notesSlides/notesSlide2.xml" ContentType="application/vnd.openxmlformats-officedocument.presentationml.notesSlide+xml"/>
  <Override PartName="/ppt/comments/modernComment_105_8E005279.xml" ContentType="application/vnd.ms-powerpoint.comments+xml"/>
  <Override PartName="/ppt/comments/modernComment_106_9CB36B07.xml" ContentType="application/vnd.ms-powerpoint.comments+xml"/>
  <Override PartName="/ppt/comments/modernComment_107_C8A4B3FF.xml" ContentType="application/vnd.ms-powerpoint.comments+xml"/>
  <Override PartName="/ppt/notesSlides/notesSlide3.xml" ContentType="application/vnd.openxmlformats-officedocument.presentationml.notesSlide+xml"/>
  <Override PartName="/ppt/comments/modernComment_108_C6E9A75.xml" ContentType="application/vnd.ms-powerpoint.comments+xml"/>
  <Override PartName="/ppt/notesSlides/notesSlide4.xml" ContentType="application/vnd.openxmlformats-officedocument.presentationml.notesSlide+xml"/>
  <Override PartName="/ppt/comments/modernComment_10A_48759458.xml" ContentType="application/vnd.ms-powerpoint.comments+xml"/>
  <Override PartName="/ppt/notesSlides/notesSlide5.xml" ContentType="application/vnd.openxmlformats-officedocument.presentationml.notesSlide+xml"/>
  <Override PartName="/ppt/comments/modernComment_111_A72B7C8A.xml" ContentType="application/vnd.ms-powerpoint.comments+xml"/>
  <Override PartName="/ppt/comments/modernComment_10B_729C4C1A.xml" ContentType="application/vnd.ms-powerpoint.comments+xml"/>
  <Override PartName="/ppt/notesSlides/notesSlide6.xml" ContentType="application/vnd.openxmlformats-officedocument.presentationml.notesSlide+xml"/>
  <Override PartName="/ppt/comments/modernComment_10C_79FD454C.xml" ContentType="application/vnd.ms-powerpoint.comments+xml"/>
  <Override PartName="/ppt/notesSlides/notesSlide7.xml" ContentType="application/vnd.openxmlformats-officedocument.presentationml.notesSlide+xml"/>
  <Override PartName="/ppt/comments/modernComment_112_461D9D81.xml" ContentType="application/vnd.ms-powerpoint.comments+xml"/>
  <Override PartName="/ppt/notesSlides/notesSlide8.xml" ContentType="application/vnd.openxmlformats-officedocument.presentationml.notesSlide+xml"/>
  <Override PartName="/ppt/comments/modernComment_10E_A1FA6A11.xml" ContentType="application/vnd.ms-powerpoint.comments+xml"/>
  <Override PartName="/ppt/notesSlides/notesSlide9.xml" ContentType="application/vnd.openxmlformats-officedocument.presentationml.notesSlide+xml"/>
  <Override PartName="/ppt/comments/modernComment_10F_EA52E60E.xml" ContentType="application/vnd.ms-powerpoint.comments+xml"/>
  <Override PartName="/ppt/notesSlides/notesSlide10.xml" ContentType="application/vnd.openxmlformats-officedocument.presentationml.notesSlide+xml"/>
  <Override PartName="/ppt/comments/modernComment_110_38B99851.xml" ContentType="application/vnd.ms-powerpoint.comments+xml"/>
  <Override PartName="/ppt/notesSlides/notesSlide11.xml" ContentType="application/vnd.openxmlformats-officedocument.presentationml.notesSlide+xml"/>
  <Override PartName="/ppt/comments/modernComment_113_FB09948C.xml" ContentType="application/vnd.ms-powerpoint.comments+xml"/>
  <Override PartName="/ppt/notesSlides/notesSlide12.xml" ContentType="application/vnd.openxmlformats-officedocument.presentationml.notesSlide+xml"/>
  <Override PartName="/ppt/comments/modernComment_115_C1491A20.xml" ContentType="application/vnd.ms-powerpoint.comments+xml"/>
  <Override PartName="/ppt/notesSlides/notesSlide13.xml" ContentType="application/vnd.openxmlformats-officedocument.presentationml.notesSlide+xml"/>
  <Override PartName="/ppt/comments/modernComment_116_91B8AC2F.xml" ContentType="application/vnd.ms-powerpoint.comments+xml"/>
  <Override PartName="/ppt/notesSlides/notesSlide14.xml" ContentType="application/vnd.openxmlformats-officedocument.presentationml.notesSlide+xml"/>
  <Override PartName="/ppt/comments/modernComment_117_C1176A3B.xml" ContentType="application/vnd.ms-powerpoint.comments+xml"/>
  <Override PartName="/ppt/notesSlides/notesSlide15.xml" ContentType="application/vnd.openxmlformats-officedocument.presentationml.notesSlide+xml"/>
  <Override PartName="/ppt/comments/modernComment_118_E0B21D5F.xml" ContentType="application/vnd.ms-powerpoint.comments+xml"/>
  <Override PartName="/ppt/notesSlides/notesSlide16.xml" ContentType="application/vnd.openxmlformats-officedocument.presentationml.notesSlide+xml"/>
  <Override PartName="/ppt/comments/modernComment_119_12835CAB.xml" ContentType="application/vnd.ms-powerpoint.comments+xml"/>
  <Override PartName="/ppt/notesSlides/notesSlide17.xml" ContentType="application/vnd.openxmlformats-officedocument.presentationml.notesSlide+xml"/>
  <Override PartName="/ppt/comments/modernComment_11A_DAFCBB7.xml" ContentType="application/vnd.ms-powerpoint.comments+xml"/>
  <Override PartName="/ppt/notesSlides/notesSlide18.xml" ContentType="application/vnd.openxmlformats-officedocument.presentationml.notesSlide+xml"/>
  <Override PartName="/ppt/comments/modernComment_11B_1EF4FAEF.xml" ContentType="application/vnd.ms-powerpoint.comments+xml"/>
  <Override PartName="/ppt/notesSlides/notesSlide19.xml" ContentType="application/vnd.openxmlformats-officedocument.presentationml.notesSlide+xml"/>
  <Override PartName="/ppt/comments/modernComment_11C_1D14226F.xml" ContentType="application/vnd.ms-powerpoint.comments+xml"/>
  <Override PartName="/ppt/notesSlides/notesSlide20.xml" ContentType="application/vnd.openxmlformats-officedocument.presentationml.notesSlide+xml"/>
  <Override PartName="/ppt/comments/modernComment_11D_31EC9458.xml" ContentType="application/vnd.ms-powerpoint.comments+xml"/>
  <Override PartName="/ppt/notesSlides/notesSlide21.xml" ContentType="application/vnd.openxmlformats-officedocument.presentationml.notesSlide+xml"/>
  <Override PartName="/ppt/comments/modernComment_11E_8DA20B8.xml" ContentType="application/vnd.ms-powerpoint.comments+xml"/>
  <Override PartName="/ppt/notesSlides/notesSlide22.xml" ContentType="application/vnd.openxmlformats-officedocument.presentationml.notesSlide+xml"/>
  <Override PartName="/ppt/comments/modernComment_121_A5B4DE54.xml" ContentType="application/vnd.ms-powerpoint.comments+xml"/>
  <Override PartName="/ppt/notesSlides/notesSlide23.xml" ContentType="application/vnd.openxmlformats-officedocument.presentationml.notesSlide+xml"/>
  <Override PartName="/ppt/comments/modernComment_122_B56AC573.xml" ContentType="application/vnd.ms-powerpoint.comments+xml"/>
  <Override PartName="/ppt/notesSlides/notesSlide24.xml" ContentType="application/vnd.openxmlformats-officedocument.presentationml.notesSlide+xml"/>
  <Override PartName="/ppt/comments/modernComment_123_463B1B5C.xml" ContentType="application/vnd.ms-powerpoint.comments+xml"/>
  <Override PartName="/ppt/notesSlides/notesSlide25.xml" ContentType="application/vnd.openxmlformats-officedocument.presentationml.notesSlide+xml"/>
  <Override PartName="/ppt/comments/modernComment_126_79A75DFB.xml" ContentType="application/vnd.ms-powerpoint.comments+xml"/>
  <Override PartName="/ppt/notesSlides/notesSlide26.xml" ContentType="application/vnd.openxmlformats-officedocument.presentationml.notesSlide+xml"/>
  <Override PartName="/ppt/comments/modernComment_127_78DD999B.xml" ContentType="application/vnd.ms-powerpoint.comments+xml"/>
  <Override PartName="/ppt/notesSlides/notesSlide27.xml" ContentType="application/vnd.openxmlformats-officedocument.presentationml.notesSlide+xml"/>
  <Override PartName="/ppt/comments/modernComment_128_9C5C8F7A.xml" ContentType="application/vnd.ms-powerpoint.comments+xml"/>
  <Override PartName="/ppt/notesSlides/notesSlide28.xml" ContentType="application/vnd.openxmlformats-officedocument.presentationml.notesSlide+xml"/>
  <Override PartName="/ppt/comments/modernComment_129_7E15B2CA.xml" ContentType="application/vnd.ms-powerpoint.comments+xml"/>
  <Override PartName="/ppt/notesSlides/notesSlide29.xml" ContentType="application/vnd.openxmlformats-officedocument.presentationml.notesSlide+xml"/>
  <Override PartName="/ppt/comments/modernComment_12A_97E48315.xml" ContentType="application/vnd.ms-powerpoint.comments+xml"/>
  <Override PartName="/ppt/notesSlides/notesSlide30.xml" ContentType="application/vnd.openxmlformats-officedocument.presentationml.notesSlide+xml"/>
  <Override PartName="/ppt/comments/modernComment_12B_BC97BBEB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312" r:id="rId13"/>
    <p:sldId id="264" r:id="rId14"/>
    <p:sldId id="266" r:id="rId15"/>
    <p:sldId id="273" r:id="rId16"/>
    <p:sldId id="267" r:id="rId17"/>
    <p:sldId id="268" r:id="rId18"/>
    <p:sldId id="274" r:id="rId19"/>
    <p:sldId id="270" r:id="rId20"/>
    <p:sldId id="271" r:id="rId21"/>
    <p:sldId id="272" r:id="rId22"/>
    <p:sldId id="275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9" r:id="rId34"/>
    <p:sldId id="290" r:id="rId35"/>
    <p:sldId id="291" r:id="rId36"/>
    <p:sldId id="294" r:id="rId37"/>
    <p:sldId id="295" r:id="rId38"/>
    <p:sldId id="296" r:id="rId39"/>
    <p:sldId id="297" r:id="rId40"/>
    <p:sldId id="298" r:id="rId41"/>
    <p:sldId id="299" r:id="rId42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050828-9684-2C2F-5964-D8BA849A7E1F}" name="Michael" initials="M" userId="S::michael@unipluseducation.com::57a48002-65f5-4683-bf44-e785d4ac3a5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78206E"/>
    <a:srgbClr val="156082"/>
    <a:srgbClr val="555877"/>
    <a:srgbClr val="FE9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04" autoAdjust="0"/>
    <p:restoredTop sz="94692"/>
  </p:normalViewPr>
  <p:slideViewPr>
    <p:cSldViewPr snapToGrid="0">
      <p:cViewPr varScale="1">
        <p:scale>
          <a:sx n="87" d="100"/>
          <a:sy n="87" d="100"/>
        </p:scale>
        <p:origin x="168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omments/modernComment_10A_4875945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28763E-BA30-427D-8FFF-1608F920C2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0B_729C4C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B43010-241F-4B58-A386-A1F469DF1C0F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0C_79FD454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EA98A8F-C776-48BB-935E-3315BFED8825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0E_A1FA6A1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0F_EA52E60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F1083A4-185C-4408-86EF-39E776F56827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1A_DAFCBB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D4D4B9-D251-4415-909B-7A67F8DA4836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1B_1EF4FAE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2E7C4BA-EDD6-4272-9392-AFEA0A9AC1B3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1C_1D14226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92088C9-A8FD-4968-A108-F8D87501AA29}" authorId="{97050828-9684-2C2F-5964-D8BA849A7E1F}" created="2024-07-02T10:34:43.225">
    <pc:sldMkLst xmlns:pc="http://schemas.microsoft.com/office/powerpoint/2013/main/command">
      <pc:docMk/>
      <pc:sldMk cId="208575093" sldId="264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1D_31EC945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41C487-6781-4072-A114-5A04A7FE3010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1E_8DA20B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1735FE-234D-48AF-B0D7-5B009C341628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A_97E4831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0110F3-5ED5-477E-9DA6-C5F7A91AF326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B_BC97BBE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568E83-3D01-41D9-B87F-12F86F63B3DD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00_7E7FB0B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1E90F7-20FD-4CC6-9263-84298EE3D95C}" authorId="{97050828-9684-2C2F-5964-D8BA849A7E1F}" created="2024-07-02T08:34:59.137">
    <pc:sldMkLst xmlns:pc="http://schemas.microsoft.com/office/powerpoint/2013/main/command">
      <pc:docMk/>
      <pc:sldMk cId="2122297522" sldId="256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01_B68BC93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02_773A140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3FF48D1-FCA2-443A-AB61-BE095B03EC59}" authorId="{97050828-9684-2C2F-5964-D8BA849A7E1F}" created="2024-07-02T10:33:55.702">
    <pc:sldMkLst xmlns:pc="http://schemas.microsoft.com/office/powerpoint/2013/main/command">
      <pc:docMk/>
      <pc:sldMk cId="2000294913" sldId="258"/>
    </pc:sldMkLst>
    <p188:txBody>
      <a:bodyPr/>
      <a:lstStyle/>
      <a:p>
        <a:r>
          <a:rPr lang="zh-HK" altLang="en-US"/>
          <a:t>P.5
</a:t>
        </a:r>
      </a:p>
    </p188:txBody>
  </p188:cm>
</p188:cmLst>
</file>

<file path=ppt/comments/modernComment_103_EC8CE0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BED854-03C0-40C1-BA00-C66AE7CA6D3E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P.5
</a:t>
        </a:r>
      </a:p>
    </p188:txBody>
  </p188:cm>
</p188:cmLst>
</file>

<file path=ppt/comments/modernComment_104_E19E15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6F4648-85C6-45B7-8073-B68129D2B95C}" authorId="{97050828-9684-2C2F-5964-D8BA849A7E1F}" created="2024-07-02T10:34:07.902">
    <pc:sldMkLst xmlns:pc="http://schemas.microsoft.com/office/powerpoint/2013/main/command">
      <pc:docMk/>
      <pc:sldMk cId="3785233833" sldId="260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05_8E0052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06_9CB36B0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5E81BD-7B0A-4326-AF3B-CF1DB9D4B97C}" authorId="{97050828-9684-2C2F-5964-D8BA849A7E1F}" created="2024-07-02T10:34:21.461">
    <pc:sldMkLst xmlns:pc="http://schemas.microsoft.com/office/powerpoint/2013/main/command">
      <pc:docMk/>
      <pc:sldMk cId="2629004039" sldId="262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07_C8A4B3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A4550B0-DF75-4677-BAD8-7C3F256DC8ED}" authorId="{97050828-9684-2C2F-5964-D8BA849A7E1F}" created="2024-07-02T10:34:29.067">
    <pc:sldMkLst xmlns:pc="http://schemas.microsoft.com/office/powerpoint/2013/main/command">
      <pc:docMk/>
      <pc:sldMk cId="3366237183" sldId="263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08_C6E9A7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550786-9DBA-46A5-8B1F-47C21FEAF9C1}" authorId="{97050828-9684-2C2F-5964-D8BA849A7E1F}" created="2024-07-02T10:34:43.225">
    <pc:sldMkLst xmlns:pc="http://schemas.microsoft.com/office/powerpoint/2013/main/command">
      <pc:docMk/>
      <pc:sldMk cId="208575093" sldId="264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10_38B998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B0EDA8-3665-4043-A7E0-08EA7C9FE65E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11_A72B7C8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B1EAC7-9D8C-4634-AF45-A0383DB74655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12_461D9D8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D2C2EF-7E05-44C8-93D2-9C3A005DD76E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13_FB09948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7D5AD3-72DA-43D2-ABD0-3FCBBE62182F}" authorId="{97050828-9684-2C2F-5964-D8BA849A7E1F}" created="2024-07-02T10:34:43.225">
    <pc:sldMkLst xmlns:pc="http://schemas.microsoft.com/office/powerpoint/2013/main/command">
      <pc:docMk/>
      <pc:sldMk cId="208575093" sldId="264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15_C1491A2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59BCEBC-A902-45B4-9E6D-4623720DDE55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16_91B8AC2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CC3A9A-6644-458C-AE81-A530A9AFFEA7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17_C1176A3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18_E0B21D5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AE483A-5E59-4BA9-B135-C249D61EEED9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19_12835CA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E6570C1-75F1-488D-BE8B-B3D0E84550FA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21_A5B4DE5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F5578D8-3C62-4426-BDB2-C457ADBF3340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2_B56AC57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7CE276-E28E-462F-A2D9-574903E555FF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3_463B1B5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128155-1C3A-461B-A2BD-41EEBED9BF9F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6_79A75DF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E6EEFB-8435-48E1-A057-865D12A8B9CD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7_78DD999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8_9C5C8F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3FE1B64-D171-42BD-93A1-49B231EC78A5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9_7E15B2C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2E6DB2-EC85-42DF-AFB8-5C103CA74AD6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710D1D-B55B-45B8-B7B4-7E2CB91FDFE2}" type="datetimeFigureOut">
              <a:rPr lang="zh-HK" altLang="en-US" smtClean="0"/>
              <a:t>05/07/26</a:t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9CED1-24F9-428C-96FE-5682AA841E7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58539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91982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45970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31466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14834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10020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17831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8668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287674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31650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94569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909183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839089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126154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45399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320327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285654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381261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591773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118876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33218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537102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245680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775992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123767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3771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E77193-7D0F-4BC6-5A36-51FB883C6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1D0636-7ED2-84B2-1525-1077B1292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249D10-FA2E-2CCA-1EC3-5BF4784C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05/07/26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CC4C89-F95A-DFB0-B9C8-5E1ADD90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5C4568-3FDF-76B3-2B4E-37684ABA0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61482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BCDA02-8F66-D8F8-6A85-DD01E4D78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E02ABA-D9C7-C84E-8B62-3EB25A195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9AE67D-7F19-AC25-65E4-979749A7D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05/07/26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D97FFE-36EB-FC00-0EAE-4A9A68995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76B275-082B-9CF3-88A4-304A977FC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69062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968B3D-EF94-55EC-5C09-6344C4A68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7C22BC2-9F95-7800-59FC-33C123C1D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777E40-8FD6-BA6A-D554-3A6602CD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05/07/26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64D8AA-D9CE-DA2B-74D5-888523711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0D0561-9441-E16F-7063-001395CF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84558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D94468-8AAB-6060-628B-67935EDC9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2C0A2B-E133-379D-89C1-02AE12D48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BE3DBD-1344-CBC2-74BD-1EB241126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9CAA884-1A11-5754-B246-4F73106F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05/07/26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DF7252-43C3-032F-341C-F0BAEC67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88C1DD3-BA2B-4796-7882-43B911716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2592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28CD6E-2CBA-BF15-6FDD-BF51FAB50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C74F9A-7B75-DBA4-18E3-122236D65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3D6CAE3-28D8-94CD-3500-5D48578C2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70BE421-C55A-A175-0C1F-99BF59CA8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FD1937A-DAA0-352F-591F-1694ED19E6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B5D66D4-F99A-D8A5-B9A9-84DC08F1F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05/07/26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B92B4A9-3DA8-F864-0F89-CD6090D64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780C5F1-E3F2-A715-9379-1208E40F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67178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59B015-8458-B088-5662-B77139DC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23E1BAE-40A7-05DF-8F4E-3D15FB9CD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05/07/26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B3F9923-AB65-495B-9934-D59721480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992230C-900D-2CEE-6BDE-DCD498FF7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42518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CC29600-FD5E-E9AC-6960-69EF8D0D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05/07/26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79FC3B4-8926-8718-76A8-63E6EFF55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7FDE98-4C4F-2AD7-A5E6-CFA655B20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6260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9DD339-F0B6-7021-D07A-5A2C2395F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A43A2D-9977-32A7-AFBC-29C267048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4B3332-591E-ADB1-8827-F9189F141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0A48638-1A7E-EA8B-06C3-7DE1219F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05/07/26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6D275E9-126F-02ED-B338-C294248CF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1119947-7A4E-3D35-CADE-94FF2A45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908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19C86-38C3-B6E0-691F-0DE400F37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D40B4C3-E45A-092E-4C44-B32EC29B4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2FDB4D7-BDD4-D54F-3DCD-BABCC8671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7C7C109-0E96-157B-80BF-D14760E1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05/07/26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62BAD9B-6D2C-698A-C2CF-4B6B7DE85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752843-AFB6-119B-F4EF-403E3E2D8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00969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5D40FF-C503-ED06-8BAD-8A8B637BD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9BCC498-7C6D-22C5-BBD6-BC4185B1C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05D940-4469-9862-3383-9245A9BB4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05/07/26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4F343A-7B32-1BF0-EC9E-48BBB75FE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18589C-DC41-59B6-4F8B-901DB026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71993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C3C5828-1CB5-4C91-E9E4-4F89E501E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7DA6709-F2B2-C408-2F89-D00306956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7FC635-5206-455A-96BF-29AD46EA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05/07/26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048F65-6E13-AB1A-6672-D59F526AF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D93282-CA60-77F3-C141-34FEBCEB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62580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5605A83-C9A2-3572-8323-F5DD0F67B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F419CD0-76B7-3E29-3A19-98B7789C9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160D9D-D84D-25C1-595F-761BBDB112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BFA124-EDA5-401A-BF8D-0A24C51EA51C}" type="datetimeFigureOut">
              <a:rPr lang="zh-HK" altLang="en-US" smtClean="0"/>
              <a:t>05/07/26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B324EA-300F-46F0-64DD-1E0FF3F864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EF0C60-C2C6-6376-4FD9-DED00429C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97090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7E7FB0B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B68BC93F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773A140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EC8CE0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E19E15A9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8E00527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6_9CB36B0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107_C8A4B3FF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C6E9A7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A_4875945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1_A72B7C8A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10B_729C4C1A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C_79FD454C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2_461D9D81.xml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A1FA6A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EA52E60E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38B99851.xml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3_FB09948C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5_C1491A2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6_91B8AC2F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7_C1176A3B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E0B21D5F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9_12835CAB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DAFCBB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B_1EF4FAEF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C_1D14226F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D_31EC945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E_8DA20B8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1_A5B4DE5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2_B56AC57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3_463B1B5C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6_79A75DFB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7_78DD999B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8_9C5C8F7A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9_7E15B2CA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A_97E4831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B_BC97BBEB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2661635" y="875764"/>
            <a:ext cx="7931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800" b="1" dirty="0"/>
              <a:t>Organic  =  C-H / C-C bonds</a:t>
            </a:r>
            <a:endParaRPr lang="zh-HK" altLang="en-US" sz="4800" b="1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14DA44A1-AA65-23B3-4749-45183223568B}"/>
              </a:ext>
            </a:extLst>
          </p:cNvPr>
          <p:cNvGrpSpPr/>
          <p:nvPr/>
        </p:nvGrpSpPr>
        <p:grpSpPr>
          <a:xfrm>
            <a:off x="1031802" y="2348659"/>
            <a:ext cx="3336998" cy="4007684"/>
            <a:chOff x="1031802" y="2348659"/>
            <a:chExt cx="3336998" cy="4007684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1031802" y="2348659"/>
              <a:ext cx="3073400" cy="3073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15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C</a:t>
              </a:r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84866" y="5648457"/>
              <a:ext cx="268393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Carbon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C52C2C1F-E0C4-838C-293B-AAC61FB05685}"/>
              </a:ext>
            </a:extLst>
          </p:cNvPr>
          <p:cNvGrpSpPr/>
          <p:nvPr/>
        </p:nvGrpSpPr>
        <p:grpSpPr>
          <a:xfrm>
            <a:off x="4630134" y="2348659"/>
            <a:ext cx="4132865" cy="4007684"/>
            <a:chOff x="4630134" y="2348659"/>
            <a:chExt cx="4132865" cy="4007684"/>
          </a:xfrm>
        </p:grpSpPr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77BDC876-8114-8A4D-9A79-32FBABA88555}"/>
                </a:ext>
              </a:extLst>
            </p:cNvPr>
            <p:cNvSpPr/>
            <p:nvPr/>
          </p:nvSpPr>
          <p:spPr>
            <a:xfrm>
              <a:off x="4630134" y="2348659"/>
              <a:ext cx="3073400" cy="3073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15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</a:t>
              </a:r>
              <a:endParaRPr lang="zh-HK" altLang="en-US" sz="15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D3F9C6DE-B3C9-C9A6-1DB7-39A7C2D47614}"/>
                </a:ext>
              </a:extLst>
            </p:cNvPr>
            <p:cNvSpPr txBox="1"/>
            <p:nvPr/>
          </p:nvSpPr>
          <p:spPr>
            <a:xfrm>
              <a:off x="4995332" y="5648457"/>
              <a:ext cx="376766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Hydrogen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BDFBEFB1-D0CD-73E0-BC25-37426BB24010}"/>
              </a:ext>
            </a:extLst>
          </p:cNvPr>
          <p:cNvGrpSpPr/>
          <p:nvPr/>
        </p:nvGrpSpPr>
        <p:grpSpPr>
          <a:xfrm>
            <a:off x="8287734" y="2348659"/>
            <a:ext cx="4442971" cy="4007684"/>
            <a:chOff x="8287734" y="2348659"/>
            <a:chExt cx="4442971" cy="4007684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BF53D0E2-5E47-DFBD-C595-1C9F436A4827}"/>
                </a:ext>
              </a:extLst>
            </p:cNvPr>
            <p:cNvSpPr/>
            <p:nvPr/>
          </p:nvSpPr>
          <p:spPr>
            <a:xfrm>
              <a:off x="8287734" y="2348659"/>
              <a:ext cx="3073400" cy="3073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15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O</a:t>
              </a:r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B4E667A2-1562-EBE5-2896-35686A49AD38}"/>
                </a:ext>
              </a:extLst>
            </p:cNvPr>
            <p:cNvSpPr txBox="1"/>
            <p:nvPr/>
          </p:nvSpPr>
          <p:spPr>
            <a:xfrm>
              <a:off x="8963038" y="5648457"/>
              <a:ext cx="376766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Oxygen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229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/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/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/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/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/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/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/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/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/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/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/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/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/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/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/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/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/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/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/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/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/>
        </p:nvSpPr>
        <p:spPr>
          <a:xfrm>
            <a:off x="9832457" y="5001505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9A0EB3FD-C2A3-BA4E-01FA-31DB99C2C498}"/>
              </a:ext>
            </a:extLst>
          </p:cNvPr>
          <p:cNvGrpSpPr/>
          <p:nvPr/>
        </p:nvGrpSpPr>
        <p:grpSpPr>
          <a:xfrm>
            <a:off x="9754847" y="3949885"/>
            <a:ext cx="1728967" cy="769441"/>
            <a:chOff x="9748291" y="3943400"/>
            <a:chExt cx="1728967" cy="769441"/>
          </a:xfrm>
        </p:grpSpPr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39FD0AF8-0A20-A89F-AA7A-B5AF083E05BE}"/>
                </a:ext>
              </a:extLst>
            </p:cNvPr>
            <p:cNvSpPr txBox="1"/>
            <p:nvPr/>
          </p:nvSpPr>
          <p:spPr>
            <a:xfrm>
              <a:off x="9748291" y="3943400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BBCC22E9-3D59-9D5C-8396-6C638452B835}"/>
                </a:ext>
              </a:extLst>
            </p:cNvPr>
            <p:cNvSpPr/>
            <p:nvPr/>
          </p:nvSpPr>
          <p:spPr>
            <a:xfrm>
              <a:off x="10062912" y="4019251"/>
              <a:ext cx="678120" cy="67812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S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E325AAAF-9AA3-A782-3462-F4B19B653AB5}"/>
              </a:ext>
            </a:extLst>
          </p:cNvPr>
          <p:cNvGrpSpPr/>
          <p:nvPr/>
        </p:nvGrpSpPr>
        <p:grpSpPr>
          <a:xfrm>
            <a:off x="8890364" y="2755437"/>
            <a:ext cx="1728967" cy="769441"/>
            <a:chOff x="8890364" y="2755437"/>
            <a:chExt cx="1728967" cy="769441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ABEF1C8-272F-3057-2034-A322A350179D}"/>
                </a:ext>
              </a:extLst>
            </p:cNvPr>
            <p:cNvSpPr txBox="1"/>
            <p:nvPr/>
          </p:nvSpPr>
          <p:spPr>
            <a:xfrm>
              <a:off x="8890364" y="2755437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D25A0B91-5809-09E6-CB5D-C1DDFF7190AF}"/>
                </a:ext>
              </a:extLst>
            </p:cNvPr>
            <p:cNvSpPr/>
            <p:nvPr/>
          </p:nvSpPr>
          <p:spPr>
            <a:xfrm>
              <a:off x="9227890" y="2843729"/>
              <a:ext cx="678120" cy="678120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4" name="橢圓 53">
            <a:extLst>
              <a:ext uri="{FF2B5EF4-FFF2-40B4-BE49-F238E27FC236}">
                <a16:creationId xmlns:a16="http://schemas.microsoft.com/office/drawing/2014/main" id="{A3C5A3C0-45A4-AF81-7C0C-2E401D17E775}"/>
              </a:ext>
            </a:extLst>
          </p:cNvPr>
          <p:cNvSpPr/>
          <p:nvPr/>
        </p:nvSpPr>
        <p:spPr>
          <a:xfrm>
            <a:off x="8954080" y="499327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61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24" grpId="0" animBg="1"/>
      <p:bldP spid="25" grpId="0" animBg="1"/>
      <p:bldP spid="26" grpId="0" animBg="1"/>
      <p:bldP spid="27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/>
      <p:bldP spid="41" grpId="1"/>
      <p:bldP spid="42" grpId="0"/>
      <p:bldP spid="42" grpId="1"/>
      <p:bldP spid="43" grpId="0"/>
      <p:bldP spid="43" grpId="1"/>
      <p:bldP spid="44" grpId="0" animBg="1"/>
      <p:bldP spid="45" grpId="0" animBg="1"/>
      <p:bldP spid="54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536503" y="495314"/>
            <a:ext cx="12019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r>
              <a:rPr lang="zh-HK" altLang="en-US" sz="4800" b="0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lang="en-US" altLang="zh-HK" sz="4800" dirty="0"/>
              <a:t>and</a:t>
            </a:r>
            <a:r>
              <a:rPr lang="en-US" altLang="zh-HK" sz="4800" b="1" dirty="0"/>
              <a:t> </a:t>
            </a:r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741636" y="1550253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215AA39-CB97-7286-4FFE-A974620B40F1}"/>
              </a:ext>
            </a:extLst>
          </p:cNvPr>
          <p:cNvSpPr txBox="1"/>
          <p:nvPr/>
        </p:nvSpPr>
        <p:spPr>
          <a:xfrm>
            <a:off x="1631327" y="6070298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3381DA8C-B770-6A42-406A-0DE66427545F}"/>
              </a:ext>
            </a:extLst>
          </p:cNvPr>
          <p:cNvSpPr/>
          <p:nvPr/>
        </p:nvSpPr>
        <p:spPr>
          <a:xfrm>
            <a:off x="7017702" y="1550253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95B8542-57D3-17BB-5D76-E2277F2E6DCC}"/>
              </a:ext>
            </a:extLst>
          </p:cNvPr>
          <p:cNvSpPr txBox="1"/>
          <p:nvPr/>
        </p:nvSpPr>
        <p:spPr>
          <a:xfrm>
            <a:off x="7907393" y="6070298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29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  <p:bldP spid="8" grpId="0" animBg="1"/>
      <p:bldP spid="9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/>
        </p:nvGrpSpPr>
        <p:grpSpPr>
          <a:xfrm>
            <a:off x="741636" y="1550253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/>
        </p:nvGrpSpPr>
        <p:grpSpPr>
          <a:xfrm>
            <a:off x="7017702" y="1550253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/>
        </p:nvSpPr>
        <p:spPr>
          <a:xfrm>
            <a:off x="4797381" y="2387901"/>
            <a:ext cx="2450086" cy="24500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/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/>
        </p:nvSpPr>
        <p:spPr>
          <a:xfrm>
            <a:off x="2611967" y="6039986"/>
            <a:ext cx="6968066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96865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1.85185E-6 L -0.09206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09" y="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85185E-6 L 0.08998 0.0030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92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85185E-6 L -0.41406 0.3571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03" y="17847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7" grpId="0" animBg="1"/>
      <p:bldP spid="10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橢圓 10">
            <a:extLst>
              <a:ext uri="{FF2B5EF4-FFF2-40B4-BE49-F238E27FC236}">
                <a16:creationId xmlns:a16="http://schemas.microsoft.com/office/drawing/2014/main" id="{655D1152-C0AC-DD01-77FC-B77077F09C5D}"/>
              </a:ext>
            </a:extLst>
          </p:cNvPr>
          <p:cNvSpPr/>
          <p:nvPr/>
        </p:nvSpPr>
        <p:spPr>
          <a:xfrm>
            <a:off x="4510051" y="1689473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1672490" y="1723575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/>
        </p:nvSpPr>
        <p:spPr>
          <a:xfrm>
            <a:off x="3937340" y="2683627"/>
            <a:ext cx="1467953" cy="1171321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/>
        </p:nvSpPr>
        <p:spPr>
          <a:xfrm>
            <a:off x="3196489" y="4907559"/>
            <a:ext cx="3047999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BBC372D4-6455-5E88-DEE1-2315B297BC89}"/>
              </a:ext>
            </a:extLst>
          </p:cNvPr>
          <p:cNvGrpSpPr/>
          <p:nvPr/>
        </p:nvGrpSpPr>
        <p:grpSpPr>
          <a:xfrm>
            <a:off x="8658718" y="1689473"/>
            <a:ext cx="3438215" cy="3802861"/>
            <a:chOff x="8658718" y="1689473"/>
            <a:chExt cx="3438215" cy="3802861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8783247" y="4907559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F9D02717-6B5D-8C0E-73D3-2216426EA4C1}"/>
                </a:ext>
              </a:extLst>
            </p:cNvPr>
            <p:cNvSpPr/>
            <p:nvPr/>
          </p:nvSpPr>
          <p:spPr>
            <a:xfrm>
              <a:off x="8658718" y="1689473"/>
              <a:ext cx="3047999" cy="309149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16" name="箭號: 左-右雙向 15">
            <a:extLst>
              <a:ext uri="{FF2B5EF4-FFF2-40B4-BE49-F238E27FC236}">
                <a16:creationId xmlns:a16="http://schemas.microsoft.com/office/drawing/2014/main" id="{BE3EE64D-F9B3-AA53-5EDF-11C8A12E8E99}"/>
              </a:ext>
            </a:extLst>
          </p:cNvPr>
          <p:cNvSpPr/>
          <p:nvPr/>
        </p:nvSpPr>
        <p:spPr>
          <a:xfrm>
            <a:off x="6878767" y="2683627"/>
            <a:ext cx="1467953" cy="1171321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/>
        </p:nvSpPr>
        <p:spPr>
          <a:xfrm>
            <a:off x="157397" y="4849102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/>
        </p:nvSpPr>
        <p:spPr>
          <a:xfrm>
            <a:off x="6941533" y="2598075"/>
            <a:ext cx="1342423" cy="134242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32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23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1.11111E-6 L -0.11849 0.0034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24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3.7037E-7 L 0.23984 0.3805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92" y="1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5" grpId="0" animBg="1"/>
      <p:bldP spid="5" grpId="1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/>
        </p:nvSpPr>
        <p:spPr>
          <a:xfrm>
            <a:off x="3889303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/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/>
        </p:nvSpPr>
        <p:spPr>
          <a:xfrm>
            <a:off x="3357661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/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/>
        </p:nvSpPr>
        <p:spPr>
          <a:xfrm>
            <a:off x="4501900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/>
        </p:nvSpPr>
        <p:spPr>
          <a:xfrm>
            <a:off x="3970258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/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/>
        </p:nvSpPr>
        <p:spPr>
          <a:xfrm>
            <a:off x="5114497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/>
        </p:nvSpPr>
        <p:spPr>
          <a:xfrm>
            <a:off x="4582855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/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/>
        </p:nvSpPr>
        <p:spPr>
          <a:xfrm>
            <a:off x="5727094" y="309255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/>
        </p:nvSpPr>
        <p:spPr>
          <a:xfrm>
            <a:off x="5195452" y="31436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8" name="箭號: 左-右雙向 67">
            <a:extLst>
              <a:ext uri="{FF2B5EF4-FFF2-40B4-BE49-F238E27FC236}">
                <a16:creationId xmlns:a16="http://schemas.microsoft.com/office/drawing/2014/main" id="{D975C605-C3C3-4CB0-6921-676F424DB21C}"/>
              </a:ext>
            </a:extLst>
          </p:cNvPr>
          <p:cNvSpPr/>
          <p:nvPr/>
        </p:nvSpPr>
        <p:spPr>
          <a:xfrm>
            <a:off x="5227691" y="3271055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6E15D355-4123-4947-1445-604F0D808C26}"/>
              </a:ext>
            </a:extLst>
          </p:cNvPr>
          <p:cNvGrpSpPr/>
          <p:nvPr/>
        </p:nvGrpSpPr>
        <p:grpSpPr>
          <a:xfrm>
            <a:off x="6047988" y="1393209"/>
            <a:ext cx="4491168" cy="4754118"/>
            <a:chOff x="7816884" y="1105217"/>
            <a:chExt cx="4491168" cy="4754118"/>
          </a:xfrm>
        </p:grpSpPr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8B7856FB-C2CC-C495-C2C9-0F365D7176BA}"/>
                </a:ext>
              </a:extLst>
            </p:cNvPr>
            <p:cNvSpPr/>
            <p:nvPr/>
          </p:nvSpPr>
          <p:spPr>
            <a:xfrm>
              <a:off x="7816884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5EDF7A39-F933-0779-ADD5-0C0772D47327}"/>
                </a:ext>
              </a:extLst>
            </p:cNvPr>
            <p:cNvSpPr/>
            <p:nvPr/>
          </p:nvSpPr>
          <p:spPr>
            <a:xfrm>
              <a:off x="8449753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DCE50AD4-8218-2BD4-2290-68053FD04A91}"/>
                </a:ext>
              </a:extLst>
            </p:cNvPr>
            <p:cNvSpPr/>
            <p:nvPr/>
          </p:nvSpPr>
          <p:spPr>
            <a:xfrm>
              <a:off x="9034967" y="283127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73483838-6BAC-5C91-7ED6-A6BCDB5E89B0}"/>
                </a:ext>
              </a:extLst>
            </p:cNvPr>
            <p:cNvSpPr/>
            <p:nvPr/>
          </p:nvSpPr>
          <p:spPr>
            <a:xfrm>
              <a:off x="9545975" y="317629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052D5640-F855-01AE-27BE-CBB6A9668BFB}"/>
                </a:ext>
              </a:extLst>
            </p:cNvPr>
            <p:cNvSpPr/>
            <p:nvPr/>
          </p:nvSpPr>
          <p:spPr>
            <a:xfrm>
              <a:off x="10130105" y="285136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4" name="橢圓 73">
              <a:extLst>
                <a:ext uri="{FF2B5EF4-FFF2-40B4-BE49-F238E27FC236}">
                  <a16:creationId xmlns:a16="http://schemas.microsoft.com/office/drawing/2014/main" id="{8B31CF88-E6BB-2645-7322-D8169F0539EB}"/>
                </a:ext>
              </a:extLst>
            </p:cNvPr>
            <p:cNvSpPr/>
            <p:nvPr/>
          </p:nvSpPr>
          <p:spPr>
            <a:xfrm>
              <a:off x="10221704" y="226386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265E81A7-DC0E-E81D-4048-6C1BC353FD3F}"/>
                </a:ext>
              </a:extLst>
            </p:cNvPr>
            <p:cNvSpPr/>
            <p:nvPr/>
          </p:nvSpPr>
          <p:spPr>
            <a:xfrm>
              <a:off x="10466573" y="169271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32D28B41-346B-C622-BA68-9BB0BA679F22}"/>
                </a:ext>
              </a:extLst>
            </p:cNvPr>
            <p:cNvSpPr/>
            <p:nvPr/>
          </p:nvSpPr>
          <p:spPr>
            <a:xfrm>
              <a:off x="9469515" y="371030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4551AE49-18E3-D28A-94DE-9A9787674FE7}"/>
                </a:ext>
              </a:extLst>
            </p:cNvPr>
            <p:cNvSpPr/>
            <p:nvPr/>
          </p:nvSpPr>
          <p:spPr>
            <a:xfrm>
              <a:off x="9707904" y="42480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8" name="橢圓 77">
              <a:extLst>
                <a:ext uri="{FF2B5EF4-FFF2-40B4-BE49-F238E27FC236}">
                  <a16:creationId xmlns:a16="http://schemas.microsoft.com/office/drawing/2014/main" id="{5FB162FE-3093-8878-3EB0-56FA33B70515}"/>
                </a:ext>
              </a:extLst>
            </p:cNvPr>
            <p:cNvSpPr/>
            <p:nvPr/>
          </p:nvSpPr>
          <p:spPr>
            <a:xfrm>
              <a:off x="9369879" y="47326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9" name="橢圓 78">
              <a:extLst>
                <a:ext uri="{FF2B5EF4-FFF2-40B4-BE49-F238E27FC236}">
                  <a16:creationId xmlns:a16="http://schemas.microsoft.com/office/drawing/2014/main" id="{357B3004-4896-3B6D-3ED3-415673A57196}"/>
                </a:ext>
              </a:extLst>
            </p:cNvPr>
            <p:cNvSpPr/>
            <p:nvPr/>
          </p:nvSpPr>
          <p:spPr>
            <a:xfrm>
              <a:off x="9031854" y="51767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0" name="橢圓 79">
              <a:extLst>
                <a:ext uri="{FF2B5EF4-FFF2-40B4-BE49-F238E27FC236}">
                  <a16:creationId xmlns:a16="http://schemas.microsoft.com/office/drawing/2014/main" id="{A5460161-989B-44D4-06DD-A50948C73A93}"/>
                </a:ext>
              </a:extLst>
            </p:cNvPr>
            <p:cNvSpPr/>
            <p:nvPr/>
          </p:nvSpPr>
          <p:spPr>
            <a:xfrm>
              <a:off x="10265446" y="46321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DE906139-2E2B-E850-E914-2D06BB4EE45A}"/>
                </a:ext>
              </a:extLst>
            </p:cNvPr>
            <p:cNvSpPr/>
            <p:nvPr/>
          </p:nvSpPr>
          <p:spPr>
            <a:xfrm>
              <a:off x="10600358" y="510180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6B60C120-53E7-E82A-DC87-7683B3B2C3C0}"/>
                </a:ext>
              </a:extLst>
            </p:cNvPr>
            <p:cNvSpPr/>
            <p:nvPr/>
          </p:nvSpPr>
          <p:spPr>
            <a:xfrm>
              <a:off x="10380841" y="110521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ABF1A85A-5F06-CD95-D23F-4CF75FD03F4B}"/>
                </a:ext>
              </a:extLst>
            </p:cNvPr>
            <p:cNvSpPr/>
            <p:nvPr/>
          </p:nvSpPr>
          <p:spPr>
            <a:xfrm>
              <a:off x="11047910" y="17475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29BCCE07-A7C7-13AF-65D5-2C1DCDF674D8}"/>
                </a:ext>
              </a:extLst>
            </p:cNvPr>
            <p:cNvSpPr/>
            <p:nvPr/>
          </p:nvSpPr>
          <p:spPr>
            <a:xfrm>
              <a:off x="11635115" y="168390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238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 L -0.0276 0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 L -0.0276 0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 L 8.33333E-7 0.25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0 L -0.02761 0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 L 6.25E-7 0.25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44444E-6 L -0.02761 -4.44444E-6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44444E-6 L 2.08333E-7 0.25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48" grpId="0" animBg="1"/>
      <p:bldP spid="48" grpId="1" animBg="1"/>
      <p:bldP spid="49" grpId="0" animBg="1"/>
      <p:bldP spid="60" grpId="0" animBg="1"/>
      <p:bldP spid="60" grpId="1" animBg="1"/>
      <p:bldP spid="61" grpId="0" animBg="1"/>
      <p:bldP spid="61" grpId="1" animBg="1"/>
      <p:bldP spid="62" grpId="0" animBg="1"/>
      <p:bldP spid="63" grpId="0" animBg="1"/>
      <p:bldP spid="63" grpId="1" animBg="1"/>
      <p:bldP spid="64" grpId="0" animBg="1"/>
      <p:bldP spid="64" grpId="1" animBg="1"/>
      <p:bldP spid="65" grpId="0" animBg="1"/>
      <p:bldP spid="66" grpId="0" animBg="1"/>
      <p:bldP spid="66" grpId="1" animBg="1"/>
      <p:bldP spid="67" grpId="0" animBg="1"/>
      <p:bldP spid="67" grpId="1" animBg="1"/>
      <p:bldP spid="68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/>
        </p:nvGrpSpPr>
        <p:grpSpPr>
          <a:xfrm>
            <a:off x="1745471" y="1550321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/>
        </p:nvGrpSpPr>
        <p:grpSpPr>
          <a:xfrm>
            <a:off x="5934446" y="1550321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/>
        </p:nvSpPr>
        <p:spPr>
          <a:xfrm>
            <a:off x="0" y="5146332"/>
            <a:ext cx="2110423" cy="211042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/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/>
        </p:nvSpPr>
        <p:spPr>
          <a:xfrm>
            <a:off x="2611967" y="6039986"/>
            <a:ext cx="6968066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62900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33333E-6 L 0.40651 -0.370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26" y="-1854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1.85185E-6 L -0.09284 -0.0057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48" y="-30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85185E-6 L 0.0858 -0.00139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84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10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536503" y="495314"/>
            <a:ext cx="12019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r>
              <a:rPr lang="zh-HK" altLang="en-US" sz="4800" b="0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lang="en-US" altLang="zh-HK" sz="4800" dirty="0"/>
              <a:t>and</a:t>
            </a:r>
            <a:r>
              <a:rPr lang="en-US" altLang="zh-HK" sz="4800" b="1" dirty="0"/>
              <a:t> </a:t>
            </a:r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2208448" y="1552015"/>
            <a:ext cx="1079669" cy="1095075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B1DEE11-58C9-FBC7-4300-4719DC8F1562}"/>
              </a:ext>
            </a:extLst>
          </p:cNvPr>
          <p:cNvSpPr/>
          <p:nvPr/>
        </p:nvSpPr>
        <p:spPr>
          <a:xfrm>
            <a:off x="3117954" y="1552015"/>
            <a:ext cx="1079669" cy="1095075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9658AACF-60A1-F964-A1BA-F5434E28EA55}"/>
              </a:ext>
            </a:extLst>
          </p:cNvPr>
          <p:cNvSpPr/>
          <p:nvPr/>
        </p:nvSpPr>
        <p:spPr>
          <a:xfrm>
            <a:off x="1440807" y="2647090"/>
            <a:ext cx="842592" cy="84259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>
              <a:latin typeface="Roboto Black" panose="02000000000000000000" pitchFamily="2" charset="0"/>
            </a:endParaRPr>
          </a:p>
        </p:txBody>
      </p:sp>
      <p:cxnSp>
        <p:nvCxnSpPr>
          <p:cNvPr id="10" name="接點: 弧形 9">
            <a:extLst>
              <a:ext uri="{FF2B5EF4-FFF2-40B4-BE49-F238E27FC236}">
                <a16:creationId xmlns:a16="http://schemas.microsoft.com/office/drawing/2014/main" id="{3A82FAFF-EB0D-0E61-4FEC-0CF62E52887E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13417" y="2647088"/>
            <a:ext cx="779491" cy="470866"/>
          </a:xfrm>
          <a:prstGeom prst="curvedConnector3">
            <a:avLst>
              <a:gd name="adj1" fmla="val 3846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箭號: 左-右雙向 13">
            <a:extLst>
              <a:ext uri="{FF2B5EF4-FFF2-40B4-BE49-F238E27FC236}">
                <a16:creationId xmlns:a16="http://schemas.microsoft.com/office/drawing/2014/main" id="{280F6FCA-1CED-AAAF-AF5F-3F8BF265B6A6}"/>
              </a:ext>
            </a:extLst>
          </p:cNvPr>
          <p:cNvSpPr/>
          <p:nvPr/>
        </p:nvSpPr>
        <p:spPr>
          <a:xfrm>
            <a:off x="2800665" y="1827855"/>
            <a:ext cx="784485" cy="54339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1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11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989C976-0158-7558-26E9-E6B1ABE1EECD}"/>
              </a:ext>
            </a:extLst>
          </p:cNvPr>
          <p:cNvSpPr/>
          <p:nvPr/>
        </p:nvSpPr>
        <p:spPr>
          <a:xfrm>
            <a:off x="7269562" y="1552015"/>
            <a:ext cx="1079669" cy="1095075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37BC2825-7A69-FC16-DF8D-ECEAE69FF382}"/>
              </a:ext>
            </a:extLst>
          </p:cNvPr>
          <p:cNvSpPr/>
          <p:nvPr/>
        </p:nvSpPr>
        <p:spPr>
          <a:xfrm>
            <a:off x="9503676" y="1552015"/>
            <a:ext cx="1079669" cy="1095075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87B95C26-6C76-1A70-6540-67D24BCCA9EC}"/>
              </a:ext>
            </a:extLst>
          </p:cNvPr>
          <p:cNvSpPr/>
          <p:nvPr/>
        </p:nvSpPr>
        <p:spPr>
          <a:xfrm>
            <a:off x="8491258" y="1804496"/>
            <a:ext cx="842592" cy="84259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>
              <a:latin typeface="Roboto Black" panose="02000000000000000000" pitchFamily="2" charset="0"/>
            </a:endParaRPr>
          </a:p>
        </p:txBody>
      </p:sp>
      <p:cxnSp>
        <p:nvCxnSpPr>
          <p:cNvPr id="20" name="接點: 弧形 19">
            <a:extLst>
              <a:ext uri="{FF2B5EF4-FFF2-40B4-BE49-F238E27FC236}">
                <a16:creationId xmlns:a16="http://schemas.microsoft.com/office/drawing/2014/main" id="{E9F8C881-929F-DC2A-2C31-188DC33BA55B}"/>
              </a:ext>
            </a:extLst>
          </p:cNvPr>
          <p:cNvCxnSpPr>
            <a:cxnSpLocks/>
            <a:endCxn id="19" idx="4"/>
          </p:cNvCxnSpPr>
          <p:nvPr/>
        </p:nvCxnSpPr>
        <p:spPr>
          <a:xfrm flipV="1">
            <a:off x="8117174" y="2647088"/>
            <a:ext cx="795380" cy="478185"/>
          </a:xfrm>
          <a:prstGeom prst="curved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Can Condensation Projects :: Photos, videos, logos, illustrations and  branding :: Behance">
            <a:extLst>
              <a:ext uri="{FF2B5EF4-FFF2-40B4-BE49-F238E27FC236}">
                <a16:creationId xmlns:a16="http://schemas.microsoft.com/office/drawing/2014/main" id="{958DB4FE-6C8D-6989-2A67-30E6E071A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712" y="3758572"/>
            <a:ext cx="3010392" cy="2354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841C833F-827C-2CA6-7F1D-F1A9B876D400}"/>
              </a:ext>
            </a:extLst>
          </p:cNvPr>
          <p:cNvSpPr txBox="1"/>
          <p:nvPr/>
        </p:nvSpPr>
        <p:spPr>
          <a:xfrm>
            <a:off x="1305896" y="6292188"/>
            <a:ext cx="5898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b="1" dirty="0">
                <a:solidFill>
                  <a:srgbClr val="FF0000"/>
                </a:solidFill>
              </a:rPr>
              <a:t>“Condensation </a:t>
            </a:r>
            <a:r>
              <a:rPr lang="zh-TW" altLang="en-US" sz="2400" b="1" dirty="0">
                <a:solidFill>
                  <a:srgbClr val="FF0000"/>
                </a:solidFill>
              </a:rPr>
              <a:t>係會出水</a:t>
            </a:r>
            <a:r>
              <a:rPr lang="en-US" altLang="zh-TW" sz="2400" b="1" dirty="0">
                <a:solidFill>
                  <a:srgbClr val="FF0000"/>
                </a:solidFill>
              </a:rPr>
              <a:t>”</a:t>
            </a:r>
            <a:endParaRPr lang="zh-HK" alt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3D236E9-9FC3-061C-BB1B-43C51AE782AF}"/>
              </a:ext>
            </a:extLst>
          </p:cNvPr>
          <p:cNvSpPr txBox="1"/>
          <p:nvPr/>
        </p:nvSpPr>
        <p:spPr>
          <a:xfrm>
            <a:off x="7039634" y="6289011"/>
            <a:ext cx="3921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b="1" dirty="0">
                <a:solidFill>
                  <a:srgbClr val="0070C0"/>
                </a:solidFill>
              </a:rPr>
              <a:t>“</a:t>
            </a:r>
            <a:r>
              <a:rPr lang="zh-HK" altLang="en-US" sz="2400" b="1" i="0" dirty="0">
                <a:solidFill>
                  <a:srgbClr val="0070C0"/>
                </a:solidFill>
                <a:effectLst/>
                <a:latin typeface="Google Sans"/>
              </a:rPr>
              <a:t>水解</a:t>
            </a:r>
            <a:r>
              <a:rPr lang="zh-TW" altLang="en-US" sz="2400" b="1" i="0" dirty="0">
                <a:solidFill>
                  <a:srgbClr val="0070C0"/>
                </a:solidFill>
                <a:effectLst/>
                <a:latin typeface="Google Sans"/>
              </a:rPr>
              <a:t>，用</a:t>
            </a:r>
            <a:r>
              <a:rPr lang="zh-TW" altLang="en-US" sz="2400" b="1" dirty="0">
                <a:solidFill>
                  <a:srgbClr val="0070C0"/>
                </a:solidFill>
                <a:latin typeface="Google Sans"/>
              </a:rPr>
              <a:t>水去</a:t>
            </a:r>
            <a:r>
              <a:rPr lang="zh-HK" altLang="en-US" sz="2400" b="1" i="0" dirty="0">
                <a:solidFill>
                  <a:srgbClr val="0070C0"/>
                </a:solidFill>
                <a:effectLst/>
                <a:latin typeface="Google Sans"/>
              </a:rPr>
              <a:t>解 </a:t>
            </a:r>
            <a:r>
              <a:rPr lang="en-US" altLang="zh-HK" sz="2400" b="1" i="0" dirty="0">
                <a:solidFill>
                  <a:srgbClr val="0070C0"/>
                </a:solidFill>
                <a:effectLst/>
                <a:latin typeface="Google Sans"/>
              </a:rPr>
              <a:t>(</a:t>
            </a:r>
            <a:r>
              <a:rPr lang="en-US" altLang="zh-HK" sz="2400" b="1" dirty="0">
                <a:solidFill>
                  <a:srgbClr val="0070C0"/>
                </a:solidFill>
                <a:latin typeface="Google Sans"/>
              </a:rPr>
              <a:t>bond)</a:t>
            </a:r>
            <a:r>
              <a:rPr lang="en-US" altLang="zh-TW" sz="2400" b="1" dirty="0">
                <a:solidFill>
                  <a:srgbClr val="0070C0"/>
                </a:solidFill>
              </a:rPr>
              <a:t>”</a:t>
            </a:r>
            <a:endParaRPr lang="zh-HK" altLang="en-US" sz="2400" b="1" dirty="0">
              <a:solidFill>
                <a:srgbClr val="0070C0"/>
              </a:solidFill>
            </a:endParaRPr>
          </a:p>
        </p:txBody>
      </p:sp>
      <p:pic>
        <p:nvPicPr>
          <p:cNvPr id="3076" name="Picture 4" descr="Water Breathing All Forms Official Shop | wpk-online.at">
            <a:extLst>
              <a:ext uri="{FF2B5EF4-FFF2-40B4-BE49-F238E27FC236}">
                <a16:creationId xmlns:a16="http://schemas.microsoft.com/office/drawing/2014/main" id="{53B2E79E-028C-02E7-E0AF-A4BE17DB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562" y="3575334"/>
            <a:ext cx="3033503" cy="2716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B0465364-217B-0902-DE48-212742A74568}"/>
              </a:ext>
            </a:extLst>
          </p:cNvPr>
          <p:cNvSpPr/>
          <p:nvPr/>
        </p:nvSpPr>
        <p:spPr>
          <a:xfrm rot="2003632">
            <a:off x="8419573" y="4220995"/>
            <a:ext cx="772227" cy="1700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000" dirty="0"/>
              <a:t>hydrolysis</a:t>
            </a:r>
            <a:endParaRPr lang="zh-HK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3662371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9755B9D0-EFE0-4AEB-CFAA-0FDB9080A2ED}"/>
              </a:ext>
            </a:extLst>
          </p:cNvPr>
          <p:cNvSpPr txBox="1"/>
          <p:nvPr/>
        </p:nvSpPr>
        <p:spPr>
          <a:xfrm>
            <a:off x="746465" y="331338"/>
            <a:ext cx="11095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宜家加大炸雞餐有特價，但阿媽話唔健康唔比買；點樣用生物科概念說服佢炸雞餐有營養需要？</a:t>
            </a:r>
            <a:endParaRPr lang="zh-HK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050" name="Picture 2" descr="Fries - McDonald's">
            <a:extLst>
              <a:ext uri="{FF2B5EF4-FFF2-40B4-BE49-F238E27FC236}">
                <a16:creationId xmlns:a16="http://schemas.microsoft.com/office/drawing/2014/main" id="{EA4AF2D4-597B-065A-DF70-99A2B3975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591" y="1168077"/>
            <a:ext cx="2567153" cy="256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oke - McDonald's">
            <a:extLst>
              <a:ext uri="{FF2B5EF4-FFF2-40B4-BE49-F238E27FC236}">
                <a16:creationId xmlns:a16="http://schemas.microsoft.com/office/drawing/2014/main" id="{3903B98A-7B8D-4970-52C9-4CCED96C6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65" y="974072"/>
            <a:ext cx="2818756" cy="281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rispy Chicken - McDonald's: Burgers, Fries &amp; More | McDonald's Pakistan">
            <a:extLst>
              <a:ext uri="{FF2B5EF4-FFF2-40B4-BE49-F238E27FC236}">
                <a16:creationId xmlns:a16="http://schemas.microsoft.com/office/drawing/2014/main" id="{85DDFA6F-DBA0-B2C2-D4BB-90543123E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540" y="514225"/>
            <a:ext cx="7080076" cy="4035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12D041C-5285-D1B1-4B14-3E1BFFEAD36C}"/>
              </a:ext>
            </a:extLst>
          </p:cNvPr>
          <p:cNvSpPr txBox="1"/>
          <p:nvPr/>
        </p:nvSpPr>
        <p:spPr>
          <a:xfrm>
            <a:off x="1432553" y="4718292"/>
            <a:ext cx="332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總糖份</a:t>
            </a:r>
            <a:r>
              <a:rPr lang="en-US" altLang="zh-HK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 ~56g 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A4BF846-33C4-6909-FD3B-F9797A3735B1}"/>
              </a:ext>
            </a:extLst>
          </p:cNvPr>
          <p:cNvSpPr txBox="1"/>
          <p:nvPr/>
        </p:nvSpPr>
        <p:spPr>
          <a:xfrm>
            <a:off x="8865476" y="4718292"/>
            <a:ext cx="332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總蛋白質</a:t>
            </a:r>
            <a:r>
              <a:rPr lang="en-US" altLang="zh-HK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 ~32g 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874BB79-668B-124B-A504-ADAE7552CE5F}"/>
              </a:ext>
            </a:extLst>
          </p:cNvPr>
          <p:cNvSpPr txBox="1"/>
          <p:nvPr/>
        </p:nvSpPr>
        <p:spPr>
          <a:xfrm>
            <a:off x="5074610" y="4718292"/>
            <a:ext cx="332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總脂肪</a:t>
            </a:r>
            <a:r>
              <a:rPr lang="en-US" altLang="zh-HK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 ~20g 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C139C90-A989-D12A-E08F-E181D48FFFB3}"/>
              </a:ext>
            </a:extLst>
          </p:cNvPr>
          <p:cNvSpPr txBox="1"/>
          <p:nvPr/>
        </p:nvSpPr>
        <p:spPr>
          <a:xfrm>
            <a:off x="746465" y="5330248"/>
            <a:ext cx="32390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碳水化合物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(Carbohydrates)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係人不可或缺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嘅</a:t>
            </a:r>
            <a:r>
              <a:rPr lang="zh-TW" altLang="en-US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快速能量來源</a:t>
            </a: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HK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Fast respiration fuel</a:t>
            </a:r>
            <a:endParaRPr lang="en-US" altLang="zh-HK" sz="2400" b="0" i="0" u="none" strike="noStrike" dirty="0">
              <a:effectLst/>
              <a:latin typeface="Arial" panose="020B0604020202020204" pitchFamily="34" charset="0"/>
            </a:endParaRPr>
          </a:p>
          <a:p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葡萄糖更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係大腦必要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嘅養份。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3685AB7-FBB7-6177-7D85-0197DB29615B}"/>
              </a:ext>
            </a:extLst>
          </p:cNvPr>
          <p:cNvSpPr txBox="1"/>
          <p:nvPr/>
        </p:nvSpPr>
        <p:spPr>
          <a:xfrm>
            <a:off x="4408357" y="5330248"/>
            <a:ext cx="32390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脂質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(Lipids)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係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高效</a:t>
            </a:r>
            <a:r>
              <a:rPr lang="zh-TW" altLang="en-US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嘅能量處存 </a:t>
            </a: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HK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Efficient storage </a:t>
            </a:r>
            <a:endParaRPr lang="en-US" altLang="zh-HK" sz="2400" b="0" i="0" u="none" strike="noStrike" dirty="0">
              <a:effectLst/>
              <a:latin typeface="Arial" panose="020B0604020202020204" pitchFamily="34" charset="0"/>
            </a:endParaRPr>
          </a:p>
          <a:p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，亦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係組成細胞膜同部份荷爾蒙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嘅重要成份。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0937328-E519-4008-B297-0B365B59B955}"/>
              </a:ext>
            </a:extLst>
          </p:cNvPr>
          <p:cNvSpPr txBox="1"/>
          <p:nvPr/>
        </p:nvSpPr>
        <p:spPr>
          <a:xfrm>
            <a:off x="1748086" y="4133533"/>
            <a:ext cx="3326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快樂水</a:t>
            </a:r>
            <a:endParaRPr lang="zh-HK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3030371-6349-B712-5FD5-392DACD782A4}"/>
              </a:ext>
            </a:extLst>
          </p:cNvPr>
          <p:cNvSpPr txBox="1"/>
          <p:nvPr/>
        </p:nvSpPr>
        <p:spPr>
          <a:xfrm>
            <a:off x="5345584" y="4105381"/>
            <a:ext cx="3326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快樂條</a:t>
            </a:r>
            <a:endParaRPr lang="zh-HK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6B6C210-C815-DDFD-8397-6195B0862104}"/>
              </a:ext>
            </a:extLst>
          </p:cNvPr>
          <p:cNvSpPr txBox="1"/>
          <p:nvPr/>
        </p:nvSpPr>
        <p:spPr>
          <a:xfrm>
            <a:off x="9293114" y="4133533"/>
            <a:ext cx="3326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快樂雞</a:t>
            </a:r>
            <a:endParaRPr lang="zh-HK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1122CD5-66A6-63BA-FC4F-22F7B98212CF}"/>
              </a:ext>
            </a:extLst>
          </p:cNvPr>
          <p:cNvSpPr txBox="1"/>
          <p:nvPr/>
        </p:nvSpPr>
        <p:spPr>
          <a:xfrm>
            <a:off x="8269872" y="5272273"/>
            <a:ext cx="32390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蛋白質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(Proteins) 3D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結構多變，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構成大部份身體組織 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HK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Structural build blocks</a:t>
            </a:r>
            <a:endParaRPr lang="en-US" altLang="zh-HK" sz="2400" b="0" i="0" u="none" strike="noStrike" dirty="0">
              <a:effectLst/>
              <a:latin typeface="Arial" panose="020B0604020202020204" pitchFamily="34" charset="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以及酶</a:t>
            </a:r>
            <a:r>
              <a:rPr lang="en-US" altLang="zh-HK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抗體</a:t>
            </a:r>
            <a:r>
              <a:rPr lang="en-US" altLang="zh-HK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血紅素等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重要分子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1363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/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/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/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/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/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/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/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/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/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/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/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/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/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/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/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/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/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/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/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/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/>
        </p:nvSpPr>
        <p:spPr>
          <a:xfrm>
            <a:off x="9811287" y="4993278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2F0C5561-688D-8D01-2854-480269326463}"/>
              </a:ext>
            </a:extLst>
          </p:cNvPr>
          <p:cNvGrpSpPr/>
          <p:nvPr/>
        </p:nvGrpSpPr>
        <p:grpSpPr>
          <a:xfrm>
            <a:off x="9636658" y="3866047"/>
            <a:ext cx="1728967" cy="769441"/>
            <a:chOff x="9748291" y="3943400"/>
            <a:chExt cx="1728967" cy="769441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ABEF1C8-272F-3057-2034-A322A350179D}"/>
                </a:ext>
              </a:extLst>
            </p:cNvPr>
            <p:cNvSpPr txBox="1"/>
            <p:nvPr/>
          </p:nvSpPr>
          <p:spPr>
            <a:xfrm>
              <a:off x="9748291" y="3943400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F7EAD8F6-2ECD-A75E-C60C-0727FE4BE5B8}"/>
                </a:ext>
              </a:extLst>
            </p:cNvPr>
            <p:cNvSpPr/>
            <p:nvPr/>
          </p:nvSpPr>
          <p:spPr>
            <a:xfrm>
              <a:off x="10062912" y="4019251"/>
              <a:ext cx="678120" cy="67812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S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135974" y="1404152"/>
            <a:ext cx="11229651" cy="133157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5C8A250-629E-4AA6-B6DA-865AEC8F23CF}"/>
              </a:ext>
            </a:extLst>
          </p:cNvPr>
          <p:cNvSpPr txBox="1"/>
          <p:nvPr/>
        </p:nvSpPr>
        <p:spPr>
          <a:xfrm>
            <a:off x="8890364" y="2755437"/>
            <a:ext cx="1728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400" dirty="0"/>
              <a:t>(       )</a:t>
            </a:r>
            <a:endParaRPr lang="zh-HK" altLang="en-US" sz="4400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0EF07A57-237D-C589-81EB-4C1800E8F70E}"/>
              </a:ext>
            </a:extLst>
          </p:cNvPr>
          <p:cNvSpPr/>
          <p:nvPr/>
        </p:nvSpPr>
        <p:spPr>
          <a:xfrm>
            <a:off x="9227890" y="2843729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E732A7E9-156B-CB8A-7051-B8342DD85081}"/>
              </a:ext>
            </a:extLst>
          </p:cNvPr>
          <p:cNvSpPr/>
          <p:nvPr/>
        </p:nvSpPr>
        <p:spPr>
          <a:xfrm>
            <a:off x="8951923" y="5038060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7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/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/>
        </p:nvSpPr>
        <p:spPr>
          <a:xfrm>
            <a:off x="3773011" y="1584295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25" name="Image 71">
            <a:extLst>
              <a:ext uri="{FF2B5EF4-FFF2-40B4-BE49-F238E27FC236}">
                <a16:creationId xmlns:a16="http://schemas.microsoft.com/office/drawing/2014/main" id="{8A9C1209-6951-B9C7-1FDE-051AEE22E436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300020" y="2677313"/>
            <a:ext cx="3286340" cy="2241176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/>
        </p:nvSpPr>
        <p:spPr>
          <a:xfrm>
            <a:off x="2837470" y="6104339"/>
            <a:ext cx="672948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Mono-saccharides </a:t>
            </a:r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158637D9-FCB4-1CFA-3058-161B0DC6DF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0985" y="1767792"/>
            <a:ext cx="2902099" cy="4705592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7AEFCF0D-A168-E08E-AF03-D79104B6F066}"/>
              </a:ext>
            </a:extLst>
          </p:cNvPr>
          <p:cNvGrpSpPr/>
          <p:nvPr/>
        </p:nvGrpSpPr>
        <p:grpSpPr>
          <a:xfrm>
            <a:off x="5156392" y="1900353"/>
            <a:ext cx="1598167" cy="570296"/>
            <a:chOff x="5094433" y="1791439"/>
            <a:chExt cx="1598167" cy="570296"/>
          </a:xfrm>
        </p:grpSpPr>
        <p:sp>
          <p:nvSpPr>
            <p:cNvPr id="3" name="橢圓 2">
              <a:extLst>
                <a:ext uri="{FF2B5EF4-FFF2-40B4-BE49-F238E27FC236}">
                  <a16:creationId xmlns:a16="http://schemas.microsoft.com/office/drawing/2014/main" id="{B9D43661-8086-298F-12D0-52F56F887714}"/>
                </a:ext>
              </a:extLst>
            </p:cNvPr>
            <p:cNvSpPr/>
            <p:nvPr/>
          </p:nvSpPr>
          <p:spPr>
            <a:xfrm>
              <a:off x="5094433" y="1792589"/>
              <a:ext cx="569146" cy="5691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C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27A9D5F7-C821-00C8-EDC3-839FEBE00580}"/>
                </a:ext>
              </a:extLst>
            </p:cNvPr>
            <p:cNvSpPr/>
            <p:nvPr/>
          </p:nvSpPr>
          <p:spPr>
            <a:xfrm>
              <a:off x="5622624" y="1791439"/>
              <a:ext cx="569147" cy="56914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AB45AFD8-AAEA-319D-6459-1E1838B54158}"/>
                </a:ext>
              </a:extLst>
            </p:cNvPr>
            <p:cNvSpPr/>
            <p:nvPr/>
          </p:nvSpPr>
          <p:spPr>
            <a:xfrm>
              <a:off x="6123453" y="1791439"/>
              <a:ext cx="569147" cy="5691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O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566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85185E-6 L -0.0539 0.4826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5" y="2412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85185E-6 L -0.04792 0.4847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6" y="2423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6 L -0.03437 0.4518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225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59259E-6 L -0.03594 0.4898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7" y="2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1" grpId="0" animBg="1"/>
      <p:bldP spid="27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/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/>
        </p:nvSpPr>
        <p:spPr>
          <a:xfrm>
            <a:off x="2837470" y="6104339"/>
            <a:ext cx="672948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Mono-saccharides </a:t>
            </a:r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158637D9-FCB4-1CFA-3058-161B0DC6D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0985" y="1767792"/>
            <a:ext cx="2902099" cy="4705592"/>
          </a:xfrm>
          <a:prstGeom prst="rect">
            <a:avLst/>
          </a:prstGeom>
        </p:spPr>
      </p:pic>
      <p:pic>
        <p:nvPicPr>
          <p:cNvPr id="14338" name="Picture 2" descr="DEXTRO DETROX D.GLUCOSE POWDER | PNS eShop">
            <a:extLst>
              <a:ext uri="{FF2B5EF4-FFF2-40B4-BE49-F238E27FC236}">
                <a16:creationId xmlns:a16="http://schemas.microsoft.com/office/drawing/2014/main" id="{ABE4B6EA-1135-2EC0-6FFD-B0BEB8ACD1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18" t="3473" r="16913" b="4691"/>
          <a:stretch/>
        </p:blipFill>
        <p:spPr bwMode="auto">
          <a:xfrm>
            <a:off x="4464450" y="1437680"/>
            <a:ext cx="3263099" cy="4454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6450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群組 29">
            <a:extLst>
              <a:ext uri="{FF2B5EF4-FFF2-40B4-BE49-F238E27FC236}">
                <a16:creationId xmlns:a16="http://schemas.microsoft.com/office/drawing/2014/main" id="{EE5611B8-E061-794B-BFAF-D7E0522A6181}"/>
              </a:ext>
            </a:extLst>
          </p:cNvPr>
          <p:cNvGrpSpPr/>
          <p:nvPr/>
        </p:nvGrpSpPr>
        <p:grpSpPr>
          <a:xfrm>
            <a:off x="741636" y="1550253"/>
            <a:ext cx="4711207" cy="5104820"/>
            <a:chOff x="741636" y="1550253"/>
            <a:chExt cx="4711207" cy="5104820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1BEB9594-2737-CF95-45AD-113AFD4CF694}"/>
                </a:ext>
              </a:extLst>
            </p:cNvPr>
            <p:cNvGrpSpPr/>
            <p:nvPr/>
          </p:nvGrpSpPr>
          <p:grpSpPr>
            <a:xfrm>
              <a:off x="741636" y="1550253"/>
              <a:ext cx="4711207" cy="5104820"/>
              <a:chOff x="741636" y="1550253"/>
              <a:chExt cx="4711207" cy="5104820"/>
            </a:xfrm>
          </p:grpSpPr>
          <p:grpSp>
            <p:nvGrpSpPr>
              <p:cNvPr id="2" name="群組 1">
                <a:extLst>
                  <a:ext uri="{FF2B5EF4-FFF2-40B4-BE49-F238E27FC236}">
                    <a16:creationId xmlns:a16="http://schemas.microsoft.com/office/drawing/2014/main" id="{8D30435A-E436-9E77-A758-9F4DBDAA631A}"/>
                  </a:ext>
                </a:extLst>
              </p:cNvPr>
              <p:cNvGrpSpPr/>
              <p:nvPr/>
            </p:nvGrpSpPr>
            <p:grpSpPr>
              <a:xfrm>
                <a:off x="741636" y="1550253"/>
                <a:ext cx="4711207" cy="5104820"/>
                <a:chOff x="741636" y="1550253"/>
                <a:chExt cx="4711207" cy="5104820"/>
              </a:xfrm>
            </p:grpSpPr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8087C1E0-BC1D-49D3-AF2B-C0AEAE632F7F}"/>
                    </a:ext>
                  </a:extLst>
                </p:cNvPr>
                <p:cNvSpPr/>
                <p:nvPr/>
              </p:nvSpPr>
              <p:spPr>
                <a:xfrm>
                  <a:off x="741636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215AA39-CB97-7286-4FFE-A974620B40F1}"/>
                    </a:ext>
                  </a:extLst>
                </p:cNvPr>
                <p:cNvSpPr txBox="1"/>
                <p:nvPr/>
              </p:nvSpPr>
              <p:spPr>
                <a:xfrm>
                  <a:off x="1631326" y="6070298"/>
                  <a:ext cx="382151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6" name="Image 71">
                <a:extLst>
                  <a:ext uri="{FF2B5EF4-FFF2-40B4-BE49-F238E27FC236}">
                    <a16:creationId xmlns:a16="http://schemas.microsoft.com/office/drawing/2014/main" id="{B5AB69E9-4902-AD62-2E6A-BFD256317E8B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280931" y="2635670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628B9D7-98B8-A0C7-1F27-BA099CF06367}"/>
                </a:ext>
              </a:extLst>
            </p:cNvPr>
            <p:cNvGrpSpPr/>
            <p:nvPr/>
          </p:nvGrpSpPr>
          <p:grpSpPr>
            <a:xfrm>
              <a:off x="2087162" y="1956884"/>
              <a:ext cx="1598167" cy="570296"/>
              <a:chOff x="5094433" y="1791439"/>
              <a:chExt cx="1598167" cy="570296"/>
            </a:xfrm>
          </p:grpSpPr>
          <p:sp>
            <p:nvSpPr>
              <p:cNvPr id="22" name="橢圓 21">
                <a:extLst>
                  <a:ext uri="{FF2B5EF4-FFF2-40B4-BE49-F238E27FC236}">
                    <a16:creationId xmlns:a16="http://schemas.microsoft.com/office/drawing/2014/main" id="{02888E3F-6E2A-63E2-2D66-9D34999A3176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1195EAA9-C0B6-CE80-3047-8083B837EDC1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6E4464B8-BE39-16F0-9659-311AF773C891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9800341B-26B7-259E-AD79-B76263FEC2EA}"/>
              </a:ext>
            </a:extLst>
          </p:cNvPr>
          <p:cNvGrpSpPr/>
          <p:nvPr/>
        </p:nvGrpSpPr>
        <p:grpSpPr>
          <a:xfrm>
            <a:off x="7017702" y="1550253"/>
            <a:ext cx="4364931" cy="5104820"/>
            <a:chOff x="7017702" y="1550253"/>
            <a:chExt cx="4364931" cy="5104820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B6041D96-0EF4-FCE0-20D6-3577FA722D08}"/>
                </a:ext>
              </a:extLst>
            </p:cNvPr>
            <p:cNvGrpSpPr/>
            <p:nvPr/>
          </p:nvGrpSpPr>
          <p:grpSpPr>
            <a:xfrm>
              <a:off x="7017702" y="1550253"/>
              <a:ext cx="4364931" cy="5104820"/>
              <a:chOff x="7017702" y="1550253"/>
              <a:chExt cx="4364931" cy="5104820"/>
            </a:xfrm>
          </p:grpSpPr>
          <p:grpSp>
            <p:nvGrpSpPr>
              <p:cNvPr id="3" name="群組 2">
                <a:extLst>
                  <a:ext uri="{FF2B5EF4-FFF2-40B4-BE49-F238E27FC236}">
                    <a16:creationId xmlns:a16="http://schemas.microsoft.com/office/drawing/2014/main" id="{F1AAA7EE-88F4-F929-D060-F817C7682F63}"/>
                  </a:ext>
                </a:extLst>
              </p:cNvPr>
              <p:cNvGrpSpPr/>
              <p:nvPr/>
            </p:nvGrpSpPr>
            <p:grpSpPr>
              <a:xfrm>
                <a:off x="7017702" y="1550253"/>
                <a:ext cx="4364931" cy="5104820"/>
                <a:chOff x="7017702" y="1550253"/>
                <a:chExt cx="4364931" cy="5104820"/>
              </a:xfrm>
            </p:grpSpPr>
            <p:sp>
              <p:nvSpPr>
                <p:cNvPr id="8" name="橢圓 7">
                  <a:extLst>
                    <a:ext uri="{FF2B5EF4-FFF2-40B4-BE49-F238E27FC236}">
                      <a16:creationId xmlns:a16="http://schemas.microsoft.com/office/drawing/2014/main" id="{3381DA8C-B770-6A42-406A-0DE66427545F}"/>
                    </a:ext>
                  </a:extLst>
                </p:cNvPr>
                <p:cNvSpPr/>
                <p:nvPr/>
              </p:nvSpPr>
              <p:spPr>
                <a:xfrm>
                  <a:off x="7017702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B95B8542-57D3-17BB-5D76-E2277F2E6DCC}"/>
                    </a:ext>
                  </a:extLst>
                </p:cNvPr>
                <p:cNvSpPr txBox="1"/>
                <p:nvPr/>
              </p:nvSpPr>
              <p:spPr>
                <a:xfrm>
                  <a:off x="7907393" y="6070298"/>
                  <a:ext cx="347524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7" name="Image 71">
                <a:extLst>
                  <a:ext uri="{FF2B5EF4-FFF2-40B4-BE49-F238E27FC236}">
                    <a16:creationId xmlns:a16="http://schemas.microsoft.com/office/drawing/2014/main" id="{476E8296-BA14-65E1-758B-6F2A19C8AA59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576855" y="2631806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73140D74-EE57-7D0F-C671-D6385E4E1411}"/>
                </a:ext>
              </a:extLst>
            </p:cNvPr>
            <p:cNvGrpSpPr/>
            <p:nvPr/>
          </p:nvGrpSpPr>
          <p:grpSpPr>
            <a:xfrm>
              <a:off x="8420452" y="1943034"/>
              <a:ext cx="1598167" cy="570296"/>
              <a:chOff x="5094433" y="1791439"/>
              <a:chExt cx="1598167" cy="570296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715A93D9-F137-28CB-43CC-53FDEBEB084F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8" name="橢圓 27">
                <a:extLst>
                  <a:ext uri="{FF2B5EF4-FFF2-40B4-BE49-F238E27FC236}">
                    <a16:creationId xmlns:a16="http://schemas.microsoft.com/office/drawing/2014/main" id="{9A2B93C5-DF6F-10AF-DD94-71B34AD95AB6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83320B71-2B3F-1934-EDD8-640E55741BA8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1109302" y="48827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/>
        </p:nvSpPr>
        <p:spPr>
          <a:xfrm>
            <a:off x="4797381" y="2387901"/>
            <a:ext cx="2450086" cy="24500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/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/>
        </p:nvSpPr>
        <p:spPr>
          <a:xfrm>
            <a:off x="2611967" y="6039986"/>
            <a:ext cx="6968066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696C48E-0AAB-0E6C-EA5F-8A347AB4CE3B}"/>
              </a:ext>
            </a:extLst>
          </p:cNvPr>
          <p:cNvSpPr txBox="1"/>
          <p:nvPr/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F71947-6186-2415-F94F-12D859777F57}"/>
              </a:ext>
            </a:extLst>
          </p:cNvPr>
          <p:cNvSpPr/>
          <p:nvPr/>
        </p:nvSpPr>
        <p:spPr>
          <a:xfrm>
            <a:off x="1513755" y="6039986"/>
            <a:ext cx="9868878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雙醣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b="1" dirty="0">
              <a:solidFill>
                <a:schemeClr val="tx1"/>
              </a:solidFill>
            </a:endParaRPr>
          </a:p>
        </p:txBody>
      </p:sp>
      <p:sp>
        <p:nvSpPr>
          <p:cNvPr id="14" name="箭號: 左-右雙向 13">
            <a:extLst>
              <a:ext uri="{FF2B5EF4-FFF2-40B4-BE49-F238E27FC236}">
                <a16:creationId xmlns:a16="http://schemas.microsoft.com/office/drawing/2014/main" id="{6CC96202-3DB7-F311-2BD3-5B600A61673D}"/>
              </a:ext>
            </a:extLst>
          </p:cNvPr>
          <p:cNvSpPr/>
          <p:nvPr/>
        </p:nvSpPr>
        <p:spPr>
          <a:xfrm>
            <a:off x="3461066" y="2528486"/>
            <a:ext cx="5107899" cy="2347054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Glycosidic bond</a:t>
            </a:r>
          </a:p>
          <a:p>
            <a:pPr algn="ctr"/>
            <a:r>
              <a:rPr lang="zh-HK" altLang="en-US" b="1" dirty="0"/>
              <a:t>糖鍵</a:t>
            </a:r>
            <a:endParaRPr lang="zh-HK" altLang="en-US" sz="4000" b="1" dirty="0">
              <a:latin typeface="Roboto Black" panose="02000000000000000000" pitchFamily="2" charset="0"/>
            </a:endParaRP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FE755A9B-5768-70CD-55E3-ECA73ACD01C2}"/>
              </a:ext>
            </a:extLst>
          </p:cNvPr>
          <p:cNvGrpSpPr/>
          <p:nvPr/>
        </p:nvGrpSpPr>
        <p:grpSpPr>
          <a:xfrm>
            <a:off x="2105425" y="1953425"/>
            <a:ext cx="8068236" cy="3711522"/>
            <a:chOff x="2105425" y="1953425"/>
            <a:chExt cx="8068236" cy="3711522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4898498-4CFD-4E1C-D524-EA170785D791}"/>
                </a:ext>
              </a:extLst>
            </p:cNvPr>
            <p:cNvSpPr/>
            <p:nvPr/>
          </p:nvSpPr>
          <p:spPr>
            <a:xfrm>
              <a:off x="2105425" y="2631806"/>
              <a:ext cx="8068236" cy="22061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pic>
          <p:nvPicPr>
            <p:cNvPr id="8194" name="Picture 2" descr="Maltose is a reducing sugar. Formula, Function">
              <a:extLst>
                <a:ext uri="{FF2B5EF4-FFF2-40B4-BE49-F238E27FC236}">
                  <a16:creationId xmlns:a16="http://schemas.microsoft.com/office/drawing/2014/main" id="{A9608D39-B9CA-300C-6D25-84B47CD60E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965"/>
            <a:stretch/>
          </p:blipFill>
          <p:spPr bwMode="auto">
            <a:xfrm>
              <a:off x="3409135" y="1953425"/>
              <a:ext cx="5057574" cy="3711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2284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1.85185E-6 L 0.08528 0.0034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58" y="1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1.85185E-6 L -0.10599 0.0002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85185E-6 L -0.41406 0.3571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03" y="17847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7" grpId="0" animBg="1"/>
      <p:bldP spid="10" grpId="0" animBg="1"/>
      <p:bldP spid="12" grpId="0" animBg="1"/>
      <p:bldP spid="14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6778094-D15F-492C-BFF3-74C9BB3FE0A9}"/>
              </a:ext>
            </a:extLst>
          </p:cNvPr>
          <p:cNvGrpSpPr/>
          <p:nvPr/>
        </p:nvGrpSpPr>
        <p:grpSpPr>
          <a:xfrm>
            <a:off x="824309" y="2896700"/>
            <a:ext cx="1905490" cy="1932679"/>
            <a:chOff x="3773011" y="1584295"/>
            <a:chExt cx="4364931" cy="4427213"/>
          </a:xfrm>
        </p:grpSpPr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A5E1DB0B-93B8-36C4-2F1E-A7946EBFED4E}"/>
                </a:ext>
              </a:extLst>
            </p:cNvPr>
            <p:cNvSpPr/>
            <p:nvPr/>
          </p:nvSpPr>
          <p:spPr>
            <a:xfrm>
              <a:off x="3773011" y="1584295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5" name="Image 71">
              <a:extLst>
                <a:ext uri="{FF2B5EF4-FFF2-40B4-BE49-F238E27FC236}">
                  <a16:creationId xmlns:a16="http://schemas.microsoft.com/office/drawing/2014/main" id="{8A9C1209-6951-B9C7-1FDE-051AEE22E436}"/>
                </a:ext>
              </a:extLst>
            </p:cNvPr>
            <p:cNvPicPr>
              <a:picLocks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00020" y="2677313"/>
              <a:ext cx="3286340" cy="2241176"/>
            </a:xfrm>
            <a:prstGeom prst="rect">
              <a:avLst/>
            </a:prstGeom>
          </p:spPr>
        </p:pic>
      </p:grp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/>
        </p:nvSpPr>
        <p:spPr>
          <a:xfrm>
            <a:off x="641860" y="5273705"/>
            <a:ext cx="227038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Monosaccharides </a:t>
            </a:r>
            <a:r>
              <a:rPr lang="en-US" altLang="zh-HK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b="1" dirty="0">
              <a:latin typeface="Roboto Black" panose="02000000000000000000" pitchFamily="2" charset="0"/>
            </a:endParaRP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C5203DFC-29E9-CB37-9CC8-2A7FD0178246}"/>
              </a:ext>
            </a:extLst>
          </p:cNvPr>
          <p:cNvGrpSpPr/>
          <p:nvPr/>
        </p:nvGrpSpPr>
        <p:grpSpPr>
          <a:xfrm>
            <a:off x="5239159" y="2433475"/>
            <a:ext cx="5155478" cy="2692542"/>
            <a:chOff x="3844635" y="2136838"/>
            <a:chExt cx="5155478" cy="2692542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24A0B543-35B8-4D17-A740-4EBE1EBE308D}"/>
                </a:ext>
              </a:extLst>
            </p:cNvPr>
            <p:cNvSpPr/>
            <p:nvPr/>
          </p:nvSpPr>
          <p:spPr>
            <a:xfrm>
              <a:off x="3844635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9A6B1335-8D97-39A0-3E7D-63CB419FC9DF}"/>
                </a:ext>
              </a:extLst>
            </p:cNvPr>
            <p:cNvSpPr/>
            <p:nvPr/>
          </p:nvSpPr>
          <p:spPr>
            <a:xfrm>
              <a:off x="6345450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6" name="Picture 2" descr="Maltose is a reducing sugar. Formula, Function">
              <a:extLst>
                <a:ext uri="{FF2B5EF4-FFF2-40B4-BE49-F238E27FC236}">
                  <a16:creationId xmlns:a16="http://schemas.microsoft.com/office/drawing/2014/main" id="{434FA5DB-2A23-797B-ABAA-C7CF19C560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965"/>
            <a:stretch/>
          </p:blipFill>
          <p:spPr bwMode="auto">
            <a:xfrm>
              <a:off x="5152412" y="2576668"/>
              <a:ext cx="2470356" cy="1812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61FE8BD9-72BB-867F-2CBD-5E02C9F1AAE4}"/>
              </a:ext>
            </a:extLst>
          </p:cNvPr>
          <p:cNvSpPr/>
          <p:nvPr/>
        </p:nvSpPr>
        <p:spPr>
          <a:xfrm>
            <a:off x="5640642" y="5411922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雙醣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b="1" dirty="0">
              <a:solidFill>
                <a:schemeClr val="tx1"/>
              </a:solidFill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E0A1AF77-031B-3417-D7CB-2351DC830B70}"/>
              </a:ext>
            </a:extLst>
          </p:cNvPr>
          <p:cNvGrpSpPr/>
          <p:nvPr/>
        </p:nvGrpSpPr>
        <p:grpSpPr>
          <a:xfrm>
            <a:off x="2895543" y="2782895"/>
            <a:ext cx="2300018" cy="2160289"/>
            <a:chOff x="2895543" y="2782895"/>
            <a:chExt cx="2300018" cy="2160289"/>
          </a:xfrm>
        </p:grpSpPr>
        <p:sp>
          <p:nvSpPr>
            <p:cNvPr id="31" name="箭號: 左-右雙向 30">
              <a:extLst>
                <a:ext uri="{FF2B5EF4-FFF2-40B4-BE49-F238E27FC236}">
                  <a16:creationId xmlns:a16="http://schemas.microsoft.com/office/drawing/2014/main" id="{E3C7E9A8-0902-162F-9FF0-FBE9B397607D}"/>
                </a:ext>
              </a:extLst>
            </p:cNvPr>
            <p:cNvSpPr/>
            <p:nvPr/>
          </p:nvSpPr>
          <p:spPr>
            <a:xfrm>
              <a:off x="3121590" y="3373852"/>
              <a:ext cx="1675791" cy="978375"/>
            </a:xfrm>
            <a:prstGeom prst="left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F91540F9-703A-6E11-055E-872880E84B1E}"/>
                </a:ext>
              </a:extLst>
            </p:cNvPr>
            <p:cNvSpPr txBox="1"/>
            <p:nvPr/>
          </p:nvSpPr>
          <p:spPr>
            <a:xfrm>
              <a:off x="3121590" y="2782895"/>
              <a:ext cx="19054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4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Hydrolysis</a:t>
              </a:r>
              <a:r>
                <a:rPr lang="en-US" altLang="zh-HK" dirty="0"/>
                <a:t> </a:t>
              </a:r>
              <a:endParaRPr lang="zh-HK" altLang="en-US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831F4B68-211F-B1BE-B4B0-A323A5EE8ABC}"/>
                </a:ext>
              </a:extLst>
            </p:cNvPr>
            <p:cNvSpPr txBox="1"/>
            <p:nvPr/>
          </p:nvSpPr>
          <p:spPr>
            <a:xfrm>
              <a:off x="2895543" y="4481519"/>
              <a:ext cx="23000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FF000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Condensation</a:t>
              </a:r>
              <a:r>
                <a:rPr lang="en-US" altLang="zh-HK" dirty="0">
                  <a:solidFill>
                    <a:srgbClr val="FF0000"/>
                  </a:solidFill>
                </a:rPr>
                <a:t> </a:t>
              </a:r>
              <a:endParaRPr lang="zh-HK" altLang="en-US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EB1AE57C-9F9F-803D-70B3-DEC203DB79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1823" y="2600149"/>
            <a:ext cx="889333" cy="357947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C1DF4FC2-E72E-EED1-FC3F-C8B6E53BC7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2640" y="2611500"/>
            <a:ext cx="889333" cy="357947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11DDD1E2-F65E-E365-288A-B80DF02284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6059" y="3029345"/>
            <a:ext cx="702607" cy="28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64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1FE8BD9-72BB-867F-2CBD-5E02C9F1AAE4}"/>
              </a:ext>
            </a:extLst>
          </p:cNvPr>
          <p:cNvSpPr/>
          <p:nvPr/>
        </p:nvSpPr>
        <p:spPr>
          <a:xfrm>
            <a:off x="1469291" y="5917390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雙醣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b="1" dirty="0">
              <a:solidFill>
                <a:schemeClr val="tx1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127770C-8449-9AAE-0414-E71553D3F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9493" y="1506754"/>
            <a:ext cx="2730640" cy="2482978"/>
          </a:xfrm>
          <a:prstGeom prst="rect">
            <a:avLst/>
          </a:prstGeom>
        </p:spPr>
      </p:pic>
      <p:sp>
        <p:nvSpPr>
          <p:cNvPr id="35" name="文字方塊 34">
            <a:extLst>
              <a:ext uri="{FF2B5EF4-FFF2-40B4-BE49-F238E27FC236}">
                <a16:creationId xmlns:a16="http://schemas.microsoft.com/office/drawing/2014/main" id="{D694328B-38B6-CB12-9C1A-8C8A7D1C9899}"/>
              </a:ext>
            </a:extLst>
          </p:cNvPr>
          <p:cNvSpPr txBox="1"/>
          <p:nvPr/>
        </p:nvSpPr>
        <p:spPr>
          <a:xfrm>
            <a:off x="7063214" y="4074429"/>
            <a:ext cx="6317641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HK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Maltose </a:t>
            </a:r>
            <a:r>
              <a:rPr lang="zh-HK" altLang="en-US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麥芽糖</a:t>
            </a:r>
            <a:endParaRPr lang="en-US" altLang="zh-HK" b="1" dirty="0">
              <a:solidFill>
                <a:srgbClr val="0070C0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HK" dirty="0"/>
              <a:t>	</a:t>
            </a:r>
            <a:r>
              <a:rPr lang="en-US" altLang="zh-HK" b="1" dirty="0"/>
              <a:t>glucose + glucose - water</a:t>
            </a:r>
          </a:p>
          <a:p>
            <a:pPr>
              <a:lnSpc>
                <a:spcPct val="150000"/>
              </a:lnSpc>
            </a:pPr>
            <a:r>
              <a:rPr lang="en-US" altLang="zh-HK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Sucrose </a:t>
            </a:r>
            <a:r>
              <a:rPr lang="zh-HK" altLang="en-US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蔗糖</a:t>
            </a:r>
            <a:endParaRPr lang="en-US" altLang="zh-HK" b="1" dirty="0">
              <a:solidFill>
                <a:srgbClr val="0070C0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HK" dirty="0"/>
              <a:t>	</a:t>
            </a:r>
            <a:r>
              <a:rPr lang="en-US" altLang="zh-HK" b="1" dirty="0"/>
              <a:t>glucose + fructose - water</a:t>
            </a:r>
          </a:p>
          <a:p>
            <a:pPr>
              <a:lnSpc>
                <a:spcPct val="150000"/>
              </a:lnSpc>
            </a:pPr>
            <a:r>
              <a:rPr lang="en-US" altLang="zh-HK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Lactose </a:t>
            </a:r>
            <a:r>
              <a:rPr lang="zh-HK" altLang="en-US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乳糖</a:t>
            </a:r>
            <a:endParaRPr lang="en-US" altLang="zh-HK" b="1" dirty="0">
              <a:solidFill>
                <a:srgbClr val="0070C0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HK" dirty="0"/>
              <a:t>	</a:t>
            </a:r>
            <a:r>
              <a:rPr lang="en-US" altLang="zh-HK" b="1" dirty="0"/>
              <a:t>glucose + galactose - water</a:t>
            </a: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CA9E4726-3912-AFA2-0178-8ECE773F1962}"/>
              </a:ext>
            </a:extLst>
          </p:cNvPr>
          <p:cNvGrpSpPr/>
          <p:nvPr/>
        </p:nvGrpSpPr>
        <p:grpSpPr>
          <a:xfrm>
            <a:off x="7979493" y="4643237"/>
            <a:ext cx="2027840" cy="1930659"/>
            <a:chOff x="7979493" y="4643237"/>
            <a:chExt cx="2027840" cy="1930659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A359FA7-40D8-27AB-BDB0-D889F219BD2C}"/>
                </a:ext>
              </a:extLst>
            </p:cNvPr>
            <p:cNvSpPr/>
            <p:nvPr/>
          </p:nvSpPr>
          <p:spPr>
            <a:xfrm>
              <a:off x="7979493" y="4664208"/>
              <a:ext cx="980090" cy="268942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563257D2-BABD-684B-6EDB-538A2FB87DAF}"/>
                </a:ext>
              </a:extLst>
            </p:cNvPr>
            <p:cNvSpPr/>
            <p:nvPr/>
          </p:nvSpPr>
          <p:spPr>
            <a:xfrm>
              <a:off x="9027243" y="4643237"/>
              <a:ext cx="980090" cy="268942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84391770-A95C-0A4D-0DD0-B50283070A33}"/>
                </a:ext>
              </a:extLst>
            </p:cNvPr>
            <p:cNvSpPr/>
            <p:nvPr/>
          </p:nvSpPr>
          <p:spPr>
            <a:xfrm>
              <a:off x="7979493" y="5507536"/>
              <a:ext cx="980090" cy="268942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05FE08C-8D76-D887-EE34-F113E5B28164}"/>
                </a:ext>
              </a:extLst>
            </p:cNvPr>
            <p:cNvSpPr/>
            <p:nvPr/>
          </p:nvSpPr>
          <p:spPr>
            <a:xfrm>
              <a:off x="7979493" y="6304954"/>
              <a:ext cx="980090" cy="268942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sp>
        <p:nvSpPr>
          <p:cNvPr id="56" name="矩形 55">
            <a:extLst>
              <a:ext uri="{FF2B5EF4-FFF2-40B4-BE49-F238E27FC236}">
                <a16:creationId xmlns:a16="http://schemas.microsoft.com/office/drawing/2014/main" id="{CDB66F04-1A41-6758-8144-81FED5123166}"/>
              </a:ext>
            </a:extLst>
          </p:cNvPr>
          <p:cNvSpPr/>
          <p:nvPr/>
        </p:nvSpPr>
        <p:spPr>
          <a:xfrm>
            <a:off x="10007334" y="4643237"/>
            <a:ext cx="916278" cy="20141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18434" name="Picture 2" descr="Maltose | Food Secrets">
            <a:extLst>
              <a:ext uri="{FF2B5EF4-FFF2-40B4-BE49-F238E27FC236}">
                <a16:creationId xmlns:a16="http://schemas.microsoft.com/office/drawing/2014/main" id="{23340257-21B6-0A5F-AFF0-09C9E97D55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9" r="20519"/>
          <a:stretch/>
        </p:blipFill>
        <p:spPr bwMode="auto">
          <a:xfrm>
            <a:off x="197273" y="2769924"/>
            <a:ext cx="3448273" cy="303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 descr="Myths around sugar consumption and why is it harmful to consume |  HealthShots">
            <a:extLst>
              <a:ext uri="{FF2B5EF4-FFF2-40B4-BE49-F238E27FC236}">
                <a16:creationId xmlns:a16="http://schemas.microsoft.com/office/drawing/2014/main" id="{5886350E-ADA9-6D7F-1309-4DB2546740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7" r="26537"/>
          <a:stretch/>
        </p:blipFill>
        <p:spPr bwMode="auto">
          <a:xfrm>
            <a:off x="3823730" y="2752413"/>
            <a:ext cx="3019091" cy="3040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3459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/>
        </p:nvSpPr>
        <p:spPr>
          <a:xfrm>
            <a:off x="3889303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/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/>
        </p:nvSpPr>
        <p:spPr>
          <a:xfrm>
            <a:off x="3357661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/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/>
        </p:nvSpPr>
        <p:spPr>
          <a:xfrm>
            <a:off x="4501900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/>
        </p:nvSpPr>
        <p:spPr>
          <a:xfrm>
            <a:off x="3970258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/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/>
        </p:nvSpPr>
        <p:spPr>
          <a:xfrm>
            <a:off x="5114497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/>
        </p:nvSpPr>
        <p:spPr>
          <a:xfrm>
            <a:off x="4582855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/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/>
        </p:nvSpPr>
        <p:spPr>
          <a:xfrm>
            <a:off x="5727094" y="309255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/>
        </p:nvSpPr>
        <p:spPr>
          <a:xfrm>
            <a:off x="5195452" y="31436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8" name="箭號: 左-右雙向 67">
            <a:extLst>
              <a:ext uri="{FF2B5EF4-FFF2-40B4-BE49-F238E27FC236}">
                <a16:creationId xmlns:a16="http://schemas.microsoft.com/office/drawing/2014/main" id="{D975C605-C3C3-4CB0-6921-676F424DB21C}"/>
              </a:ext>
            </a:extLst>
          </p:cNvPr>
          <p:cNvSpPr/>
          <p:nvPr/>
        </p:nvSpPr>
        <p:spPr>
          <a:xfrm>
            <a:off x="5227691" y="3271055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/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0DD7F4-75B5-27E2-A6C6-E669F73A2AE0}"/>
              </a:ext>
            </a:extLst>
          </p:cNvPr>
          <p:cNvSpPr/>
          <p:nvPr/>
        </p:nvSpPr>
        <p:spPr>
          <a:xfrm>
            <a:off x="334486" y="57537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多醣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solidFill>
                <a:schemeClr val="tx1"/>
              </a:solidFill>
            </a:endParaRPr>
          </a:p>
          <a:p>
            <a:pPr algn="ctr"/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6E15D355-4123-4947-1445-604F0D808C26}"/>
              </a:ext>
            </a:extLst>
          </p:cNvPr>
          <p:cNvGrpSpPr/>
          <p:nvPr/>
        </p:nvGrpSpPr>
        <p:grpSpPr>
          <a:xfrm>
            <a:off x="6047988" y="1393209"/>
            <a:ext cx="4491168" cy="4754118"/>
            <a:chOff x="7816884" y="1105217"/>
            <a:chExt cx="4491168" cy="4754118"/>
          </a:xfrm>
        </p:grpSpPr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8B7856FB-C2CC-C495-C2C9-0F365D7176BA}"/>
                </a:ext>
              </a:extLst>
            </p:cNvPr>
            <p:cNvSpPr/>
            <p:nvPr/>
          </p:nvSpPr>
          <p:spPr>
            <a:xfrm>
              <a:off x="7816884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5EDF7A39-F933-0779-ADD5-0C0772D47327}"/>
                </a:ext>
              </a:extLst>
            </p:cNvPr>
            <p:cNvSpPr/>
            <p:nvPr/>
          </p:nvSpPr>
          <p:spPr>
            <a:xfrm>
              <a:off x="8449753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DCE50AD4-8218-2BD4-2290-68053FD04A91}"/>
                </a:ext>
              </a:extLst>
            </p:cNvPr>
            <p:cNvSpPr/>
            <p:nvPr/>
          </p:nvSpPr>
          <p:spPr>
            <a:xfrm>
              <a:off x="9034967" y="283127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73483838-6BAC-5C91-7ED6-A6BCDB5E89B0}"/>
                </a:ext>
              </a:extLst>
            </p:cNvPr>
            <p:cNvSpPr/>
            <p:nvPr/>
          </p:nvSpPr>
          <p:spPr>
            <a:xfrm>
              <a:off x="9545975" y="317629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052D5640-F855-01AE-27BE-CBB6A9668BFB}"/>
                </a:ext>
              </a:extLst>
            </p:cNvPr>
            <p:cNvSpPr/>
            <p:nvPr/>
          </p:nvSpPr>
          <p:spPr>
            <a:xfrm>
              <a:off x="10130105" y="285136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4" name="橢圓 73">
              <a:extLst>
                <a:ext uri="{FF2B5EF4-FFF2-40B4-BE49-F238E27FC236}">
                  <a16:creationId xmlns:a16="http://schemas.microsoft.com/office/drawing/2014/main" id="{8B31CF88-E6BB-2645-7322-D8169F0539EB}"/>
                </a:ext>
              </a:extLst>
            </p:cNvPr>
            <p:cNvSpPr/>
            <p:nvPr/>
          </p:nvSpPr>
          <p:spPr>
            <a:xfrm>
              <a:off x="10221704" y="226386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265E81A7-DC0E-E81D-4048-6C1BC353FD3F}"/>
                </a:ext>
              </a:extLst>
            </p:cNvPr>
            <p:cNvSpPr/>
            <p:nvPr/>
          </p:nvSpPr>
          <p:spPr>
            <a:xfrm>
              <a:off x="10466573" y="169271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32D28B41-346B-C622-BA68-9BB0BA679F22}"/>
                </a:ext>
              </a:extLst>
            </p:cNvPr>
            <p:cNvSpPr/>
            <p:nvPr/>
          </p:nvSpPr>
          <p:spPr>
            <a:xfrm>
              <a:off x="9469515" y="371030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4551AE49-18E3-D28A-94DE-9A9787674FE7}"/>
                </a:ext>
              </a:extLst>
            </p:cNvPr>
            <p:cNvSpPr/>
            <p:nvPr/>
          </p:nvSpPr>
          <p:spPr>
            <a:xfrm>
              <a:off x="9707904" y="42480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8" name="橢圓 77">
              <a:extLst>
                <a:ext uri="{FF2B5EF4-FFF2-40B4-BE49-F238E27FC236}">
                  <a16:creationId xmlns:a16="http://schemas.microsoft.com/office/drawing/2014/main" id="{5FB162FE-3093-8878-3EB0-56FA33B70515}"/>
                </a:ext>
              </a:extLst>
            </p:cNvPr>
            <p:cNvSpPr/>
            <p:nvPr/>
          </p:nvSpPr>
          <p:spPr>
            <a:xfrm>
              <a:off x="9369879" y="47326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9" name="橢圓 78">
              <a:extLst>
                <a:ext uri="{FF2B5EF4-FFF2-40B4-BE49-F238E27FC236}">
                  <a16:creationId xmlns:a16="http://schemas.microsoft.com/office/drawing/2014/main" id="{357B3004-4896-3B6D-3ED3-415673A57196}"/>
                </a:ext>
              </a:extLst>
            </p:cNvPr>
            <p:cNvSpPr/>
            <p:nvPr/>
          </p:nvSpPr>
          <p:spPr>
            <a:xfrm>
              <a:off x="9031854" y="51767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0" name="橢圓 79">
              <a:extLst>
                <a:ext uri="{FF2B5EF4-FFF2-40B4-BE49-F238E27FC236}">
                  <a16:creationId xmlns:a16="http://schemas.microsoft.com/office/drawing/2014/main" id="{A5460161-989B-44D4-06DD-A50948C73A93}"/>
                </a:ext>
              </a:extLst>
            </p:cNvPr>
            <p:cNvSpPr/>
            <p:nvPr/>
          </p:nvSpPr>
          <p:spPr>
            <a:xfrm>
              <a:off x="10265446" y="46321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DE906139-2E2B-E850-E914-2D06BB4EE45A}"/>
                </a:ext>
              </a:extLst>
            </p:cNvPr>
            <p:cNvSpPr/>
            <p:nvPr/>
          </p:nvSpPr>
          <p:spPr>
            <a:xfrm>
              <a:off x="10600358" y="510180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6B60C120-53E7-E82A-DC87-7683B3B2C3C0}"/>
                </a:ext>
              </a:extLst>
            </p:cNvPr>
            <p:cNvSpPr/>
            <p:nvPr/>
          </p:nvSpPr>
          <p:spPr>
            <a:xfrm>
              <a:off x="10380841" y="110521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ABF1A85A-5F06-CD95-D23F-4CF75FD03F4B}"/>
                </a:ext>
              </a:extLst>
            </p:cNvPr>
            <p:cNvSpPr/>
            <p:nvPr/>
          </p:nvSpPr>
          <p:spPr>
            <a:xfrm>
              <a:off x="11047910" y="17475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29BCCE07-A7C7-13AF-65D5-2C1DCDF674D8}"/>
                </a:ext>
              </a:extLst>
            </p:cNvPr>
            <p:cNvSpPr/>
            <p:nvPr/>
          </p:nvSpPr>
          <p:spPr>
            <a:xfrm>
              <a:off x="11635115" y="168390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5A4B18D7-E183-01C9-E461-2F01F71CF4AB}"/>
              </a:ext>
            </a:extLst>
          </p:cNvPr>
          <p:cNvGrpSpPr/>
          <p:nvPr/>
        </p:nvGrpSpPr>
        <p:grpSpPr>
          <a:xfrm>
            <a:off x="2687601" y="1351338"/>
            <a:ext cx="8632332" cy="4795989"/>
            <a:chOff x="2687601" y="1351338"/>
            <a:chExt cx="8632332" cy="479598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678D974-2033-7BB5-2249-82BC01BF64F5}"/>
                </a:ext>
              </a:extLst>
            </p:cNvPr>
            <p:cNvSpPr/>
            <p:nvPr/>
          </p:nvSpPr>
          <p:spPr>
            <a:xfrm>
              <a:off x="2687601" y="1351338"/>
              <a:ext cx="8632332" cy="47959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pic>
          <p:nvPicPr>
            <p:cNvPr id="5" name="Image 73">
              <a:extLst>
                <a:ext uri="{FF2B5EF4-FFF2-40B4-BE49-F238E27FC236}">
                  <a16:creationId xmlns:a16="http://schemas.microsoft.com/office/drawing/2014/main" id="{78525FB3-B5B2-EB7A-BA86-7F34FC31489D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2629" y="1519019"/>
              <a:ext cx="6145718" cy="39231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754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 L -0.0276 0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 L -0.0276 0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 L 8.33333E-7 0.25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0 L -0.02761 0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 L 6.25E-7 0.25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44444E-6 L -0.02761 -4.44444E-6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44444E-6 L 2.08333E-7 0.25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48" grpId="0" animBg="1"/>
      <p:bldP spid="48" grpId="1" animBg="1"/>
      <p:bldP spid="49" grpId="0" animBg="1"/>
      <p:bldP spid="60" grpId="0" animBg="1"/>
      <p:bldP spid="60" grpId="1" animBg="1"/>
      <p:bldP spid="61" grpId="0" animBg="1"/>
      <p:bldP spid="61" grpId="1" animBg="1"/>
      <p:bldP spid="62" grpId="0" animBg="1"/>
      <p:bldP spid="63" grpId="0" animBg="1"/>
      <p:bldP spid="63" grpId="1" animBg="1"/>
      <p:bldP spid="64" grpId="0" animBg="1"/>
      <p:bldP spid="64" grpId="1" animBg="1"/>
      <p:bldP spid="65" grpId="0" animBg="1"/>
      <p:bldP spid="66" grpId="0" animBg="1"/>
      <p:bldP spid="66" grpId="1" animBg="1"/>
      <p:bldP spid="67" grpId="0" animBg="1"/>
      <p:bldP spid="67" grpId="1" animBg="1"/>
      <p:bldP spid="68" grpId="0" animBg="1"/>
      <p:bldP spid="3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6778094-D15F-492C-BFF3-74C9BB3FE0A9}"/>
              </a:ext>
            </a:extLst>
          </p:cNvPr>
          <p:cNvGrpSpPr/>
          <p:nvPr/>
        </p:nvGrpSpPr>
        <p:grpSpPr>
          <a:xfrm>
            <a:off x="824309" y="2896700"/>
            <a:ext cx="1905490" cy="1932679"/>
            <a:chOff x="3773011" y="1584295"/>
            <a:chExt cx="4364931" cy="4427213"/>
          </a:xfrm>
        </p:grpSpPr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A5E1DB0B-93B8-36C4-2F1E-A7946EBFED4E}"/>
                </a:ext>
              </a:extLst>
            </p:cNvPr>
            <p:cNvSpPr/>
            <p:nvPr/>
          </p:nvSpPr>
          <p:spPr>
            <a:xfrm>
              <a:off x="3773011" y="1584295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5" name="Image 71">
              <a:extLst>
                <a:ext uri="{FF2B5EF4-FFF2-40B4-BE49-F238E27FC236}">
                  <a16:creationId xmlns:a16="http://schemas.microsoft.com/office/drawing/2014/main" id="{8A9C1209-6951-B9C7-1FDE-051AEE22E436}"/>
                </a:ext>
              </a:extLst>
            </p:cNvPr>
            <p:cNvPicPr>
              <a:picLocks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00020" y="2677313"/>
              <a:ext cx="3286340" cy="2241176"/>
            </a:xfrm>
            <a:prstGeom prst="rect">
              <a:avLst/>
            </a:prstGeom>
          </p:spPr>
        </p:pic>
      </p:grp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/>
        </p:nvSpPr>
        <p:spPr>
          <a:xfrm>
            <a:off x="641860" y="5273705"/>
            <a:ext cx="227038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Monosaccharides </a:t>
            </a:r>
            <a:r>
              <a:rPr lang="en-US" altLang="zh-HK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b="1" dirty="0">
              <a:latin typeface="Roboto Black" panose="02000000000000000000" pitchFamily="2" charset="0"/>
            </a:endParaRP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C5203DFC-29E9-CB37-9CC8-2A7FD0178246}"/>
              </a:ext>
            </a:extLst>
          </p:cNvPr>
          <p:cNvGrpSpPr/>
          <p:nvPr/>
        </p:nvGrpSpPr>
        <p:grpSpPr>
          <a:xfrm>
            <a:off x="4118524" y="2971427"/>
            <a:ext cx="3075108" cy="1606031"/>
            <a:chOff x="3844635" y="2136838"/>
            <a:chExt cx="5155478" cy="2692542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24A0B543-35B8-4D17-A740-4EBE1EBE308D}"/>
                </a:ext>
              </a:extLst>
            </p:cNvPr>
            <p:cNvSpPr/>
            <p:nvPr/>
          </p:nvSpPr>
          <p:spPr>
            <a:xfrm>
              <a:off x="3844635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9A6B1335-8D97-39A0-3E7D-63CB419FC9DF}"/>
                </a:ext>
              </a:extLst>
            </p:cNvPr>
            <p:cNvSpPr/>
            <p:nvPr/>
          </p:nvSpPr>
          <p:spPr>
            <a:xfrm>
              <a:off x="6345450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6" name="Picture 2" descr="Maltose is a reducing sugar. Formula, Function">
              <a:extLst>
                <a:ext uri="{FF2B5EF4-FFF2-40B4-BE49-F238E27FC236}">
                  <a16:creationId xmlns:a16="http://schemas.microsoft.com/office/drawing/2014/main" id="{434FA5DB-2A23-797B-ABAA-C7CF19C560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965"/>
            <a:stretch/>
          </p:blipFill>
          <p:spPr bwMode="auto">
            <a:xfrm>
              <a:off x="5152412" y="2576668"/>
              <a:ext cx="2470356" cy="1812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61FE8BD9-72BB-867F-2CBD-5E02C9F1AAE4}"/>
              </a:ext>
            </a:extLst>
          </p:cNvPr>
          <p:cNvSpPr/>
          <p:nvPr/>
        </p:nvSpPr>
        <p:spPr>
          <a:xfrm>
            <a:off x="3502949" y="5201621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</a:t>
            </a:r>
            <a:r>
              <a:rPr lang="en-US" altLang="zh-HK" sz="20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</a:t>
            </a:r>
          </a:p>
          <a:p>
            <a:pPr algn="ctr"/>
            <a:r>
              <a:rPr lang="en-US" altLang="zh-HK" sz="20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b="1" dirty="0">
                <a:solidFill>
                  <a:schemeClr val="tx1"/>
                </a:solidFill>
              </a:rPr>
              <a:t>雙醣</a:t>
            </a:r>
            <a:r>
              <a:rPr lang="en-US" altLang="zh-HK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1200" b="1" dirty="0">
              <a:solidFill>
                <a:schemeClr val="tx1"/>
              </a:solidFill>
            </a:endParaRPr>
          </a:p>
        </p:txBody>
      </p:sp>
      <p:sp>
        <p:nvSpPr>
          <p:cNvPr id="31" name="箭號: 左-右雙向 30">
            <a:extLst>
              <a:ext uri="{FF2B5EF4-FFF2-40B4-BE49-F238E27FC236}">
                <a16:creationId xmlns:a16="http://schemas.microsoft.com/office/drawing/2014/main" id="{E3C7E9A8-0902-162F-9FF0-FBE9B397607D}"/>
              </a:ext>
            </a:extLst>
          </p:cNvPr>
          <p:cNvSpPr/>
          <p:nvPr/>
        </p:nvSpPr>
        <p:spPr>
          <a:xfrm>
            <a:off x="2979326" y="3543611"/>
            <a:ext cx="760089" cy="461665"/>
          </a:xfrm>
          <a:prstGeom prst="left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91540F9-703A-6E11-055E-872880E84B1E}"/>
              </a:ext>
            </a:extLst>
          </p:cNvPr>
          <p:cNvSpPr txBox="1"/>
          <p:nvPr/>
        </p:nvSpPr>
        <p:spPr>
          <a:xfrm>
            <a:off x="2747115" y="3096208"/>
            <a:ext cx="1905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1600" dirty="0">
                <a:solidFill>
                  <a:schemeClr val="accent4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Hydrolysis</a:t>
            </a:r>
            <a:r>
              <a:rPr lang="en-US" altLang="zh-HK" dirty="0"/>
              <a:t> </a:t>
            </a:r>
            <a:endParaRPr lang="zh-HK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831F4B68-211F-B1BE-B4B0-A323A5EE8ABC}"/>
              </a:ext>
            </a:extLst>
          </p:cNvPr>
          <p:cNvSpPr txBox="1"/>
          <p:nvPr/>
        </p:nvSpPr>
        <p:spPr>
          <a:xfrm>
            <a:off x="2698350" y="4034393"/>
            <a:ext cx="230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16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Condensation</a:t>
            </a:r>
            <a:r>
              <a:rPr lang="en-US" altLang="zh-HK" dirty="0">
                <a:solidFill>
                  <a:srgbClr val="FF0000"/>
                </a:solidFill>
              </a:rPr>
              <a:t> </a:t>
            </a:r>
            <a:endParaRPr lang="zh-HK" altLang="en-US" dirty="0">
              <a:solidFill>
                <a:srgbClr val="FF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8D60A49-EBDB-E6C3-8146-AF13D75914CD}"/>
              </a:ext>
            </a:extLst>
          </p:cNvPr>
          <p:cNvSpPr/>
          <p:nvPr/>
        </p:nvSpPr>
        <p:spPr>
          <a:xfrm>
            <a:off x="7311346" y="5336650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多醣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solidFill>
                <a:schemeClr val="tx1"/>
              </a:solidFill>
            </a:endParaRPr>
          </a:p>
        </p:txBody>
      </p: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6B932435-41EA-6FD8-B042-12F3F08B77A5}"/>
              </a:ext>
            </a:extLst>
          </p:cNvPr>
          <p:cNvGrpSpPr/>
          <p:nvPr/>
        </p:nvGrpSpPr>
        <p:grpSpPr>
          <a:xfrm>
            <a:off x="7329672" y="2418285"/>
            <a:ext cx="4487664" cy="2665855"/>
            <a:chOff x="7329672" y="2418285"/>
            <a:chExt cx="4487664" cy="2665855"/>
          </a:xfrm>
        </p:grpSpPr>
        <p:sp>
          <p:nvSpPr>
            <p:cNvPr id="6" name="箭號: 左-右雙向 5">
              <a:extLst>
                <a:ext uri="{FF2B5EF4-FFF2-40B4-BE49-F238E27FC236}">
                  <a16:creationId xmlns:a16="http://schemas.microsoft.com/office/drawing/2014/main" id="{C3D09DBE-ECAC-2A23-C1E4-6350338401F1}"/>
                </a:ext>
              </a:extLst>
            </p:cNvPr>
            <p:cNvSpPr/>
            <p:nvPr/>
          </p:nvSpPr>
          <p:spPr>
            <a:xfrm>
              <a:off x="7329672" y="3317979"/>
              <a:ext cx="1675791" cy="978375"/>
            </a:xfrm>
            <a:prstGeom prst="left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E49FA91A-EBC5-6C9E-14ED-3CBA9706928C}"/>
                </a:ext>
              </a:extLst>
            </p:cNvPr>
            <p:cNvSpPr txBox="1"/>
            <p:nvPr/>
          </p:nvSpPr>
          <p:spPr>
            <a:xfrm>
              <a:off x="7487098" y="2815522"/>
              <a:ext cx="19054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000" dirty="0">
                  <a:solidFill>
                    <a:schemeClr val="accent4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Hydrolysis</a:t>
              </a:r>
              <a:r>
                <a:rPr lang="en-US" altLang="zh-HK" sz="1600" dirty="0"/>
                <a:t> </a:t>
              </a:r>
              <a:endParaRPr lang="zh-HK" altLang="en-US" sz="1600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51E52A2D-134C-CD80-C6BA-40C6EEE17755}"/>
                </a:ext>
              </a:extLst>
            </p:cNvPr>
            <p:cNvSpPr txBox="1"/>
            <p:nvPr/>
          </p:nvSpPr>
          <p:spPr>
            <a:xfrm>
              <a:off x="7416386" y="4439715"/>
              <a:ext cx="23000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dirty="0">
                  <a:solidFill>
                    <a:srgbClr val="FF000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Condensation</a:t>
              </a:r>
              <a:endParaRPr lang="zh-HK" altLang="en-US" dirty="0">
                <a:solidFill>
                  <a:srgbClr val="FF0000"/>
                </a:solidFill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6259CE72-8672-54BC-56F7-BC7CFC4EC130}"/>
                </a:ext>
              </a:extLst>
            </p:cNvPr>
            <p:cNvGrpSpPr/>
            <p:nvPr/>
          </p:nvGrpSpPr>
          <p:grpSpPr>
            <a:xfrm>
              <a:off x="9298929" y="2418285"/>
              <a:ext cx="2518407" cy="2665855"/>
              <a:chOff x="7816884" y="1105217"/>
              <a:chExt cx="4491168" cy="4754118"/>
            </a:xfrm>
          </p:grpSpPr>
          <p:sp>
            <p:nvSpPr>
              <p:cNvPr id="46" name="橢圓 45">
                <a:extLst>
                  <a:ext uri="{FF2B5EF4-FFF2-40B4-BE49-F238E27FC236}">
                    <a16:creationId xmlns:a16="http://schemas.microsoft.com/office/drawing/2014/main" id="{DBF335E8-DE02-3DCE-17EA-C2E14347A228}"/>
                  </a:ext>
                </a:extLst>
              </p:cNvPr>
              <p:cNvSpPr/>
              <p:nvPr/>
            </p:nvSpPr>
            <p:spPr>
              <a:xfrm>
                <a:off x="7816884" y="2797550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47" name="橢圓 46">
                <a:extLst>
                  <a:ext uri="{FF2B5EF4-FFF2-40B4-BE49-F238E27FC236}">
                    <a16:creationId xmlns:a16="http://schemas.microsoft.com/office/drawing/2014/main" id="{837D33F8-27F3-6002-944A-D819ED2ACA27}"/>
                  </a:ext>
                </a:extLst>
              </p:cNvPr>
              <p:cNvSpPr/>
              <p:nvPr/>
            </p:nvSpPr>
            <p:spPr>
              <a:xfrm>
                <a:off x="8449753" y="2797550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48" name="橢圓 47">
                <a:extLst>
                  <a:ext uri="{FF2B5EF4-FFF2-40B4-BE49-F238E27FC236}">
                    <a16:creationId xmlns:a16="http://schemas.microsoft.com/office/drawing/2014/main" id="{DF272096-4388-6C84-16DA-E075A7B85327}"/>
                  </a:ext>
                </a:extLst>
              </p:cNvPr>
              <p:cNvSpPr/>
              <p:nvPr/>
            </p:nvSpPr>
            <p:spPr>
              <a:xfrm>
                <a:off x="9034967" y="2831276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49" name="橢圓 48">
                <a:extLst>
                  <a:ext uri="{FF2B5EF4-FFF2-40B4-BE49-F238E27FC236}">
                    <a16:creationId xmlns:a16="http://schemas.microsoft.com/office/drawing/2014/main" id="{14EBBC4C-1901-0393-5324-9EBC2C401079}"/>
                  </a:ext>
                </a:extLst>
              </p:cNvPr>
              <p:cNvSpPr/>
              <p:nvPr/>
            </p:nvSpPr>
            <p:spPr>
              <a:xfrm>
                <a:off x="9545975" y="3176291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0" name="橢圓 49">
                <a:extLst>
                  <a:ext uri="{FF2B5EF4-FFF2-40B4-BE49-F238E27FC236}">
                    <a16:creationId xmlns:a16="http://schemas.microsoft.com/office/drawing/2014/main" id="{F8228CEE-5E0D-052B-33C3-7F78E25D51F9}"/>
                  </a:ext>
                </a:extLst>
              </p:cNvPr>
              <p:cNvSpPr/>
              <p:nvPr/>
            </p:nvSpPr>
            <p:spPr>
              <a:xfrm>
                <a:off x="10130105" y="2851368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1" name="橢圓 50">
                <a:extLst>
                  <a:ext uri="{FF2B5EF4-FFF2-40B4-BE49-F238E27FC236}">
                    <a16:creationId xmlns:a16="http://schemas.microsoft.com/office/drawing/2014/main" id="{C7DBE2CA-DC1A-B878-2D36-3AECB9D636A1}"/>
                  </a:ext>
                </a:extLst>
              </p:cNvPr>
              <p:cNvSpPr/>
              <p:nvPr/>
            </p:nvSpPr>
            <p:spPr>
              <a:xfrm>
                <a:off x="10221704" y="2263869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2" name="橢圓 51">
                <a:extLst>
                  <a:ext uri="{FF2B5EF4-FFF2-40B4-BE49-F238E27FC236}">
                    <a16:creationId xmlns:a16="http://schemas.microsoft.com/office/drawing/2014/main" id="{0CE06034-EACA-FDF3-2DEA-B1427782D835}"/>
                  </a:ext>
                </a:extLst>
              </p:cNvPr>
              <p:cNvSpPr/>
              <p:nvPr/>
            </p:nvSpPr>
            <p:spPr>
              <a:xfrm>
                <a:off x="10466573" y="1692716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3" name="橢圓 52">
                <a:extLst>
                  <a:ext uri="{FF2B5EF4-FFF2-40B4-BE49-F238E27FC236}">
                    <a16:creationId xmlns:a16="http://schemas.microsoft.com/office/drawing/2014/main" id="{B9CC42B6-3DA0-BEC4-6EE8-7337C4703499}"/>
                  </a:ext>
                </a:extLst>
              </p:cNvPr>
              <p:cNvSpPr/>
              <p:nvPr/>
            </p:nvSpPr>
            <p:spPr>
              <a:xfrm>
                <a:off x="9469515" y="3710308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4" name="橢圓 53">
                <a:extLst>
                  <a:ext uri="{FF2B5EF4-FFF2-40B4-BE49-F238E27FC236}">
                    <a16:creationId xmlns:a16="http://schemas.microsoft.com/office/drawing/2014/main" id="{75597BE6-503E-DA98-892D-E59A376521DF}"/>
                  </a:ext>
                </a:extLst>
              </p:cNvPr>
              <p:cNvSpPr/>
              <p:nvPr/>
            </p:nvSpPr>
            <p:spPr>
              <a:xfrm>
                <a:off x="9707904" y="4248070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5" name="橢圓 54">
                <a:extLst>
                  <a:ext uri="{FF2B5EF4-FFF2-40B4-BE49-F238E27FC236}">
                    <a16:creationId xmlns:a16="http://schemas.microsoft.com/office/drawing/2014/main" id="{4A214BE6-F467-E4F5-3C8B-0884FF3D8F12}"/>
                  </a:ext>
                </a:extLst>
              </p:cNvPr>
              <p:cNvSpPr/>
              <p:nvPr/>
            </p:nvSpPr>
            <p:spPr>
              <a:xfrm>
                <a:off x="9369879" y="4732682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6" name="橢圓 55">
                <a:extLst>
                  <a:ext uri="{FF2B5EF4-FFF2-40B4-BE49-F238E27FC236}">
                    <a16:creationId xmlns:a16="http://schemas.microsoft.com/office/drawing/2014/main" id="{822F9E59-E77E-8E1E-3359-FFA70F0516B3}"/>
                  </a:ext>
                </a:extLst>
              </p:cNvPr>
              <p:cNvSpPr/>
              <p:nvPr/>
            </p:nvSpPr>
            <p:spPr>
              <a:xfrm>
                <a:off x="9031854" y="5176796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7" name="橢圓 56">
                <a:extLst>
                  <a:ext uri="{FF2B5EF4-FFF2-40B4-BE49-F238E27FC236}">
                    <a16:creationId xmlns:a16="http://schemas.microsoft.com/office/drawing/2014/main" id="{6977BE8A-E387-ABE4-D038-7B70231007E2}"/>
                  </a:ext>
                </a:extLst>
              </p:cNvPr>
              <p:cNvSpPr/>
              <p:nvPr/>
            </p:nvSpPr>
            <p:spPr>
              <a:xfrm>
                <a:off x="10265446" y="4632182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8" name="橢圓 57">
                <a:extLst>
                  <a:ext uri="{FF2B5EF4-FFF2-40B4-BE49-F238E27FC236}">
                    <a16:creationId xmlns:a16="http://schemas.microsoft.com/office/drawing/2014/main" id="{4C989C25-8AFB-C64C-F2DD-B55CD41086A7}"/>
                  </a:ext>
                </a:extLst>
              </p:cNvPr>
              <p:cNvSpPr/>
              <p:nvPr/>
            </p:nvSpPr>
            <p:spPr>
              <a:xfrm>
                <a:off x="10600358" y="5101807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9" name="橢圓 58">
                <a:extLst>
                  <a:ext uri="{FF2B5EF4-FFF2-40B4-BE49-F238E27FC236}">
                    <a16:creationId xmlns:a16="http://schemas.microsoft.com/office/drawing/2014/main" id="{993A70E4-4EC8-CE60-0F8F-3B171DA48F9F}"/>
                  </a:ext>
                </a:extLst>
              </p:cNvPr>
              <p:cNvSpPr/>
              <p:nvPr/>
            </p:nvSpPr>
            <p:spPr>
              <a:xfrm>
                <a:off x="10380841" y="1105217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60" name="橢圓 59">
                <a:extLst>
                  <a:ext uri="{FF2B5EF4-FFF2-40B4-BE49-F238E27FC236}">
                    <a16:creationId xmlns:a16="http://schemas.microsoft.com/office/drawing/2014/main" id="{0063C0C9-C968-898B-3CD4-D1A7D3C0BCC2}"/>
                  </a:ext>
                </a:extLst>
              </p:cNvPr>
              <p:cNvSpPr/>
              <p:nvPr/>
            </p:nvSpPr>
            <p:spPr>
              <a:xfrm>
                <a:off x="11047910" y="1747570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61" name="橢圓 60">
                <a:extLst>
                  <a:ext uri="{FF2B5EF4-FFF2-40B4-BE49-F238E27FC236}">
                    <a16:creationId xmlns:a16="http://schemas.microsoft.com/office/drawing/2014/main" id="{171B6CB3-9026-382C-92A4-05AD5745BF69}"/>
                  </a:ext>
                </a:extLst>
              </p:cNvPr>
              <p:cNvSpPr/>
              <p:nvPr/>
            </p:nvSpPr>
            <p:spPr>
              <a:xfrm>
                <a:off x="11635115" y="1683901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</p:grpSp>
      <p:pic>
        <p:nvPicPr>
          <p:cNvPr id="12" name="圖片 11">
            <a:extLst>
              <a:ext uri="{FF2B5EF4-FFF2-40B4-BE49-F238E27FC236}">
                <a16:creationId xmlns:a16="http://schemas.microsoft.com/office/drawing/2014/main" id="{2A5DE0AB-D4E6-9916-DDDD-3ECF618B2C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9242" y="3067995"/>
            <a:ext cx="563024" cy="22661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A2E2905-F7AF-5055-B80F-8EA3DBA444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2611" y="3114216"/>
            <a:ext cx="563024" cy="22661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60FA165-5D14-4230-A49E-C190F1486A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225" y="3144189"/>
            <a:ext cx="563024" cy="22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01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56BC2A22-E9F7-68A6-46D5-14660E7B26E7}"/>
              </a:ext>
            </a:extLst>
          </p:cNvPr>
          <p:cNvGrpSpPr/>
          <p:nvPr/>
        </p:nvGrpSpPr>
        <p:grpSpPr>
          <a:xfrm>
            <a:off x="1262158" y="2610401"/>
            <a:ext cx="2518407" cy="2665855"/>
            <a:chOff x="7816884" y="1105217"/>
            <a:chExt cx="4491168" cy="4754118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7CFBE3C8-8E2B-3642-9825-7836AB3E0249}"/>
                </a:ext>
              </a:extLst>
            </p:cNvPr>
            <p:cNvSpPr/>
            <p:nvPr/>
          </p:nvSpPr>
          <p:spPr>
            <a:xfrm>
              <a:off x="7816884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1C51A137-D80A-8D2C-2905-75C323D4D4CB}"/>
                </a:ext>
              </a:extLst>
            </p:cNvPr>
            <p:cNvSpPr/>
            <p:nvPr/>
          </p:nvSpPr>
          <p:spPr>
            <a:xfrm>
              <a:off x="8449753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0F01C885-936E-455E-653B-95E7B71438B3}"/>
                </a:ext>
              </a:extLst>
            </p:cNvPr>
            <p:cNvSpPr/>
            <p:nvPr/>
          </p:nvSpPr>
          <p:spPr>
            <a:xfrm>
              <a:off x="9034967" y="283127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1F2A16A8-2C6F-86A7-E2F3-C890A2BEAC43}"/>
                </a:ext>
              </a:extLst>
            </p:cNvPr>
            <p:cNvSpPr/>
            <p:nvPr/>
          </p:nvSpPr>
          <p:spPr>
            <a:xfrm>
              <a:off x="9545975" y="317629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14777497-AE56-882B-41E5-6A1EA597918E}"/>
                </a:ext>
              </a:extLst>
            </p:cNvPr>
            <p:cNvSpPr/>
            <p:nvPr/>
          </p:nvSpPr>
          <p:spPr>
            <a:xfrm>
              <a:off x="10130105" y="285136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1A34C23E-6EC8-3506-531A-C8DCF18205A1}"/>
                </a:ext>
              </a:extLst>
            </p:cNvPr>
            <p:cNvSpPr/>
            <p:nvPr/>
          </p:nvSpPr>
          <p:spPr>
            <a:xfrm>
              <a:off x="10221704" y="226386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95DF6199-E01E-AEAE-FE99-4621D404751C}"/>
                </a:ext>
              </a:extLst>
            </p:cNvPr>
            <p:cNvSpPr/>
            <p:nvPr/>
          </p:nvSpPr>
          <p:spPr>
            <a:xfrm>
              <a:off x="10466573" y="169271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CDD499DF-41BB-FC9F-D78D-A865DCC733EC}"/>
                </a:ext>
              </a:extLst>
            </p:cNvPr>
            <p:cNvSpPr/>
            <p:nvPr/>
          </p:nvSpPr>
          <p:spPr>
            <a:xfrm>
              <a:off x="9469515" y="371030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E06E6F82-0224-AE36-8376-FC7E337CC21E}"/>
                </a:ext>
              </a:extLst>
            </p:cNvPr>
            <p:cNvSpPr/>
            <p:nvPr/>
          </p:nvSpPr>
          <p:spPr>
            <a:xfrm>
              <a:off x="9707904" y="42480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197AF73D-4FCC-9327-A0B3-9010451A2A4A}"/>
                </a:ext>
              </a:extLst>
            </p:cNvPr>
            <p:cNvSpPr/>
            <p:nvPr/>
          </p:nvSpPr>
          <p:spPr>
            <a:xfrm>
              <a:off x="9369879" y="47326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F8B9C0DB-4E05-81A4-C7CB-8265EA2ACD91}"/>
                </a:ext>
              </a:extLst>
            </p:cNvPr>
            <p:cNvSpPr/>
            <p:nvPr/>
          </p:nvSpPr>
          <p:spPr>
            <a:xfrm>
              <a:off x="9031854" y="51767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4307C917-BEDA-33D9-E71E-A38A2AC95CE7}"/>
                </a:ext>
              </a:extLst>
            </p:cNvPr>
            <p:cNvSpPr/>
            <p:nvPr/>
          </p:nvSpPr>
          <p:spPr>
            <a:xfrm>
              <a:off x="10265446" y="46321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5EDFF8CA-DA7E-80BA-9587-32A7F764A150}"/>
                </a:ext>
              </a:extLst>
            </p:cNvPr>
            <p:cNvSpPr/>
            <p:nvPr/>
          </p:nvSpPr>
          <p:spPr>
            <a:xfrm>
              <a:off x="10600358" y="510180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1C608327-36B9-7554-E173-467A3542409D}"/>
                </a:ext>
              </a:extLst>
            </p:cNvPr>
            <p:cNvSpPr/>
            <p:nvPr/>
          </p:nvSpPr>
          <p:spPr>
            <a:xfrm>
              <a:off x="10380841" y="110521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0CC374DD-B89A-F837-7466-42D303B319B4}"/>
                </a:ext>
              </a:extLst>
            </p:cNvPr>
            <p:cNvSpPr/>
            <p:nvPr/>
          </p:nvSpPr>
          <p:spPr>
            <a:xfrm>
              <a:off x="11047910" y="17475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6068B5C4-756E-E311-32E2-D4C902E925A6}"/>
                </a:ext>
              </a:extLst>
            </p:cNvPr>
            <p:cNvSpPr/>
            <p:nvPr/>
          </p:nvSpPr>
          <p:spPr>
            <a:xfrm>
              <a:off x="11635115" y="168390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3A852786-058C-5FC2-1E39-2D89894104B8}"/>
              </a:ext>
            </a:extLst>
          </p:cNvPr>
          <p:cNvSpPr/>
          <p:nvPr/>
        </p:nvSpPr>
        <p:spPr>
          <a:xfrm>
            <a:off x="449772" y="5630925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多醣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solidFill>
                <a:schemeClr val="tx1"/>
              </a:solidFill>
            </a:endParaRPr>
          </a:p>
        </p:txBody>
      </p:sp>
      <p:pic>
        <p:nvPicPr>
          <p:cNvPr id="60" name="圖片 59">
            <a:extLst>
              <a:ext uri="{FF2B5EF4-FFF2-40B4-BE49-F238E27FC236}">
                <a16:creationId xmlns:a16="http://schemas.microsoft.com/office/drawing/2014/main" id="{7946F7B8-5215-1234-6E4E-A5FBE81E7F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3540" y="1639022"/>
            <a:ext cx="3302170" cy="4864350"/>
          </a:xfrm>
          <a:prstGeom prst="rect">
            <a:avLst/>
          </a:prstGeom>
        </p:spPr>
      </p:pic>
      <p:pic>
        <p:nvPicPr>
          <p:cNvPr id="15364" name="Picture 4" descr="Glycogen - Physiopedia">
            <a:extLst>
              <a:ext uri="{FF2B5EF4-FFF2-40B4-BE49-F238E27FC236}">
                <a16:creationId xmlns:a16="http://schemas.microsoft.com/office/drawing/2014/main" id="{C67A3331-31BD-6BC3-C3AC-94C8242B8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063" y="2205171"/>
            <a:ext cx="3889711" cy="376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Knorr Corn Starch, 420g - Spice Store">
            <a:extLst>
              <a:ext uri="{FF2B5EF4-FFF2-40B4-BE49-F238E27FC236}">
                <a16:creationId xmlns:a16="http://schemas.microsoft.com/office/drawing/2014/main" id="{1BC68557-08BA-ADF5-9526-DC7850DE50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9" r="16648"/>
          <a:stretch/>
        </p:blipFill>
        <p:spPr bwMode="auto">
          <a:xfrm>
            <a:off x="8407706" y="1837314"/>
            <a:ext cx="3072470" cy="4608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68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/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/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/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/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/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/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/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/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/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/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/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/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/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/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/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/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/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/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/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/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/>
        </p:nvSpPr>
        <p:spPr>
          <a:xfrm>
            <a:off x="9874320" y="4993278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2F0C5561-688D-8D01-2854-480269326463}"/>
              </a:ext>
            </a:extLst>
          </p:cNvPr>
          <p:cNvGrpSpPr/>
          <p:nvPr/>
        </p:nvGrpSpPr>
        <p:grpSpPr>
          <a:xfrm>
            <a:off x="9636658" y="3866047"/>
            <a:ext cx="1728967" cy="769441"/>
            <a:chOff x="9748291" y="3943400"/>
            <a:chExt cx="1728967" cy="769441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ABEF1C8-272F-3057-2034-A322A350179D}"/>
                </a:ext>
              </a:extLst>
            </p:cNvPr>
            <p:cNvSpPr txBox="1"/>
            <p:nvPr/>
          </p:nvSpPr>
          <p:spPr>
            <a:xfrm>
              <a:off x="9748291" y="3943400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F7EAD8F6-2ECD-A75E-C60C-0727FE4BE5B8}"/>
                </a:ext>
              </a:extLst>
            </p:cNvPr>
            <p:cNvSpPr/>
            <p:nvPr/>
          </p:nvSpPr>
          <p:spPr>
            <a:xfrm>
              <a:off x="10062912" y="4019251"/>
              <a:ext cx="678120" cy="67812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S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208680" y="2496552"/>
            <a:ext cx="11229651" cy="133157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B65E9A0-8B2A-BC02-EF7B-080D21D13396}"/>
              </a:ext>
            </a:extLst>
          </p:cNvPr>
          <p:cNvSpPr txBox="1"/>
          <p:nvPr/>
        </p:nvSpPr>
        <p:spPr>
          <a:xfrm>
            <a:off x="8890364" y="2755437"/>
            <a:ext cx="1728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400" dirty="0"/>
              <a:t>(       )</a:t>
            </a:r>
            <a:endParaRPr lang="zh-HK" altLang="en-US" sz="4400" dirty="0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4DD303B2-C078-2ABB-183D-C7020D3D2A08}"/>
              </a:ext>
            </a:extLst>
          </p:cNvPr>
          <p:cNvSpPr/>
          <p:nvPr/>
        </p:nvSpPr>
        <p:spPr>
          <a:xfrm>
            <a:off x="9227890" y="2843729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997EE2C7-2B45-371B-F8CE-FA83C4877D2F}"/>
              </a:ext>
            </a:extLst>
          </p:cNvPr>
          <p:cNvSpPr/>
          <p:nvPr/>
        </p:nvSpPr>
        <p:spPr>
          <a:xfrm>
            <a:off x="9000278" y="5018799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70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/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/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/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/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4279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85185E-6 L -0.0539 0.4826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5" y="2412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85185E-6 L -0.04792 0.4847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6" y="2423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6 L -0.03437 0.4518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225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59259E-6 L -0.03594 0.4898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7" y="2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1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/>
        </p:nvSpPr>
        <p:spPr>
          <a:xfrm>
            <a:off x="1375658" y="2210694"/>
            <a:ext cx="3299283" cy="334635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/>
        </p:nvSpPr>
        <p:spPr>
          <a:xfrm>
            <a:off x="5654765" y="1485748"/>
            <a:ext cx="1429495" cy="14498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28868F44-CB7A-FD07-3281-C4FB3ED238F3}"/>
              </a:ext>
            </a:extLst>
          </p:cNvPr>
          <p:cNvSpPr/>
          <p:nvPr/>
        </p:nvSpPr>
        <p:spPr>
          <a:xfrm>
            <a:off x="5630702" y="3303349"/>
            <a:ext cx="1429495" cy="14498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C486D49-737F-8793-DF3E-F2CFBD18493F}"/>
              </a:ext>
            </a:extLst>
          </p:cNvPr>
          <p:cNvSpPr/>
          <p:nvPr/>
        </p:nvSpPr>
        <p:spPr>
          <a:xfrm>
            <a:off x="5618415" y="5120950"/>
            <a:ext cx="1429495" cy="14498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/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FFC57121-779A-49E0-90AF-E26C6DC8BD90}"/>
              </a:ext>
            </a:extLst>
          </p:cNvPr>
          <p:cNvGrpSpPr/>
          <p:nvPr/>
        </p:nvGrpSpPr>
        <p:grpSpPr>
          <a:xfrm>
            <a:off x="7396031" y="1834481"/>
            <a:ext cx="4652035" cy="4303802"/>
            <a:chOff x="7396031" y="1834481"/>
            <a:chExt cx="4652035" cy="4303802"/>
          </a:xfrm>
        </p:grpSpPr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94F3A843-52D8-9F73-1AEF-AD7AE7F81CF7}"/>
                </a:ext>
              </a:extLst>
            </p:cNvPr>
            <p:cNvSpPr txBox="1"/>
            <p:nvPr/>
          </p:nvSpPr>
          <p:spPr>
            <a:xfrm>
              <a:off x="7396031" y="1834481"/>
              <a:ext cx="46520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Fatty acid (</a:t>
              </a:r>
              <a:r>
                <a:rPr lang="zh-HK" altLang="en-US" sz="3200" b="0" i="0" dirty="0">
                  <a:solidFill>
                    <a:srgbClr val="4D5156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脂肪酸</a:t>
              </a:r>
              <a:r>
                <a:rPr lang="en-US" altLang="zh-HK" sz="32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D9F05BF9-F51E-4773-C278-E9FC53DD6908}"/>
                </a:ext>
              </a:extLst>
            </p:cNvPr>
            <p:cNvSpPr txBox="1"/>
            <p:nvPr/>
          </p:nvSpPr>
          <p:spPr>
            <a:xfrm>
              <a:off x="7396031" y="3735907"/>
              <a:ext cx="46520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Fatty acid (</a:t>
              </a:r>
              <a:r>
                <a:rPr lang="zh-HK" altLang="en-US" sz="3200" b="0" i="0" dirty="0">
                  <a:solidFill>
                    <a:srgbClr val="4D5156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脂肪酸</a:t>
              </a:r>
              <a:r>
                <a:rPr lang="en-US" altLang="zh-HK" sz="32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33FD974A-0642-E3DD-D89B-F9CC7894F52E}"/>
                </a:ext>
              </a:extLst>
            </p:cNvPr>
            <p:cNvSpPr txBox="1"/>
            <p:nvPr/>
          </p:nvSpPr>
          <p:spPr>
            <a:xfrm>
              <a:off x="7396031" y="5553508"/>
              <a:ext cx="46520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Fatty acid (</a:t>
              </a:r>
              <a:r>
                <a:rPr lang="zh-HK" altLang="en-US" sz="3200" b="0" i="0" dirty="0">
                  <a:solidFill>
                    <a:srgbClr val="4D5156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脂肪酸</a:t>
              </a:r>
              <a:r>
                <a:rPr lang="en-US" altLang="zh-HK" sz="32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41E25F59-63B6-8DC7-0396-F0595E53FD12}"/>
              </a:ext>
            </a:extLst>
          </p:cNvPr>
          <p:cNvSpPr/>
          <p:nvPr/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4479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/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/>
        </p:nvSpPr>
        <p:spPr>
          <a:xfrm>
            <a:off x="5618415" y="177186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/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/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/>
        </p:nvSpPr>
        <p:spPr>
          <a:xfrm>
            <a:off x="5618415" y="3211195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/>
        </p:nvSpPr>
        <p:spPr>
          <a:xfrm>
            <a:off x="5618415" y="4534105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17C935D-DD96-7136-8AAC-AA492470FD45}"/>
              </a:ext>
            </a:extLst>
          </p:cNvPr>
          <p:cNvSpPr/>
          <p:nvPr/>
        </p:nvSpPr>
        <p:spPr>
          <a:xfrm>
            <a:off x="3864406" y="1600512"/>
            <a:ext cx="1218899" cy="12188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8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800" dirty="0">
              <a:latin typeface="Roboto Black" panose="02000000000000000000" pitchFamily="2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9738192-EED9-39F8-F8E7-F650DB716FAB}"/>
              </a:ext>
            </a:extLst>
          </p:cNvPr>
          <p:cNvSpPr/>
          <p:nvPr/>
        </p:nvSpPr>
        <p:spPr>
          <a:xfrm>
            <a:off x="3864406" y="3089169"/>
            <a:ext cx="1218899" cy="12188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8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8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0931895-FC33-3DBB-3E32-314AE09069AE}"/>
              </a:ext>
            </a:extLst>
          </p:cNvPr>
          <p:cNvSpPr/>
          <p:nvPr/>
        </p:nvSpPr>
        <p:spPr>
          <a:xfrm>
            <a:off x="3923673" y="4510488"/>
            <a:ext cx="1218899" cy="12188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8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800" dirty="0">
              <a:latin typeface="Roboto Black" panose="02000000000000000000" pitchFamily="2" charset="0"/>
            </a:endParaRPr>
          </a:p>
        </p:txBody>
      </p:sp>
      <p:sp>
        <p:nvSpPr>
          <p:cNvPr id="25" name="箭號: 左-右雙向 24">
            <a:extLst>
              <a:ext uri="{FF2B5EF4-FFF2-40B4-BE49-F238E27FC236}">
                <a16:creationId xmlns:a16="http://schemas.microsoft.com/office/drawing/2014/main" id="{D1571A4E-58A3-8FCD-8939-A934DDA326A5}"/>
              </a:ext>
            </a:extLst>
          </p:cNvPr>
          <p:cNvSpPr/>
          <p:nvPr/>
        </p:nvSpPr>
        <p:spPr>
          <a:xfrm>
            <a:off x="3680451" y="1855899"/>
            <a:ext cx="1366352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9" name="箭號: 左-右雙向 28">
            <a:extLst>
              <a:ext uri="{FF2B5EF4-FFF2-40B4-BE49-F238E27FC236}">
                <a16:creationId xmlns:a16="http://schemas.microsoft.com/office/drawing/2014/main" id="{8AF25600-CB05-465F-E3D5-0881BE6809C5}"/>
              </a:ext>
            </a:extLst>
          </p:cNvPr>
          <p:cNvSpPr/>
          <p:nvPr/>
        </p:nvSpPr>
        <p:spPr>
          <a:xfrm>
            <a:off x="3790679" y="3332942"/>
            <a:ext cx="1366352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31" name="箭號: 左-右雙向 30">
            <a:extLst>
              <a:ext uri="{FF2B5EF4-FFF2-40B4-BE49-F238E27FC236}">
                <a16:creationId xmlns:a16="http://schemas.microsoft.com/office/drawing/2014/main" id="{40D7EB37-0360-2F60-AD81-A38139629AD2}"/>
              </a:ext>
            </a:extLst>
          </p:cNvPr>
          <p:cNvSpPr/>
          <p:nvPr/>
        </p:nvSpPr>
        <p:spPr>
          <a:xfrm>
            <a:off x="3744065" y="4690612"/>
            <a:ext cx="1366352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26A7C1D-2039-84E7-D214-2D04B3DE0E56}"/>
              </a:ext>
            </a:extLst>
          </p:cNvPr>
          <p:cNvSpPr txBox="1"/>
          <p:nvPr/>
        </p:nvSpPr>
        <p:spPr>
          <a:xfrm>
            <a:off x="1731832" y="5885668"/>
            <a:ext cx="8995435" cy="830997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3 Condensations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 </a:t>
            </a:r>
            <a:r>
              <a:rPr lang="en-US" altLang="zh-HK" sz="4800" b="1" i="0" dirty="0">
                <a:solidFill>
                  <a:srgbClr val="FF0000"/>
                </a:solidFill>
                <a:effectLst/>
                <a:latin typeface="Google Sans"/>
              </a:rPr>
              <a:t>!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537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-0.14505 -0.0064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53" y="-32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-0.13477 0.0037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45" y="18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37E-6 L -0.14505 0.0034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53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2.22222E-6 L -0.29883 0.1370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48" y="685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85185E-6 L -0.29883 0.13704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48" y="6852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22222E-6 L -0.29882 0.13703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48" y="685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" dur="2000" fill="hold"/>
                                        <p:tgtEl>
                                          <p:spTgt spid="11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7" grpId="0" animBg="1"/>
      <p:bldP spid="8" grpId="0" animBg="1"/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25" grpId="0" animBg="1"/>
      <p:bldP spid="29" grpId="0" animBg="1"/>
      <p:bldP spid="31" grpId="0" animBg="1"/>
      <p:bldP spid="32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橢圓 11">
            <a:extLst>
              <a:ext uri="{FF2B5EF4-FFF2-40B4-BE49-F238E27FC236}">
                <a16:creationId xmlns:a16="http://schemas.microsoft.com/office/drawing/2014/main" id="{8FECB8EE-9ABE-EF3F-D64F-AF88F2214069}"/>
              </a:ext>
            </a:extLst>
          </p:cNvPr>
          <p:cNvSpPr/>
          <p:nvPr/>
        </p:nvSpPr>
        <p:spPr>
          <a:xfrm>
            <a:off x="3669054" y="2137161"/>
            <a:ext cx="6651813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86194EEC-4B7E-8A19-738D-4FDD050BE72D}"/>
              </a:ext>
            </a:extLst>
          </p:cNvPr>
          <p:cNvSpPr/>
          <p:nvPr/>
        </p:nvSpPr>
        <p:spPr>
          <a:xfrm>
            <a:off x="3669054" y="3257696"/>
            <a:ext cx="6820353" cy="8986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692EF8A6-C173-4B67-4F89-709AE734E9A5}"/>
              </a:ext>
            </a:extLst>
          </p:cNvPr>
          <p:cNvSpPr/>
          <p:nvPr/>
        </p:nvSpPr>
        <p:spPr>
          <a:xfrm>
            <a:off x="3594845" y="4278911"/>
            <a:ext cx="7376435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80B95B8-154B-25D7-E54A-D6EBEF8F50FE}"/>
              </a:ext>
            </a:extLst>
          </p:cNvPr>
          <p:cNvSpPr/>
          <p:nvPr/>
        </p:nvSpPr>
        <p:spPr>
          <a:xfrm>
            <a:off x="1794935" y="1622545"/>
            <a:ext cx="2667000" cy="410074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/>
        </p:nvSpPr>
        <p:spPr>
          <a:xfrm>
            <a:off x="898823" y="5907179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/>
        </p:nvSpPr>
        <p:spPr>
          <a:xfrm>
            <a:off x="5668832" y="5861541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19458" name="Picture 2" descr="Triglyceride - Wikipedia">
            <a:extLst>
              <a:ext uri="{FF2B5EF4-FFF2-40B4-BE49-F238E27FC236}">
                <a16:creationId xmlns:a16="http://schemas.microsoft.com/office/drawing/2014/main" id="{8897399A-3ED8-235F-84D4-5F56DBFF4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999" y="1802535"/>
            <a:ext cx="8939281" cy="395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3FDFD13C-6B24-C3BA-6A59-E0946DB651B3}"/>
              </a:ext>
            </a:extLst>
          </p:cNvPr>
          <p:cNvSpPr/>
          <p:nvPr/>
        </p:nvSpPr>
        <p:spPr>
          <a:xfrm>
            <a:off x="702733" y="5861541"/>
            <a:ext cx="10689449" cy="765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Tri-</a:t>
            </a:r>
            <a:r>
              <a:rPr lang="en-US" altLang="zh-HK" sz="4400" b="1" dirty="0" err="1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glycer</a:t>
            </a:r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-ides  (</a:t>
            </a:r>
            <a:r>
              <a:rPr lang="zh-HK" altLang="en-US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甘油三酯</a:t>
            </a:r>
            <a:r>
              <a:rPr lang="en-US" altLang="zh-HK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4400" b="1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82A1559-C982-D4E9-D5A3-08E152D49109}"/>
              </a:ext>
            </a:extLst>
          </p:cNvPr>
          <p:cNvSpPr/>
          <p:nvPr/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69769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橢圓 11">
            <a:extLst>
              <a:ext uri="{FF2B5EF4-FFF2-40B4-BE49-F238E27FC236}">
                <a16:creationId xmlns:a16="http://schemas.microsoft.com/office/drawing/2014/main" id="{8FECB8EE-9ABE-EF3F-D64F-AF88F2214069}"/>
              </a:ext>
            </a:extLst>
          </p:cNvPr>
          <p:cNvSpPr/>
          <p:nvPr/>
        </p:nvSpPr>
        <p:spPr>
          <a:xfrm>
            <a:off x="3669054" y="2137161"/>
            <a:ext cx="6651813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86194EEC-4B7E-8A19-738D-4FDD050BE72D}"/>
              </a:ext>
            </a:extLst>
          </p:cNvPr>
          <p:cNvSpPr/>
          <p:nvPr/>
        </p:nvSpPr>
        <p:spPr>
          <a:xfrm>
            <a:off x="3669054" y="3257696"/>
            <a:ext cx="6820353" cy="8986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692EF8A6-C173-4B67-4F89-709AE734E9A5}"/>
              </a:ext>
            </a:extLst>
          </p:cNvPr>
          <p:cNvSpPr/>
          <p:nvPr/>
        </p:nvSpPr>
        <p:spPr>
          <a:xfrm>
            <a:off x="3594845" y="4278911"/>
            <a:ext cx="7376435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80B95B8-154B-25D7-E54A-D6EBEF8F50FE}"/>
              </a:ext>
            </a:extLst>
          </p:cNvPr>
          <p:cNvSpPr/>
          <p:nvPr/>
        </p:nvSpPr>
        <p:spPr>
          <a:xfrm>
            <a:off x="1794935" y="1622545"/>
            <a:ext cx="2667000" cy="410074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/>
        </p:nvSpPr>
        <p:spPr>
          <a:xfrm>
            <a:off x="898823" y="5907179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/>
        </p:nvSpPr>
        <p:spPr>
          <a:xfrm>
            <a:off x="5668832" y="5861541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19458" name="Picture 2" descr="Triglyceride - Wikipedia">
            <a:extLst>
              <a:ext uri="{FF2B5EF4-FFF2-40B4-BE49-F238E27FC236}">
                <a16:creationId xmlns:a16="http://schemas.microsoft.com/office/drawing/2014/main" id="{8897399A-3ED8-235F-84D4-5F56DBFF4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999" y="1802535"/>
            <a:ext cx="8939281" cy="395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3FDFD13C-6B24-C3BA-6A59-E0946DB651B3}"/>
              </a:ext>
            </a:extLst>
          </p:cNvPr>
          <p:cNvSpPr/>
          <p:nvPr/>
        </p:nvSpPr>
        <p:spPr>
          <a:xfrm>
            <a:off x="702733" y="5861541"/>
            <a:ext cx="10689449" cy="765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Triglycerides  (</a:t>
            </a:r>
            <a:r>
              <a:rPr lang="zh-HK" altLang="en-US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甘油三酯</a:t>
            </a:r>
            <a:r>
              <a:rPr lang="en-US" altLang="zh-HK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4400" b="1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888AE5E0-2A87-898C-4E90-2F1E4EDD07B6}"/>
              </a:ext>
            </a:extLst>
          </p:cNvPr>
          <p:cNvGrpSpPr/>
          <p:nvPr/>
        </p:nvGrpSpPr>
        <p:grpSpPr>
          <a:xfrm>
            <a:off x="3675504" y="2270134"/>
            <a:ext cx="1387475" cy="2890785"/>
            <a:chOff x="3675504" y="2270134"/>
            <a:chExt cx="1387475" cy="2890785"/>
          </a:xfrm>
        </p:grpSpPr>
        <p:sp>
          <p:nvSpPr>
            <p:cNvPr id="7" name="箭號: 左-右雙向 6">
              <a:extLst>
                <a:ext uri="{FF2B5EF4-FFF2-40B4-BE49-F238E27FC236}">
                  <a16:creationId xmlns:a16="http://schemas.microsoft.com/office/drawing/2014/main" id="{688B6A4F-8F72-C3AD-ED58-DFE631D363F0}"/>
                </a:ext>
              </a:extLst>
            </p:cNvPr>
            <p:cNvSpPr/>
            <p:nvPr/>
          </p:nvSpPr>
          <p:spPr>
            <a:xfrm>
              <a:off x="3675504" y="2270134"/>
              <a:ext cx="1366352" cy="731353"/>
            </a:xfrm>
            <a:prstGeom prst="left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Bond</a:t>
              </a:r>
              <a:endParaRPr lang="zh-HK" altLang="en-US" sz="2000" dirty="0">
                <a:latin typeface="Roboto Black" panose="02000000000000000000" pitchFamily="2" charset="0"/>
              </a:endParaRPr>
            </a:p>
          </p:txBody>
        </p:sp>
        <p:sp>
          <p:nvSpPr>
            <p:cNvPr id="8" name="箭號: 左-右雙向 7">
              <a:extLst>
                <a:ext uri="{FF2B5EF4-FFF2-40B4-BE49-F238E27FC236}">
                  <a16:creationId xmlns:a16="http://schemas.microsoft.com/office/drawing/2014/main" id="{5C5C1C49-2A21-BCFC-FE84-C24D698F641A}"/>
                </a:ext>
              </a:extLst>
            </p:cNvPr>
            <p:cNvSpPr/>
            <p:nvPr/>
          </p:nvSpPr>
          <p:spPr>
            <a:xfrm>
              <a:off x="3696627" y="3380325"/>
              <a:ext cx="1366352" cy="731353"/>
            </a:xfrm>
            <a:prstGeom prst="left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Bond</a:t>
              </a:r>
              <a:endParaRPr lang="zh-HK" altLang="en-US" sz="2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箭號: 左-右雙向 8">
              <a:extLst>
                <a:ext uri="{FF2B5EF4-FFF2-40B4-BE49-F238E27FC236}">
                  <a16:creationId xmlns:a16="http://schemas.microsoft.com/office/drawing/2014/main" id="{EB5C6F27-A115-0E52-1F81-E1B4ACEB46AB}"/>
                </a:ext>
              </a:extLst>
            </p:cNvPr>
            <p:cNvSpPr/>
            <p:nvPr/>
          </p:nvSpPr>
          <p:spPr>
            <a:xfrm>
              <a:off x="3696627" y="4429566"/>
              <a:ext cx="1366352" cy="731353"/>
            </a:xfrm>
            <a:prstGeom prst="left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Bond</a:t>
              </a:r>
              <a:endParaRPr lang="zh-HK" altLang="en-US" sz="2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1D2A0EFF-AD43-2958-9707-B4EE23AC04F7}"/>
              </a:ext>
            </a:extLst>
          </p:cNvPr>
          <p:cNvSpPr/>
          <p:nvPr/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0598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橢圓 11">
            <a:extLst>
              <a:ext uri="{FF2B5EF4-FFF2-40B4-BE49-F238E27FC236}">
                <a16:creationId xmlns:a16="http://schemas.microsoft.com/office/drawing/2014/main" id="{8FECB8EE-9ABE-EF3F-D64F-AF88F2214069}"/>
              </a:ext>
            </a:extLst>
          </p:cNvPr>
          <p:cNvSpPr/>
          <p:nvPr/>
        </p:nvSpPr>
        <p:spPr>
          <a:xfrm>
            <a:off x="3669054" y="2137161"/>
            <a:ext cx="6651813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86194EEC-4B7E-8A19-738D-4FDD050BE72D}"/>
              </a:ext>
            </a:extLst>
          </p:cNvPr>
          <p:cNvSpPr/>
          <p:nvPr/>
        </p:nvSpPr>
        <p:spPr>
          <a:xfrm>
            <a:off x="3669054" y="3257696"/>
            <a:ext cx="6820353" cy="8986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692EF8A6-C173-4B67-4F89-709AE734E9A5}"/>
              </a:ext>
            </a:extLst>
          </p:cNvPr>
          <p:cNvSpPr/>
          <p:nvPr/>
        </p:nvSpPr>
        <p:spPr>
          <a:xfrm>
            <a:off x="3594845" y="4278911"/>
            <a:ext cx="7376435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80B95B8-154B-25D7-E54A-D6EBEF8F50FE}"/>
              </a:ext>
            </a:extLst>
          </p:cNvPr>
          <p:cNvSpPr/>
          <p:nvPr/>
        </p:nvSpPr>
        <p:spPr>
          <a:xfrm>
            <a:off x="1794935" y="1622545"/>
            <a:ext cx="2667000" cy="410074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/>
        </p:nvSpPr>
        <p:spPr>
          <a:xfrm>
            <a:off x="898823" y="5907179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/>
        </p:nvSpPr>
        <p:spPr>
          <a:xfrm>
            <a:off x="5668832" y="5861541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19458" name="Picture 2" descr="Triglyceride - Wikipedia">
            <a:extLst>
              <a:ext uri="{FF2B5EF4-FFF2-40B4-BE49-F238E27FC236}">
                <a16:creationId xmlns:a16="http://schemas.microsoft.com/office/drawing/2014/main" id="{8897399A-3ED8-235F-84D4-5F56DBFF4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999" y="1802535"/>
            <a:ext cx="8939281" cy="395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3FDFD13C-6B24-C3BA-6A59-E0946DB651B3}"/>
              </a:ext>
            </a:extLst>
          </p:cNvPr>
          <p:cNvSpPr/>
          <p:nvPr/>
        </p:nvSpPr>
        <p:spPr>
          <a:xfrm>
            <a:off x="702733" y="5861541"/>
            <a:ext cx="10689449" cy="765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Triglycerides  (</a:t>
            </a:r>
            <a:r>
              <a:rPr lang="zh-HK" altLang="en-US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甘油三酯</a:t>
            </a:r>
            <a:r>
              <a:rPr lang="en-US" altLang="zh-HK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4400" b="1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箭號: 左-右雙向 12">
            <a:extLst>
              <a:ext uri="{FF2B5EF4-FFF2-40B4-BE49-F238E27FC236}">
                <a16:creationId xmlns:a16="http://schemas.microsoft.com/office/drawing/2014/main" id="{BF5FADCB-947B-C8AC-0A14-3FDFCF3E1E6D}"/>
              </a:ext>
            </a:extLst>
          </p:cNvPr>
          <p:cNvSpPr/>
          <p:nvPr/>
        </p:nvSpPr>
        <p:spPr>
          <a:xfrm>
            <a:off x="3675504" y="2333309"/>
            <a:ext cx="1993328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Ester 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5" name="箭號: 左-右雙向 24">
            <a:extLst>
              <a:ext uri="{FF2B5EF4-FFF2-40B4-BE49-F238E27FC236}">
                <a16:creationId xmlns:a16="http://schemas.microsoft.com/office/drawing/2014/main" id="{3071D5DB-1452-9192-BA50-7834347819DB}"/>
              </a:ext>
            </a:extLst>
          </p:cNvPr>
          <p:cNvSpPr/>
          <p:nvPr/>
        </p:nvSpPr>
        <p:spPr>
          <a:xfrm>
            <a:off x="3669054" y="3349677"/>
            <a:ext cx="1993328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Ester 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7" name="箭號: 左-右雙向 26">
            <a:extLst>
              <a:ext uri="{FF2B5EF4-FFF2-40B4-BE49-F238E27FC236}">
                <a16:creationId xmlns:a16="http://schemas.microsoft.com/office/drawing/2014/main" id="{267149C5-4AA6-2A9C-520A-7499577F1203}"/>
              </a:ext>
            </a:extLst>
          </p:cNvPr>
          <p:cNvSpPr/>
          <p:nvPr/>
        </p:nvSpPr>
        <p:spPr>
          <a:xfrm>
            <a:off x="3594845" y="4443243"/>
            <a:ext cx="1993328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Ester 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0DE0BB8-6F84-8719-E7F8-6A57D089F0CD}"/>
              </a:ext>
            </a:extLst>
          </p:cNvPr>
          <p:cNvSpPr/>
          <p:nvPr/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9624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群組 28">
            <a:extLst>
              <a:ext uri="{FF2B5EF4-FFF2-40B4-BE49-F238E27FC236}">
                <a16:creationId xmlns:a16="http://schemas.microsoft.com/office/drawing/2014/main" id="{2AFD5674-D77E-D655-98C7-4DA6938E52EA}"/>
              </a:ext>
            </a:extLst>
          </p:cNvPr>
          <p:cNvGrpSpPr/>
          <p:nvPr/>
        </p:nvGrpSpPr>
        <p:grpSpPr>
          <a:xfrm rot="5400000">
            <a:off x="2635372" y="2483033"/>
            <a:ext cx="3207014" cy="1888356"/>
            <a:chOff x="1794935" y="1622545"/>
            <a:chExt cx="9176345" cy="4100749"/>
          </a:xfrm>
        </p:grpSpPr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8FECB8EE-9ABE-EF3F-D64F-AF88F2214069}"/>
                </a:ext>
              </a:extLst>
            </p:cNvPr>
            <p:cNvSpPr/>
            <p:nvPr/>
          </p:nvSpPr>
          <p:spPr>
            <a:xfrm>
              <a:off x="3669054" y="2137161"/>
              <a:ext cx="6651813" cy="104530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86194EEC-4B7E-8A19-738D-4FDD050BE72D}"/>
                </a:ext>
              </a:extLst>
            </p:cNvPr>
            <p:cNvSpPr/>
            <p:nvPr/>
          </p:nvSpPr>
          <p:spPr>
            <a:xfrm>
              <a:off x="3669054" y="3257696"/>
              <a:ext cx="6820353" cy="8986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692EF8A6-C173-4B67-4F89-709AE734E9A5}"/>
                </a:ext>
              </a:extLst>
            </p:cNvPr>
            <p:cNvSpPr/>
            <p:nvPr/>
          </p:nvSpPr>
          <p:spPr>
            <a:xfrm>
              <a:off x="3594845" y="4278911"/>
              <a:ext cx="7376435" cy="104530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080B95B8-154B-25D7-E54A-D6EBEF8F50FE}"/>
                </a:ext>
              </a:extLst>
            </p:cNvPr>
            <p:cNvSpPr/>
            <p:nvPr/>
          </p:nvSpPr>
          <p:spPr>
            <a:xfrm>
              <a:off x="1794935" y="1622545"/>
              <a:ext cx="2667000" cy="410074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BC1334AE-378B-3263-3AAD-BD56F4CAD869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CE5747-7D5E-CCE9-AE4F-2111EEA0788B}"/>
              </a:ext>
            </a:extLst>
          </p:cNvPr>
          <p:cNvSpPr/>
          <p:nvPr/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B7C80DF4-F75E-D93D-98EA-EAFBFF69723F}"/>
              </a:ext>
            </a:extLst>
          </p:cNvPr>
          <p:cNvGrpSpPr/>
          <p:nvPr/>
        </p:nvGrpSpPr>
        <p:grpSpPr>
          <a:xfrm>
            <a:off x="6394515" y="5048434"/>
            <a:ext cx="4652035" cy="3023117"/>
            <a:chOff x="589961" y="7352543"/>
            <a:chExt cx="4652035" cy="74529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E755581-C7CF-EEC9-A797-4709AF6D0415}"/>
                </a:ext>
              </a:extLst>
            </p:cNvPr>
            <p:cNvSpPr/>
            <p:nvPr/>
          </p:nvSpPr>
          <p:spPr>
            <a:xfrm>
              <a:off x="589961" y="7352543"/>
              <a:ext cx="3560648" cy="441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07601DFA-AEBB-0FF3-E7ED-C4B29F3F68CB}"/>
                </a:ext>
              </a:extLst>
            </p:cNvPr>
            <p:cNvSpPr txBox="1"/>
            <p:nvPr/>
          </p:nvSpPr>
          <p:spPr>
            <a:xfrm>
              <a:off x="650217" y="7524157"/>
              <a:ext cx="33136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+  1 Glycerol (</a:t>
              </a:r>
              <a:r>
                <a:rPr lang="zh-HK" altLang="en-US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</a:rPr>
                <a:t>甘油</a:t>
              </a:r>
              <a:r>
                <a:rPr lang="en-US" altLang="zh-HK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2400" b="1" dirty="0">
                <a:latin typeface="Roboto Black" panose="02000000000000000000" pitchFamily="2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BA96203-A0F5-3873-5857-223CEFDA9ADD}"/>
                </a:ext>
              </a:extLst>
            </p:cNvPr>
            <p:cNvSpPr txBox="1"/>
            <p:nvPr/>
          </p:nvSpPr>
          <p:spPr>
            <a:xfrm>
              <a:off x="589961" y="7636168"/>
              <a:ext cx="46520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 +   2 Fatty acids (</a:t>
              </a:r>
              <a:r>
                <a:rPr lang="zh-HK" altLang="en-US" sz="2400" b="0" i="0" dirty="0">
                  <a:solidFill>
                    <a:srgbClr val="4D5156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脂肪酸</a:t>
              </a:r>
              <a:r>
                <a:rPr lang="en-US" altLang="zh-HK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2400" b="1" dirty="0">
                <a:latin typeface="Roboto Black" panose="02000000000000000000" pitchFamily="2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91A3D52D-642F-8024-8756-929DAC968545}"/>
                </a:ext>
              </a:extLst>
            </p:cNvPr>
            <p:cNvSpPr txBox="1"/>
            <p:nvPr/>
          </p:nvSpPr>
          <p:spPr>
            <a:xfrm>
              <a:off x="599946" y="7412147"/>
              <a:ext cx="33136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b="1" dirty="0">
                  <a:solidFill>
                    <a:srgbClr val="FE9E0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1 Phosphate group</a:t>
              </a:r>
              <a:endParaRPr lang="zh-HK" altLang="en-US" sz="2400" b="1" dirty="0">
                <a:solidFill>
                  <a:srgbClr val="FE9E02"/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918A6FC1-C912-DF52-1B03-A1F60C961CB3}"/>
              </a:ext>
            </a:extLst>
          </p:cNvPr>
          <p:cNvSpPr/>
          <p:nvPr/>
        </p:nvSpPr>
        <p:spPr>
          <a:xfrm>
            <a:off x="9353679" y="3125733"/>
            <a:ext cx="2724022" cy="765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HK" sz="28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Phospho-lipids </a:t>
            </a:r>
          </a:p>
          <a:p>
            <a:r>
              <a:rPr lang="en-US" altLang="zh-HK" sz="28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(</a:t>
            </a:r>
            <a:r>
              <a:rPr lang="zh-HK" altLang="en-US" sz="2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磷脂</a:t>
            </a:r>
            <a:r>
              <a:rPr lang="en-US" altLang="zh-HK" sz="2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2800" b="1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A3810FA0-3DFC-45C5-9EAD-5DE22926D461}"/>
              </a:ext>
            </a:extLst>
          </p:cNvPr>
          <p:cNvGrpSpPr/>
          <p:nvPr/>
        </p:nvGrpSpPr>
        <p:grpSpPr>
          <a:xfrm>
            <a:off x="6642576" y="1589317"/>
            <a:ext cx="811822" cy="1753492"/>
            <a:chOff x="7518554" y="1586530"/>
            <a:chExt cx="981304" cy="2699276"/>
          </a:xfrm>
        </p:grpSpPr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76FD9327-9347-38A5-917B-04A34CFBA984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36" name="橢圓 35">
                <a:extLst>
                  <a:ext uri="{FF2B5EF4-FFF2-40B4-BE49-F238E27FC236}">
                    <a16:creationId xmlns:a16="http://schemas.microsoft.com/office/drawing/2014/main" id="{D8E127D5-78D6-1A52-AF3F-A31B22E28005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37" name="橢圓 36">
                <a:extLst>
                  <a:ext uri="{FF2B5EF4-FFF2-40B4-BE49-F238E27FC236}">
                    <a16:creationId xmlns:a16="http://schemas.microsoft.com/office/drawing/2014/main" id="{9833983C-C4EA-C63D-9547-A331DCDC3C2D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44" name="橢圓 43">
                <a:extLst>
                  <a:ext uri="{FF2B5EF4-FFF2-40B4-BE49-F238E27FC236}">
                    <a16:creationId xmlns:a16="http://schemas.microsoft.com/office/drawing/2014/main" id="{F1874F0D-A8D4-FC1F-0347-D38072B46845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149D6731-50BC-F931-BFF7-2A1A34F84E0C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C1539D3F-9D0B-23FE-7368-BE70282D6C0F}"/>
              </a:ext>
            </a:extLst>
          </p:cNvPr>
          <p:cNvGrpSpPr/>
          <p:nvPr/>
        </p:nvGrpSpPr>
        <p:grpSpPr>
          <a:xfrm rot="10800000">
            <a:off x="6594020" y="3377426"/>
            <a:ext cx="811822" cy="1753492"/>
            <a:chOff x="7518554" y="1586530"/>
            <a:chExt cx="981304" cy="2699276"/>
          </a:xfrm>
        </p:grpSpPr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E0886B8F-768A-F9C7-6A1D-5FA745A5B734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63" name="橢圓 62">
                <a:extLst>
                  <a:ext uri="{FF2B5EF4-FFF2-40B4-BE49-F238E27FC236}">
                    <a16:creationId xmlns:a16="http://schemas.microsoft.com/office/drawing/2014/main" id="{57B1BA5B-BAC2-B7BA-076D-E7B6687A255D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56" name="橢圓 19455">
                <a:extLst>
                  <a:ext uri="{FF2B5EF4-FFF2-40B4-BE49-F238E27FC236}">
                    <a16:creationId xmlns:a16="http://schemas.microsoft.com/office/drawing/2014/main" id="{99F9318C-D89F-AC08-1799-DC5B7A924507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57" name="橢圓 19456">
                <a:extLst>
                  <a:ext uri="{FF2B5EF4-FFF2-40B4-BE49-F238E27FC236}">
                    <a16:creationId xmlns:a16="http://schemas.microsoft.com/office/drawing/2014/main" id="{BCD3F75C-3CA5-0DFB-841E-F48FBBDD7D52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62" name="橢圓 61">
              <a:extLst>
                <a:ext uri="{FF2B5EF4-FFF2-40B4-BE49-F238E27FC236}">
                  <a16:creationId xmlns:a16="http://schemas.microsoft.com/office/drawing/2014/main" id="{9B58E062-A07F-B059-1CAA-D792BD2BB9AB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59" name="群組 19458">
            <a:extLst>
              <a:ext uri="{FF2B5EF4-FFF2-40B4-BE49-F238E27FC236}">
                <a16:creationId xmlns:a16="http://schemas.microsoft.com/office/drawing/2014/main" id="{6284B190-8C38-9E93-09E8-7E614E361567}"/>
              </a:ext>
            </a:extLst>
          </p:cNvPr>
          <p:cNvGrpSpPr/>
          <p:nvPr/>
        </p:nvGrpSpPr>
        <p:grpSpPr>
          <a:xfrm>
            <a:off x="7291564" y="1581559"/>
            <a:ext cx="811822" cy="1753492"/>
            <a:chOff x="7518554" y="1586530"/>
            <a:chExt cx="981304" cy="2699276"/>
          </a:xfrm>
        </p:grpSpPr>
        <p:grpSp>
          <p:nvGrpSpPr>
            <p:cNvPr id="19460" name="群組 19459">
              <a:extLst>
                <a:ext uri="{FF2B5EF4-FFF2-40B4-BE49-F238E27FC236}">
                  <a16:creationId xmlns:a16="http://schemas.microsoft.com/office/drawing/2014/main" id="{C7485F08-6829-899B-C24A-0D0FB97A8BCB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62" name="橢圓 19461">
                <a:extLst>
                  <a:ext uri="{FF2B5EF4-FFF2-40B4-BE49-F238E27FC236}">
                    <a16:creationId xmlns:a16="http://schemas.microsoft.com/office/drawing/2014/main" id="{66570803-0014-F55D-3A7C-1CE267758E76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63" name="橢圓 19462">
                <a:extLst>
                  <a:ext uri="{FF2B5EF4-FFF2-40B4-BE49-F238E27FC236}">
                    <a16:creationId xmlns:a16="http://schemas.microsoft.com/office/drawing/2014/main" id="{7B3411F6-2ED3-24F7-29B7-93CC58257E87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64" name="橢圓 19463">
                <a:extLst>
                  <a:ext uri="{FF2B5EF4-FFF2-40B4-BE49-F238E27FC236}">
                    <a16:creationId xmlns:a16="http://schemas.microsoft.com/office/drawing/2014/main" id="{69B39AC5-0FFD-48CC-650B-01A1A774F163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61" name="橢圓 19460">
              <a:extLst>
                <a:ext uri="{FF2B5EF4-FFF2-40B4-BE49-F238E27FC236}">
                  <a16:creationId xmlns:a16="http://schemas.microsoft.com/office/drawing/2014/main" id="{2E03C9D0-6614-E3BC-CE54-D6DB9454D66C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65" name="群組 19464">
            <a:extLst>
              <a:ext uri="{FF2B5EF4-FFF2-40B4-BE49-F238E27FC236}">
                <a16:creationId xmlns:a16="http://schemas.microsoft.com/office/drawing/2014/main" id="{D7C980AB-F3C5-2B0D-0BC0-E69FA6844A45}"/>
              </a:ext>
            </a:extLst>
          </p:cNvPr>
          <p:cNvGrpSpPr/>
          <p:nvPr/>
        </p:nvGrpSpPr>
        <p:grpSpPr>
          <a:xfrm rot="10800000">
            <a:off x="7243008" y="3369668"/>
            <a:ext cx="811822" cy="1753492"/>
            <a:chOff x="7518554" y="1586530"/>
            <a:chExt cx="981304" cy="2699276"/>
          </a:xfrm>
        </p:grpSpPr>
        <p:grpSp>
          <p:nvGrpSpPr>
            <p:cNvPr id="19466" name="群組 19465">
              <a:extLst>
                <a:ext uri="{FF2B5EF4-FFF2-40B4-BE49-F238E27FC236}">
                  <a16:creationId xmlns:a16="http://schemas.microsoft.com/office/drawing/2014/main" id="{9C18E22B-2F55-F352-08EA-BFC21BCB7CEC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68" name="橢圓 19467">
                <a:extLst>
                  <a:ext uri="{FF2B5EF4-FFF2-40B4-BE49-F238E27FC236}">
                    <a16:creationId xmlns:a16="http://schemas.microsoft.com/office/drawing/2014/main" id="{6CB29CAF-9902-44AE-93DC-D062E98C7510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69" name="橢圓 19468">
                <a:extLst>
                  <a:ext uri="{FF2B5EF4-FFF2-40B4-BE49-F238E27FC236}">
                    <a16:creationId xmlns:a16="http://schemas.microsoft.com/office/drawing/2014/main" id="{89A5C280-9A77-FA33-17A8-B2D888F7524C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70" name="橢圓 19469">
                <a:extLst>
                  <a:ext uri="{FF2B5EF4-FFF2-40B4-BE49-F238E27FC236}">
                    <a16:creationId xmlns:a16="http://schemas.microsoft.com/office/drawing/2014/main" id="{932A0D6C-691A-7978-5CFC-282D87A0889E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67" name="橢圓 19466">
              <a:extLst>
                <a:ext uri="{FF2B5EF4-FFF2-40B4-BE49-F238E27FC236}">
                  <a16:creationId xmlns:a16="http://schemas.microsoft.com/office/drawing/2014/main" id="{794927CA-DCE7-D920-3896-FDAE286C9DC5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71" name="群組 19470">
            <a:extLst>
              <a:ext uri="{FF2B5EF4-FFF2-40B4-BE49-F238E27FC236}">
                <a16:creationId xmlns:a16="http://schemas.microsoft.com/office/drawing/2014/main" id="{892F16A6-9236-E566-B49A-218B8BCD0180}"/>
              </a:ext>
            </a:extLst>
          </p:cNvPr>
          <p:cNvGrpSpPr/>
          <p:nvPr/>
        </p:nvGrpSpPr>
        <p:grpSpPr>
          <a:xfrm>
            <a:off x="7926570" y="1616175"/>
            <a:ext cx="811822" cy="1753492"/>
            <a:chOff x="7518554" y="1586530"/>
            <a:chExt cx="981304" cy="2699276"/>
          </a:xfrm>
        </p:grpSpPr>
        <p:grpSp>
          <p:nvGrpSpPr>
            <p:cNvPr id="19472" name="群組 19471">
              <a:extLst>
                <a:ext uri="{FF2B5EF4-FFF2-40B4-BE49-F238E27FC236}">
                  <a16:creationId xmlns:a16="http://schemas.microsoft.com/office/drawing/2014/main" id="{9AD65989-1FC2-69BD-1386-68F2FA5FA070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74" name="橢圓 19473">
                <a:extLst>
                  <a:ext uri="{FF2B5EF4-FFF2-40B4-BE49-F238E27FC236}">
                    <a16:creationId xmlns:a16="http://schemas.microsoft.com/office/drawing/2014/main" id="{6D205F8A-2080-0C09-D97A-AD4ACFE6F836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75" name="橢圓 19474">
                <a:extLst>
                  <a:ext uri="{FF2B5EF4-FFF2-40B4-BE49-F238E27FC236}">
                    <a16:creationId xmlns:a16="http://schemas.microsoft.com/office/drawing/2014/main" id="{92D8FC3E-AFB9-F2E3-798F-C4AD0A9653F9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76" name="橢圓 19475">
                <a:extLst>
                  <a:ext uri="{FF2B5EF4-FFF2-40B4-BE49-F238E27FC236}">
                    <a16:creationId xmlns:a16="http://schemas.microsoft.com/office/drawing/2014/main" id="{3F75E047-40A3-ED0A-BDFA-2FB0AC543CBE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73" name="橢圓 19472">
              <a:extLst>
                <a:ext uri="{FF2B5EF4-FFF2-40B4-BE49-F238E27FC236}">
                  <a16:creationId xmlns:a16="http://schemas.microsoft.com/office/drawing/2014/main" id="{AB5CD228-4DEF-CAE7-5BA8-D61BDF06ABE8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77" name="群組 19476">
            <a:extLst>
              <a:ext uri="{FF2B5EF4-FFF2-40B4-BE49-F238E27FC236}">
                <a16:creationId xmlns:a16="http://schemas.microsoft.com/office/drawing/2014/main" id="{EE4E88C9-15D5-ABE2-5FA9-168B9FF9854A}"/>
              </a:ext>
            </a:extLst>
          </p:cNvPr>
          <p:cNvGrpSpPr/>
          <p:nvPr/>
        </p:nvGrpSpPr>
        <p:grpSpPr>
          <a:xfrm rot="10800000">
            <a:off x="7878014" y="3404284"/>
            <a:ext cx="811822" cy="1753492"/>
            <a:chOff x="7518554" y="1586530"/>
            <a:chExt cx="981304" cy="2699276"/>
          </a:xfrm>
        </p:grpSpPr>
        <p:grpSp>
          <p:nvGrpSpPr>
            <p:cNvPr id="19478" name="群組 19477">
              <a:extLst>
                <a:ext uri="{FF2B5EF4-FFF2-40B4-BE49-F238E27FC236}">
                  <a16:creationId xmlns:a16="http://schemas.microsoft.com/office/drawing/2014/main" id="{F3503F44-5469-774F-B39E-D646353DEA16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80" name="橢圓 19479">
                <a:extLst>
                  <a:ext uri="{FF2B5EF4-FFF2-40B4-BE49-F238E27FC236}">
                    <a16:creationId xmlns:a16="http://schemas.microsoft.com/office/drawing/2014/main" id="{74D270CC-E35A-3076-A1F9-C55F0D320A04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81" name="橢圓 19480">
                <a:extLst>
                  <a:ext uri="{FF2B5EF4-FFF2-40B4-BE49-F238E27FC236}">
                    <a16:creationId xmlns:a16="http://schemas.microsoft.com/office/drawing/2014/main" id="{A6B47FB2-A92D-840D-29C7-37CE77A9E83D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82" name="橢圓 19481">
                <a:extLst>
                  <a:ext uri="{FF2B5EF4-FFF2-40B4-BE49-F238E27FC236}">
                    <a16:creationId xmlns:a16="http://schemas.microsoft.com/office/drawing/2014/main" id="{4E4129A9-2385-CAD2-6A0D-2E4CAE215585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79" name="橢圓 19478">
              <a:extLst>
                <a:ext uri="{FF2B5EF4-FFF2-40B4-BE49-F238E27FC236}">
                  <a16:creationId xmlns:a16="http://schemas.microsoft.com/office/drawing/2014/main" id="{EA045B70-98E0-46EF-5C3F-304BFA4AC2CF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83" name="群組 19482">
            <a:extLst>
              <a:ext uri="{FF2B5EF4-FFF2-40B4-BE49-F238E27FC236}">
                <a16:creationId xmlns:a16="http://schemas.microsoft.com/office/drawing/2014/main" id="{5ED37014-FBDD-6136-5D83-5180B3AFD4C0}"/>
              </a:ext>
            </a:extLst>
          </p:cNvPr>
          <p:cNvGrpSpPr/>
          <p:nvPr/>
        </p:nvGrpSpPr>
        <p:grpSpPr>
          <a:xfrm>
            <a:off x="8541856" y="1639104"/>
            <a:ext cx="811822" cy="1753492"/>
            <a:chOff x="7518554" y="1586530"/>
            <a:chExt cx="981304" cy="2699276"/>
          </a:xfrm>
        </p:grpSpPr>
        <p:grpSp>
          <p:nvGrpSpPr>
            <p:cNvPr id="19484" name="群組 19483">
              <a:extLst>
                <a:ext uri="{FF2B5EF4-FFF2-40B4-BE49-F238E27FC236}">
                  <a16:creationId xmlns:a16="http://schemas.microsoft.com/office/drawing/2014/main" id="{37F39FE8-960C-E42B-650D-5B3FBE4DB7E6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86" name="橢圓 19485">
                <a:extLst>
                  <a:ext uri="{FF2B5EF4-FFF2-40B4-BE49-F238E27FC236}">
                    <a16:creationId xmlns:a16="http://schemas.microsoft.com/office/drawing/2014/main" id="{60AFA004-3943-12A2-A6B8-6C4D346AF025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87" name="橢圓 19486">
                <a:extLst>
                  <a:ext uri="{FF2B5EF4-FFF2-40B4-BE49-F238E27FC236}">
                    <a16:creationId xmlns:a16="http://schemas.microsoft.com/office/drawing/2014/main" id="{DD862404-F54C-39FE-5E1C-B60D5CD75949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88" name="橢圓 19487">
                <a:extLst>
                  <a:ext uri="{FF2B5EF4-FFF2-40B4-BE49-F238E27FC236}">
                    <a16:creationId xmlns:a16="http://schemas.microsoft.com/office/drawing/2014/main" id="{CC3F2596-7CEF-D263-C9F4-3B2EEF2BB105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85" name="橢圓 19484">
              <a:extLst>
                <a:ext uri="{FF2B5EF4-FFF2-40B4-BE49-F238E27FC236}">
                  <a16:creationId xmlns:a16="http://schemas.microsoft.com/office/drawing/2014/main" id="{0CD57CE3-049A-A57F-59F6-F4730137A6A8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89" name="群組 19488">
            <a:extLst>
              <a:ext uri="{FF2B5EF4-FFF2-40B4-BE49-F238E27FC236}">
                <a16:creationId xmlns:a16="http://schemas.microsoft.com/office/drawing/2014/main" id="{659774C7-278E-71F8-D86E-155F9C4A602E}"/>
              </a:ext>
            </a:extLst>
          </p:cNvPr>
          <p:cNvGrpSpPr/>
          <p:nvPr/>
        </p:nvGrpSpPr>
        <p:grpSpPr>
          <a:xfrm rot="10800000">
            <a:off x="8493300" y="3427213"/>
            <a:ext cx="811822" cy="1753492"/>
            <a:chOff x="7518554" y="1586530"/>
            <a:chExt cx="981304" cy="2699276"/>
          </a:xfrm>
        </p:grpSpPr>
        <p:grpSp>
          <p:nvGrpSpPr>
            <p:cNvPr id="19490" name="群組 19489">
              <a:extLst>
                <a:ext uri="{FF2B5EF4-FFF2-40B4-BE49-F238E27FC236}">
                  <a16:creationId xmlns:a16="http://schemas.microsoft.com/office/drawing/2014/main" id="{85327966-73F2-EDA5-E30B-399AF5672B6D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92" name="橢圓 19491">
                <a:extLst>
                  <a:ext uri="{FF2B5EF4-FFF2-40B4-BE49-F238E27FC236}">
                    <a16:creationId xmlns:a16="http://schemas.microsoft.com/office/drawing/2014/main" id="{1FED83A3-53CE-D38C-B2EF-5AACD9DDFDEB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93" name="橢圓 19492">
                <a:extLst>
                  <a:ext uri="{FF2B5EF4-FFF2-40B4-BE49-F238E27FC236}">
                    <a16:creationId xmlns:a16="http://schemas.microsoft.com/office/drawing/2014/main" id="{3947A022-40D7-9A20-5F03-CDB75BB465D4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94" name="橢圓 19493">
                <a:extLst>
                  <a:ext uri="{FF2B5EF4-FFF2-40B4-BE49-F238E27FC236}">
                    <a16:creationId xmlns:a16="http://schemas.microsoft.com/office/drawing/2014/main" id="{529019E6-61E2-6E1F-5C97-724EE3B1434D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91" name="橢圓 19490">
              <a:extLst>
                <a:ext uri="{FF2B5EF4-FFF2-40B4-BE49-F238E27FC236}">
                  <a16:creationId xmlns:a16="http://schemas.microsoft.com/office/drawing/2014/main" id="{4A33F983-CF12-E93E-371C-DC88DB570B31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19495" name="矩形 19494">
            <a:extLst>
              <a:ext uri="{FF2B5EF4-FFF2-40B4-BE49-F238E27FC236}">
                <a16:creationId xmlns:a16="http://schemas.microsoft.com/office/drawing/2014/main" id="{40ABC9C8-777C-7368-5FA7-D692F6F675E2}"/>
              </a:ext>
            </a:extLst>
          </p:cNvPr>
          <p:cNvSpPr/>
          <p:nvPr/>
        </p:nvSpPr>
        <p:spPr>
          <a:xfrm>
            <a:off x="721035" y="3039532"/>
            <a:ext cx="2374215" cy="765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HK" sz="28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Triglycerides  </a:t>
            </a:r>
          </a:p>
          <a:p>
            <a:pPr algn="r"/>
            <a:r>
              <a:rPr lang="en-US" altLang="zh-HK" sz="28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2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甘油三酯</a:t>
            </a:r>
            <a:r>
              <a:rPr lang="en-US" altLang="zh-HK" sz="2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2800" b="1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9496" name="群組 19495">
            <a:extLst>
              <a:ext uri="{FF2B5EF4-FFF2-40B4-BE49-F238E27FC236}">
                <a16:creationId xmlns:a16="http://schemas.microsoft.com/office/drawing/2014/main" id="{90AE0391-9F3C-7642-4DE7-2665E34A5FBD}"/>
              </a:ext>
            </a:extLst>
          </p:cNvPr>
          <p:cNvGrpSpPr/>
          <p:nvPr/>
        </p:nvGrpSpPr>
        <p:grpSpPr>
          <a:xfrm>
            <a:off x="2436654" y="5276916"/>
            <a:ext cx="4652035" cy="1352174"/>
            <a:chOff x="516053" y="7491082"/>
            <a:chExt cx="4652035" cy="333352"/>
          </a:xfrm>
        </p:grpSpPr>
        <p:sp>
          <p:nvSpPr>
            <p:cNvPr id="19497" name="矩形 19496">
              <a:extLst>
                <a:ext uri="{FF2B5EF4-FFF2-40B4-BE49-F238E27FC236}">
                  <a16:creationId xmlns:a16="http://schemas.microsoft.com/office/drawing/2014/main" id="{8A09531F-340D-DCD0-AE16-4E1F9427D0DC}"/>
                </a:ext>
              </a:extLst>
            </p:cNvPr>
            <p:cNvSpPr/>
            <p:nvPr/>
          </p:nvSpPr>
          <p:spPr>
            <a:xfrm>
              <a:off x="589961" y="7491082"/>
              <a:ext cx="3560648" cy="3027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9498" name="文字方塊 19497">
              <a:extLst>
                <a:ext uri="{FF2B5EF4-FFF2-40B4-BE49-F238E27FC236}">
                  <a16:creationId xmlns:a16="http://schemas.microsoft.com/office/drawing/2014/main" id="{7FEFE610-B464-03D9-A315-A329A8CF06AA}"/>
                </a:ext>
              </a:extLst>
            </p:cNvPr>
            <p:cNvSpPr txBox="1"/>
            <p:nvPr/>
          </p:nvSpPr>
          <p:spPr>
            <a:xfrm>
              <a:off x="942625" y="7585525"/>
              <a:ext cx="3313686" cy="113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1 Glycerol (</a:t>
              </a:r>
              <a:r>
                <a:rPr lang="zh-HK" altLang="en-US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</a:rPr>
                <a:t>甘油</a:t>
              </a:r>
              <a:r>
                <a:rPr lang="en-US" altLang="zh-HK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2400" b="1" dirty="0">
                <a:latin typeface="Roboto Black" panose="02000000000000000000" pitchFamily="2" charset="0"/>
              </a:endParaRPr>
            </a:p>
          </p:txBody>
        </p:sp>
        <p:sp>
          <p:nvSpPr>
            <p:cNvPr id="19499" name="文字方塊 19498">
              <a:extLst>
                <a:ext uri="{FF2B5EF4-FFF2-40B4-BE49-F238E27FC236}">
                  <a16:creationId xmlns:a16="http://schemas.microsoft.com/office/drawing/2014/main" id="{F671D23A-CD79-F8BF-BE7D-C9C31BA31FA8}"/>
                </a:ext>
              </a:extLst>
            </p:cNvPr>
            <p:cNvSpPr txBox="1"/>
            <p:nvPr/>
          </p:nvSpPr>
          <p:spPr>
            <a:xfrm>
              <a:off x="516053" y="7710620"/>
              <a:ext cx="4652035" cy="113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 +   3 Fatty acids (</a:t>
              </a:r>
              <a:r>
                <a:rPr lang="zh-HK" altLang="en-US" sz="2400" b="0" i="0" dirty="0">
                  <a:solidFill>
                    <a:srgbClr val="4D5156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脂肪酸</a:t>
              </a:r>
              <a:r>
                <a:rPr lang="en-US" altLang="zh-HK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2400" b="1" dirty="0">
                <a:latin typeface="Roboto Black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9371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/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/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/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/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/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/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/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/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/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/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/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/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/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/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/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/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/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/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/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/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/>
        </p:nvSpPr>
        <p:spPr>
          <a:xfrm>
            <a:off x="9906010" y="5053710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2F0C5561-688D-8D01-2854-480269326463}"/>
              </a:ext>
            </a:extLst>
          </p:cNvPr>
          <p:cNvGrpSpPr/>
          <p:nvPr/>
        </p:nvGrpSpPr>
        <p:grpSpPr>
          <a:xfrm>
            <a:off x="9636658" y="3866047"/>
            <a:ext cx="1728967" cy="769441"/>
            <a:chOff x="9748291" y="3943400"/>
            <a:chExt cx="1728967" cy="769441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ABEF1C8-272F-3057-2034-A322A350179D}"/>
                </a:ext>
              </a:extLst>
            </p:cNvPr>
            <p:cNvSpPr txBox="1"/>
            <p:nvPr/>
          </p:nvSpPr>
          <p:spPr>
            <a:xfrm>
              <a:off x="9748291" y="3943400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F7EAD8F6-2ECD-A75E-C60C-0727FE4BE5B8}"/>
                </a:ext>
              </a:extLst>
            </p:cNvPr>
            <p:cNvSpPr/>
            <p:nvPr/>
          </p:nvSpPr>
          <p:spPr>
            <a:xfrm>
              <a:off x="10062912" y="4019251"/>
              <a:ext cx="678120" cy="67812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S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135974" y="3568302"/>
            <a:ext cx="11229651" cy="133157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5C8A250-629E-4AA6-B6DA-865AEC8F23CF}"/>
              </a:ext>
            </a:extLst>
          </p:cNvPr>
          <p:cNvSpPr txBox="1"/>
          <p:nvPr/>
        </p:nvSpPr>
        <p:spPr>
          <a:xfrm>
            <a:off x="8890364" y="2755437"/>
            <a:ext cx="1728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400" dirty="0"/>
              <a:t>(       )</a:t>
            </a:r>
            <a:endParaRPr lang="zh-HK" altLang="en-US" sz="4400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0EF07A57-237D-C589-81EB-4C1800E8F70E}"/>
              </a:ext>
            </a:extLst>
          </p:cNvPr>
          <p:cNvSpPr/>
          <p:nvPr/>
        </p:nvSpPr>
        <p:spPr>
          <a:xfrm>
            <a:off x="9227890" y="2843729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5D45435D-620A-8918-9CED-5F060A10A1F4}"/>
              </a:ext>
            </a:extLst>
          </p:cNvPr>
          <p:cNvSpPr/>
          <p:nvPr/>
        </p:nvSpPr>
        <p:spPr>
          <a:xfrm>
            <a:off x="8970749" y="5045161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85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/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/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/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/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43DECE9-440E-D110-3F76-25C24B8005DA}"/>
              </a:ext>
            </a:extLst>
          </p:cNvPr>
          <p:cNvSpPr/>
          <p:nvPr/>
        </p:nvSpPr>
        <p:spPr>
          <a:xfrm>
            <a:off x="7908488" y="230742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C553FB0-71BD-9621-5D9F-E4C706249B70}"/>
              </a:ext>
            </a:extLst>
          </p:cNvPr>
          <p:cNvSpPr txBox="1"/>
          <p:nvPr/>
        </p:nvSpPr>
        <p:spPr>
          <a:xfrm>
            <a:off x="1245931" y="6104340"/>
            <a:ext cx="96037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acids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胺基酸</a:t>
            </a:r>
            <a:r>
              <a:rPr lang="en-US" altLang="zh-HK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CC6DE284-3634-8CCE-76B1-E898B9CBE8FB}"/>
              </a:ext>
            </a:extLst>
          </p:cNvPr>
          <p:cNvGrpSpPr/>
          <p:nvPr/>
        </p:nvGrpSpPr>
        <p:grpSpPr>
          <a:xfrm>
            <a:off x="5022717" y="1900353"/>
            <a:ext cx="1598167" cy="570296"/>
            <a:chOff x="5094433" y="1791439"/>
            <a:chExt cx="1598167" cy="570296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7E0FE6FC-1C00-47B3-D8D0-2A4A331D0830}"/>
                </a:ext>
              </a:extLst>
            </p:cNvPr>
            <p:cNvSpPr/>
            <p:nvPr/>
          </p:nvSpPr>
          <p:spPr>
            <a:xfrm>
              <a:off x="5094433" y="1792589"/>
              <a:ext cx="569146" cy="5691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C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561DB62D-5441-FC9B-CB84-04A5D826DE8C}"/>
                </a:ext>
              </a:extLst>
            </p:cNvPr>
            <p:cNvSpPr/>
            <p:nvPr/>
          </p:nvSpPr>
          <p:spPr>
            <a:xfrm>
              <a:off x="5622624" y="1791439"/>
              <a:ext cx="569147" cy="56914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9891A06C-14C6-3C5B-CF6F-8BA0B63838B5}"/>
                </a:ext>
              </a:extLst>
            </p:cNvPr>
            <p:cNvSpPr/>
            <p:nvPr/>
          </p:nvSpPr>
          <p:spPr>
            <a:xfrm>
              <a:off x="6123453" y="1791439"/>
              <a:ext cx="569147" cy="5691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O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758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85185E-6 L -0.0539 0.48264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5" y="2412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85185E-6 L -0.04792 0.4847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6" y="2423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6 L -0.03437 0.4518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2259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59259E-6 L -0.03594 0.48982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7" y="2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33333E-6 L -0.16615 0.49329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07" y="2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8" grpId="0" animBg="1"/>
      <p:bldP spid="5" grpId="0" animBg="1"/>
      <p:bldP spid="19" grpId="0" animBg="1"/>
      <p:bldP spid="20" grpId="0" animBg="1"/>
      <p:bldP spid="21" grpId="0" animBg="1"/>
      <p:bldP spid="8" grpId="0" animBg="1"/>
      <p:bldP spid="9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/>
        </p:nvSpPr>
        <p:spPr>
          <a:xfrm>
            <a:off x="2508872" y="356453"/>
            <a:ext cx="7543799" cy="7092531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/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/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C553FB0-71BD-9621-5D9F-E4C706249B70}"/>
              </a:ext>
            </a:extLst>
          </p:cNvPr>
          <p:cNvSpPr txBox="1"/>
          <p:nvPr/>
        </p:nvSpPr>
        <p:spPr>
          <a:xfrm>
            <a:off x="1245931" y="6104340"/>
            <a:ext cx="96037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acids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胺基酸</a:t>
            </a:r>
            <a:r>
              <a:rPr lang="en-US" altLang="zh-HK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3" name="Image 189">
            <a:extLst>
              <a:ext uri="{FF2B5EF4-FFF2-40B4-BE49-F238E27FC236}">
                <a16:creationId xmlns:a16="http://schemas.microsoft.com/office/drawing/2014/main" id="{27C18892-40E0-17C3-2501-FA95F3FCF02A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94218" y="2192349"/>
            <a:ext cx="5301240" cy="312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2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橢圓 21">
            <a:extLst>
              <a:ext uri="{FF2B5EF4-FFF2-40B4-BE49-F238E27FC236}">
                <a16:creationId xmlns:a16="http://schemas.microsoft.com/office/drawing/2014/main" id="{35CDD5E4-9AC7-1181-561B-C02312240FF9}"/>
              </a:ext>
            </a:extLst>
          </p:cNvPr>
          <p:cNvSpPr/>
          <p:nvPr/>
        </p:nvSpPr>
        <p:spPr>
          <a:xfrm>
            <a:off x="3760724" y="1410090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/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/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C553FB0-71BD-9621-5D9F-E4C706249B70}"/>
              </a:ext>
            </a:extLst>
          </p:cNvPr>
          <p:cNvSpPr txBox="1"/>
          <p:nvPr/>
        </p:nvSpPr>
        <p:spPr>
          <a:xfrm>
            <a:off x="1245931" y="6104340"/>
            <a:ext cx="96037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acids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胺基酸</a:t>
            </a:r>
            <a:r>
              <a:rPr lang="en-US" altLang="zh-HK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B9B2D75C-157F-E0E3-BE98-C923FAB09447}"/>
              </a:ext>
            </a:extLst>
          </p:cNvPr>
          <p:cNvGrpSpPr/>
          <p:nvPr/>
        </p:nvGrpSpPr>
        <p:grpSpPr>
          <a:xfrm>
            <a:off x="3415557" y="1950688"/>
            <a:ext cx="5055263" cy="3629421"/>
            <a:chOff x="3289601" y="1246542"/>
            <a:chExt cx="6461638" cy="4639126"/>
          </a:xfrm>
        </p:grpSpPr>
        <p:pic>
          <p:nvPicPr>
            <p:cNvPr id="25" name="圖片 24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51BAC722-74E1-7528-E7CC-632F08496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9601" y="1246542"/>
              <a:ext cx="6461638" cy="4639126"/>
            </a:xfrm>
            <a:prstGeom prst="rect">
              <a:avLst/>
            </a:prstGeom>
          </p:spPr>
        </p:pic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B5C8EA9F-CD83-4C99-72A8-9358D21CC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17342" y="2331273"/>
              <a:ext cx="4050958" cy="2595564"/>
            </a:xfrm>
            <a:prstGeom prst="rect">
              <a:avLst/>
            </a:prstGeom>
          </p:spPr>
        </p:pic>
      </p:grp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957BDED-5FE4-0AEC-8183-277E4FA8703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80094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/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49BD4B7E-8550-1FA9-C80B-159EC297EEEB}"/>
              </a:ext>
            </a:extLst>
          </p:cNvPr>
          <p:cNvGrpSpPr/>
          <p:nvPr/>
        </p:nvGrpSpPr>
        <p:grpSpPr>
          <a:xfrm>
            <a:off x="806027" y="1804950"/>
            <a:ext cx="4627506" cy="4885584"/>
            <a:chOff x="806027" y="1804950"/>
            <a:chExt cx="4627506" cy="4885584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35CDD5E4-9AC7-1181-561B-C02312240FF9}"/>
                </a:ext>
              </a:extLst>
            </p:cNvPr>
            <p:cNvSpPr/>
            <p:nvPr/>
          </p:nvSpPr>
          <p:spPr>
            <a:xfrm>
              <a:off x="1151193" y="1804950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1C553FB0-71BD-9621-5D9F-E4C706249B70}"/>
                </a:ext>
              </a:extLst>
            </p:cNvPr>
            <p:cNvSpPr txBox="1"/>
            <p:nvPr/>
          </p:nvSpPr>
          <p:spPr>
            <a:xfrm>
              <a:off x="1499481" y="6105759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B9B2D75C-157F-E0E3-BE98-C923FAB09447}"/>
                </a:ext>
              </a:extLst>
            </p:cNvPr>
            <p:cNvGrpSpPr/>
            <p:nvPr/>
          </p:nvGrpSpPr>
          <p:grpSpPr>
            <a:xfrm>
              <a:off x="806027" y="2345548"/>
              <a:ext cx="4627506" cy="3322313"/>
              <a:chOff x="3289601" y="1246542"/>
              <a:chExt cx="6461638" cy="4639126"/>
            </a:xfrm>
          </p:grpSpPr>
          <p:pic>
            <p:nvPicPr>
              <p:cNvPr id="25" name="圖片 24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51BAC722-74E1-7528-E7CC-632F08496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B5C8EA9F-CD83-4C99-72A8-9358D21CC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E39F2BB-52AC-1204-F792-981BA65C9550}"/>
              </a:ext>
            </a:extLst>
          </p:cNvPr>
          <p:cNvGrpSpPr/>
          <p:nvPr/>
        </p:nvGrpSpPr>
        <p:grpSpPr>
          <a:xfrm>
            <a:off x="6449954" y="1798738"/>
            <a:ext cx="4627506" cy="4885584"/>
            <a:chOff x="6449954" y="1798738"/>
            <a:chExt cx="4627506" cy="4885584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476FC108-ADA2-6DCF-8000-E7866EF089EB}"/>
                </a:ext>
              </a:extLst>
            </p:cNvPr>
            <p:cNvSpPr/>
            <p:nvPr/>
          </p:nvSpPr>
          <p:spPr>
            <a:xfrm>
              <a:off x="6795120" y="1798738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CE1908A-ABF3-170E-F1CD-8EACA4D0EB41}"/>
                </a:ext>
              </a:extLst>
            </p:cNvPr>
            <p:cNvSpPr txBox="1"/>
            <p:nvPr/>
          </p:nvSpPr>
          <p:spPr>
            <a:xfrm>
              <a:off x="7143408" y="6099547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14B55EF9-9838-52D6-9C43-A36A5DFD1533}"/>
                </a:ext>
              </a:extLst>
            </p:cNvPr>
            <p:cNvGrpSpPr/>
            <p:nvPr/>
          </p:nvGrpSpPr>
          <p:grpSpPr>
            <a:xfrm>
              <a:off x="6449954" y="2339336"/>
              <a:ext cx="4627506" cy="3322313"/>
              <a:chOff x="3289601" y="1246542"/>
              <a:chExt cx="6461638" cy="4639126"/>
            </a:xfrm>
          </p:grpSpPr>
          <p:pic>
            <p:nvPicPr>
              <p:cNvPr id="7" name="圖片 6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1E443CC0-B121-FDFC-5156-5F6A759E85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808138DB-9951-981C-34DC-06F6261952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sp>
        <p:nvSpPr>
          <p:cNvPr id="13" name="橢圓 12">
            <a:extLst>
              <a:ext uri="{FF2B5EF4-FFF2-40B4-BE49-F238E27FC236}">
                <a16:creationId xmlns:a16="http://schemas.microsoft.com/office/drawing/2014/main" id="{41AE3271-994F-BC7E-0960-C02FF54773DC}"/>
              </a:ext>
            </a:extLst>
          </p:cNvPr>
          <p:cNvSpPr/>
          <p:nvPr/>
        </p:nvSpPr>
        <p:spPr>
          <a:xfrm>
            <a:off x="4797381" y="2387901"/>
            <a:ext cx="2450086" cy="24500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14" name="箭號: 左-右雙向 13">
            <a:extLst>
              <a:ext uri="{FF2B5EF4-FFF2-40B4-BE49-F238E27FC236}">
                <a16:creationId xmlns:a16="http://schemas.microsoft.com/office/drawing/2014/main" id="{D8AE975B-96A0-9E3F-504C-7532EAEDBF71}"/>
              </a:ext>
            </a:extLst>
          </p:cNvPr>
          <p:cNvSpPr/>
          <p:nvPr/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4D14220-681B-0BED-22E6-537400CE3397}"/>
              </a:ext>
            </a:extLst>
          </p:cNvPr>
          <p:cNvSpPr txBox="1"/>
          <p:nvPr/>
        </p:nvSpPr>
        <p:spPr>
          <a:xfrm>
            <a:off x="2309925" y="6061258"/>
            <a:ext cx="791211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Dipeptide </a:t>
            </a:r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二肽</a:t>
            </a:r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B09EE9-17DC-7304-4463-E96EDAF59011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043673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44444E-6 L 0.11406 -0.0009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03" y="-4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48148E-6 L -0.12435 0.0074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24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85185E-6 L -0.41406 0.3571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03" y="17847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  <p:bldP spid="14" grpId="0" animBg="1"/>
      <p:bldP spid="20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/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pic>
        <p:nvPicPr>
          <p:cNvPr id="19" name="Image 193">
            <a:extLst>
              <a:ext uri="{FF2B5EF4-FFF2-40B4-BE49-F238E27FC236}">
                <a16:creationId xmlns:a16="http://schemas.microsoft.com/office/drawing/2014/main" id="{152D4964-B775-9064-3986-B70E7FCED67D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7586" y="1816599"/>
            <a:ext cx="11797553" cy="1902516"/>
          </a:xfrm>
          <a:prstGeom prst="rect">
            <a:avLst/>
          </a:prstGeom>
        </p:spPr>
      </p:pic>
      <p:sp>
        <p:nvSpPr>
          <p:cNvPr id="20" name="橢圓 19">
            <a:extLst>
              <a:ext uri="{FF2B5EF4-FFF2-40B4-BE49-F238E27FC236}">
                <a16:creationId xmlns:a16="http://schemas.microsoft.com/office/drawing/2014/main" id="{50C3D358-E067-D193-DFC2-9B361BC6AE04}"/>
              </a:ext>
            </a:extLst>
          </p:cNvPr>
          <p:cNvSpPr/>
          <p:nvPr/>
        </p:nvSpPr>
        <p:spPr>
          <a:xfrm>
            <a:off x="578637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F7CD8F1C-7439-B5EB-A7D2-B99E641E547E}"/>
              </a:ext>
            </a:extLst>
          </p:cNvPr>
          <p:cNvSpPr/>
          <p:nvPr/>
        </p:nvSpPr>
        <p:spPr>
          <a:xfrm>
            <a:off x="3310211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24" name="圖片 23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48F2625C-87C7-B7B4-E1C5-A086245652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37" y="4548086"/>
            <a:ext cx="1464614" cy="1051518"/>
          </a:xfrm>
          <a:prstGeom prst="rect">
            <a:avLst/>
          </a:prstGeom>
        </p:spPr>
      </p:pic>
      <p:pic>
        <p:nvPicPr>
          <p:cNvPr id="26" name="圖片 25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1B01DCF1-66D4-ED88-C8B1-8466856FCD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211" y="4567433"/>
            <a:ext cx="1464614" cy="1051518"/>
          </a:xfrm>
          <a:prstGeom prst="rect">
            <a:avLst/>
          </a:prstGeom>
        </p:spPr>
      </p:pic>
      <p:sp>
        <p:nvSpPr>
          <p:cNvPr id="28" name="橢圓 27">
            <a:extLst>
              <a:ext uri="{FF2B5EF4-FFF2-40B4-BE49-F238E27FC236}">
                <a16:creationId xmlns:a16="http://schemas.microsoft.com/office/drawing/2014/main" id="{5DB660FE-2186-0706-7654-69018C8800E8}"/>
              </a:ext>
            </a:extLst>
          </p:cNvPr>
          <p:cNvSpPr/>
          <p:nvPr/>
        </p:nvSpPr>
        <p:spPr>
          <a:xfrm>
            <a:off x="7834088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50B454CA-03DA-0E21-63F7-A4E83F2FC3D0}"/>
              </a:ext>
            </a:extLst>
          </p:cNvPr>
          <p:cNvSpPr/>
          <p:nvPr/>
        </p:nvSpPr>
        <p:spPr>
          <a:xfrm>
            <a:off x="8901092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31" name="圖片 30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49ECF064-4EFF-A65F-1C4F-24E4542A8F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288" y="4531672"/>
            <a:ext cx="1464614" cy="1051518"/>
          </a:xfrm>
          <a:prstGeom prst="rect">
            <a:avLst/>
          </a:prstGeom>
        </p:spPr>
      </p:pic>
      <p:pic>
        <p:nvPicPr>
          <p:cNvPr id="32" name="圖片 31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7A3D62FD-E67C-D12C-F7ED-0BA2574D86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43" y="4548086"/>
            <a:ext cx="1464614" cy="1051518"/>
          </a:xfrm>
          <a:prstGeom prst="rect">
            <a:avLst/>
          </a:prstGeom>
        </p:spPr>
      </p:pic>
      <p:sp>
        <p:nvSpPr>
          <p:cNvPr id="33" name="文字方塊 32">
            <a:extLst>
              <a:ext uri="{FF2B5EF4-FFF2-40B4-BE49-F238E27FC236}">
                <a16:creationId xmlns:a16="http://schemas.microsoft.com/office/drawing/2014/main" id="{D6CB1638-6366-640B-8610-FDB0AF90E06E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178278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/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pic>
        <p:nvPicPr>
          <p:cNvPr id="19" name="Image 193">
            <a:extLst>
              <a:ext uri="{FF2B5EF4-FFF2-40B4-BE49-F238E27FC236}">
                <a16:creationId xmlns:a16="http://schemas.microsoft.com/office/drawing/2014/main" id="{152D4964-B775-9064-3986-B70E7FCED67D}"/>
              </a:ext>
            </a:extLst>
          </p:cNvPr>
          <p:cNvPicPr>
            <a:picLocks/>
          </p:cNvPicPr>
          <p:nvPr/>
        </p:nvPicPr>
        <p:blipFill rotWithShape="1">
          <a:blip r:embed="rId4" cstate="print"/>
          <a:srcRect l="59798" r="10505"/>
          <a:stretch/>
        </p:blipFill>
        <p:spPr>
          <a:xfrm>
            <a:off x="4273617" y="4838379"/>
            <a:ext cx="3503596" cy="1902516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659D3446-E651-0749-6973-B7BB1EBD2296}"/>
              </a:ext>
            </a:extLst>
          </p:cNvPr>
          <p:cNvGrpSpPr/>
          <p:nvPr/>
        </p:nvGrpSpPr>
        <p:grpSpPr>
          <a:xfrm>
            <a:off x="6256156" y="1126414"/>
            <a:ext cx="5661571" cy="4064718"/>
            <a:chOff x="3131343" y="1113571"/>
            <a:chExt cx="5661571" cy="4064718"/>
          </a:xfrm>
        </p:grpSpPr>
        <p:pic>
          <p:nvPicPr>
            <p:cNvPr id="31" name="圖片 3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49ECF064-4EFF-A65F-1C4F-24E4542A8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7994FAC-1F0B-D2FD-966A-8581B9134DDB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85A24D01-A515-3D1F-3EF6-BA90CBB171BF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24B8181-B228-2B49-3B4E-D6F2C5C404C7}"/>
              </a:ext>
            </a:extLst>
          </p:cNvPr>
          <p:cNvGrpSpPr/>
          <p:nvPr/>
        </p:nvGrpSpPr>
        <p:grpSpPr>
          <a:xfrm>
            <a:off x="133103" y="1073052"/>
            <a:ext cx="5661571" cy="4064718"/>
            <a:chOff x="3131343" y="1113571"/>
            <a:chExt cx="5661571" cy="4064718"/>
          </a:xfrm>
        </p:grpSpPr>
        <p:pic>
          <p:nvPicPr>
            <p:cNvPr id="13" name="圖片 12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3E877BB-AF92-6E37-B409-398671DBE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58B0B327-DEDA-DCE2-E137-B2ABDC409876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9331CD51-F602-1F64-61F1-D188E46446EE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10" name="橢圓 9">
            <a:extLst>
              <a:ext uri="{FF2B5EF4-FFF2-40B4-BE49-F238E27FC236}">
                <a16:creationId xmlns:a16="http://schemas.microsoft.com/office/drawing/2014/main" id="{05A59BCF-EB97-CEB6-532A-258EDB5AC452}"/>
              </a:ext>
            </a:extLst>
          </p:cNvPr>
          <p:cNvSpPr/>
          <p:nvPr/>
        </p:nvSpPr>
        <p:spPr>
          <a:xfrm>
            <a:off x="4797381" y="2387901"/>
            <a:ext cx="2450086" cy="24500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4741BE-C91E-DD2C-5196-65117104F956}"/>
              </a:ext>
            </a:extLst>
          </p:cNvPr>
          <p:cNvSpPr/>
          <p:nvPr/>
        </p:nvSpPr>
        <p:spPr>
          <a:xfrm>
            <a:off x="5393267" y="4758267"/>
            <a:ext cx="1532466" cy="46011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19720A-6C30-65D9-DB9C-8541AD1F743B}"/>
              </a:ext>
            </a:extLst>
          </p:cNvPr>
          <p:cNvSpPr/>
          <p:nvPr/>
        </p:nvSpPr>
        <p:spPr>
          <a:xfrm>
            <a:off x="4426018" y="2590801"/>
            <a:ext cx="2956915" cy="1066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F3FF2E6-B1DE-0F03-9223-AEB6B05F01C7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041011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2.22222E-6 L 0.10742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65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85185E-6 L -0.1181 -0.0025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11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85185E-6 L -0.41406 0.35718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03" y="17847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  <p:bldP spid="7" grpId="0" animBg="1"/>
      <p:bldP spid="9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/>
        </p:nvSpPr>
        <p:spPr>
          <a:xfrm>
            <a:off x="3889303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/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/>
        </p:nvSpPr>
        <p:spPr>
          <a:xfrm>
            <a:off x="3357661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/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/>
        </p:nvSpPr>
        <p:spPr>
          <a:xfrm>
            <a:off x="4501900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/>
        </p:nvSpPr>
        <p:spPr>
          <a:xfrm>
            <a:off x="3970258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/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/>
        </p:nvSpPr>
        <p:spPr>
          <a:xfrm>
            <a:off x="5114497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/>
        </p:nvSpPr>
        <p:spPr>
          <a:xfrm>
            <a:off x="4582855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/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/>
        </p:nvSpPr>
        <p:spPr>
          <a:xfrm>
            <a:off x="5727094" y="309255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/>
        </p:nvSpPr>
        <p:spPr>
          <a:xfrm>
            <a:off x="5195452" y="31436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8" name="箭號: 左-右雙向 67">
            <a:extLst>
              <a:ext uri="{FF2B5EF4-FFF2-40B4-BE49-F238E27FC236}">
                <a16:creationId xmlns:a16="http://schemas.microsoft.com/office/drawing/2014/main" id="{D975C605-C3C3-4CB0-6921-676F424DB21C}"/>
              </a:ext>
            </a:extLst>
          </p:cNvPr>
          <p:cNvSpPr/>
          <p:nvPr/>
        </p:nvSpPr>
        <p:spPr>
          <a:xfrm>
            <a:off x="5227691" y="3271055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4FFC3C67-FDFE-E8C7-5D2C-A39300E213C0}"/>
              </a:ext>
            </a:extLst>
          </p:cNvPr>
          <p:cNvGrpSpPr/>
          <p:nvPr/>
        </p:nvGrpSpPr>
        <p:grpSpPr>
          <a:xfrm>
            <a:off x="5959358" y="3080449"/>
            <a:ext cx="6469235" cy="784357"/>
            <a:chOff x="5959358" y="3080449"/>
            <a:chExt cx="6469235" cy="784357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5A949B83-2D57-A2DA-6E45-BE8F40D4946A}"/>
                </a:ext>
              </a:extLst>
            </p:cNvPr>
            <p:cNvSpPr/>
            <p:nvPr/>
          </p:nvSpPr>
          <p:spPr>
            <a:xfrm>
              <a:off x="5959358" y="308044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831DCC37-7F52-7513-FECA-7CE6F7F7BDCF}"/>
                </a:ext>
              </a:extLst>
            </p:cNvPr>
            <p:cNvSpPr/>
            <p:nvPr/>
          </p:nvSpPr>
          <p:spPr>
            <a:xfrm>
              <a:off x="6464131" y="309998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F9E07A0A-01D9-6443-1F44-FD464770405E}"/>
                </a:ext>
              </a:extLst>
            </p:cNvPr>
            <p:cNvSpPr/>
            <p:nvPr/>
          </p:nvSpPr>
          <p:spPr>
            <a:xfrm>
              <a:off x="6913955" y="310816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826F147D-E219-4531-8E17-67AD7958ABA9}"/>
                </a:ext>
              </a:extLst>
            </p:cNvPr>
            <p:cNvSpPr/>
            <p:nvPr/>
          </p:nvSpPr>
          <p:spPr>
            <a:xfrm>
              <a:off x="7434332" y="3115323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05DB6F80-8DF2-AA0C-1FD5-F679F1DF56F7}"/>
                </a:ext>
              </a:extLst>
            </p:cNvPr>
            <p:cNvSpPr/>
            <p:nvPr/>
          </p:nvSpPr>
          <p:spPr>
            <a:xfrm>
              <a:off x="7884156" y="31234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8E80ADD0-2C88-0B17-E468-E9F541EDD1BD}"/>
                </a:ext>
              </a:extLst>
            </p:cNvPr>
            <p:cNvSpPr/>
            <p:nvPr/>
          </p:nvSpPr>
          <p:spPr>
            <a:xfrm>
              <a:off x="8403910" y="315765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7A6AB90E-47AC-5BEC-ED6C-DF4ACCDEB6D9}"/>
                </a:ext>
              </a:extLst>
            </p:cNvPr>
            <p:cNvSpPr/>
            <p:nvPr/>
          </p:nvSpPr>
          <p:spPr>
            <a:xfrm>
              <a:off x="8853734" y="316583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B9A1A8B6-927F-5E8F-2B4E-9DC406FF34A5}"/>
                </a:ext>
              </a:extLst>
            </p:cNvPr>
            <p:cNvSpPr/>
            <p:nvPr/>
          </p:nvSpPr>
          <p:spPr>
            <a:xfrm>
              <a:off x="9374111" y="3172993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25616CA6-673E-DA67-5493-E58D13DEFC48}"/>
                </a:ext>
              </a:extLst>
            </p:cNvPr>
            <p:cNvSpPr/>
            <p:nvPr/>
          </p:nvSpPr>
          <p:spPr>
            <a:xfrm>
              <a:off x="9823935" y="318116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90934BD5-169A-9600-7431-98608DBC3262}"/>
                </a:ext>
              </a:extLst>
            </p:cNvPr>
            <p:cNvSpPr/>
            <p:nvPr/>
          </p:nvSpPr>
          <p:spPr>
            <a:xfrm>
              <a:off x="10335631" y="315875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ACF87706-9192-B1DB-34AC-5D74EE2BF356}"/>
                </a:ext>
              </a:extLst>
            </p:cNvPr>
            <p:cNvSpPr/>
            <p:nvPr/>
          </p:nvSpPr>
          <p:spPr>
            <a:xfrm>
              <a:off x="10785455" y="316693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D4878057-E33F-40D2-C1EF-7FC13C33393C}"/>
                </a:ext>
              </a:extLst>
            </p:cNvPr>
            <p:cNvSpPr/>
            <p:nvPr/>
          </p:nvSpPr>
          <p:spPr>
            <a:xfrm>
              <a:off x="11305832" y="3174094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68719D9F-6DBB-1F80-C8ED-491EACEE31FB}"/>
                </a:ext>
              </a:extLst>
            </p:cNvPr>
            <p:cNvSpPr/>
            <p:nvPr/>
          </p:nvSpPr>
          <p:spPr>
            <a:xfrm>
              <a:off x="11755656" y="318226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/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/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208FCE6B-02DB-0FE3-30CC-79C6DC4B11B0}"/>
              </a:ext>
            </a:extLst>
          </p:cNvPr>
          <p:cNvGrpSpPr/>
          <p:nvPr/>
        </p:nvGrpSpPr>
        <p:grpSpPr>
          <a:xfrm>
            <a:off x="2731842" y="1542840"/>
            <a:ext cx="11005369" cy="937062"/>
            <a:chOff x="2731842" y="1542840"/>
            <a:chExt cx="11005369" cy="937062"/>
          </a:xfrm>
        </p:grpSpPr>
        <p:pic>
          <p:nvPicPr>
            <p:cNvPr id="31" name="圖片 3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1AE96FEF-F35D-0BDC-AACF-A2BC552E7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1842" y="1585726"/>
              <a:ext cx="1157461" cy="830998"/>
            </a:xfrm>
            <a:prstGeom prst="rect">
              <a:avLst/>
            </a:prstGeom>
          </p:spPr>
        </p:pic>
        <p:pic>
          <p:nvPicPr>
            <p:cNvPr id="34" name="圖片 33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B4C54320-A3CE-A8AC-1CF3-FACD77EF9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7170" y="1542840"/>
              <a:ext cx="1157461" cy="830998"/>
            </a:xfrm>
            <a:prstGeom prst="rect">
              <a:avLst/>
            </a:prstGeom>
          </p:spPr>
        </p:pic>
        <p:pic>
          <p:nvPicPr>
            <p:cNvPr id="35" name="圖片 34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71F15EF4-5746-FBBC-8F74-31ECD707D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2497" y="1584873"/>
              <a:ext cx="1157461" cy="830998"/>
            </a:xfrm>
            <a:prstGeom prst="rect">
              <a:avLst/>
            </a:prstGeom>
          </p:spPr>
        </p:pic>
        <p:pic>
          <p:nvPicPr>
            <p:cNvPr id="36" name="圖片 35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65B6D68F-825A-3BA6-6372-65DCEFE6A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1227" y="1593930"/>
              <a:ext cx="1157461" cy="830998"/>
            </a:xfrm>
            <a:prstGeom prst="rect">
              <a:avLst/>
            </a:prstGeom>
          </p:spPr>
        </p:pic>
        <p:pic>
          <p:nvPicPr>
            <p:cNvPr id="37" name="圖片 36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D655A6A-366F-641A-CE32-C6EBF278E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6554" y="1635963"/>
              <a:ext cx="1157461" cy="830998"/>
            </a:xfrm>
            <a:prstGeom prst="rect">
              <a:avLst/>
            </a:prstGeom>
          </p:spPr>
        </p:pic>
        <p:pic>
          <p:nvPicPr>
            <p:cNvPr id="38" name="圖片 37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7E6F281-1F93-63C0-235C-227A91B79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6888" y="1619295"/>
              <a:ext cx="1157461" cy="830998"/>
            </a:xfrm>
            <a:prstGeom prst="rect">
              <a:avLst/>
            </a:prstGeom>
          </p:spPr>
        </p:pic>
        <p:pic>
          <p:nvPicPr>
            <p:cNvPr id="39" name="圖片 38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C6537B6-F2A7-4FFB-09A0-A4DC7AC6E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2216" y="1576409"/>
              <a:ext cx="1157461" cy="830998"/>
            </a:xfrm>
            <a:prstGeom prst="rect">
              <a:avLst/>
            </a:prstGeom>
          </p:spPr>
        </p:pic>
        <p:pic>
          <p:nvPicPr>
            <p:cNvPr id="40" name="圖片 39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37B6187-167C-17E7-0309-70587B9CE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7543" y="1618442"/>
              <a:ext cx="1157461" cy="830998"/>
            </a:xfrm>
            <a:prstGeom prst="rect">
              <a:avLst/>
            </a:prstGeom>
          </p:spPr>
        </p:pic>
        <p:pic>
          <p:nvPicPr>
            <p:cNvPr id="41" name="圖片 4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2863348-5E31-1EE7-0781-CDC394D72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6273" y="1627499"/>
              <a:ext cx="1157461" cy="830998"/>
            </a:xfrm>
            <a:prstGeom prst="rect">
              <a:avLst/>
            </a:prstGeom>
          </p:spPr>
        </p:pic>
        <p:pic>
          <p:nvPicPr>
            <p:cNvPr id="42" name="圖片 41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0A3D8904-1DEE-95C0-CE62-A1182E39F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8627" y="1627759"/>
              <a:ext cx="1157461" cy="830998"/>
            </a:xfrm>
            <a:prstGeom prst="rect">
              <a:avLst/>
            </a:prstGeom>
          </p:spPr>
        </p:pic>
        <p:pic>
          <p:nvPicPr>
            <p:cNvPr id="43" name="圖片 42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5F7C2632-1C7B-B456-BA3C-546CBFBB9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3955" y="1584873"/>
              <a:ext cx="1157461" cy="830998"/>
            </a:xfrm>
            <a:prstGeom prst="rect">
              <a:avLst/>
            </a:prstGeom>
          </p:spPr>
        </p:pic>
        <p:pic>
          <p:nvPicPr>
            <p:cNvPr id="44" name="圖片 43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A3D1A968-B1F5-7C75-81D9-16C2C6B1D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9282" y="1626906"/>
              <a:ext cx="1157461" cy="830998"/>
            </a:xfrm>
            <a:prstGeom prst="rect">
              <a:avLst/>
            </a:prstGeom>
          </p:spPr>
        </p:pic>
        <p:pic>
          <p:nvPicPr>
            <p:cNvPr id="45" name="圖片 44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D22026A-BFA3-335E-E0D0-F3A1A7611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8012" y="1635963"/>
              <a:ext cx="1157461" cy="830998"/>
            </a:xfrm>
            <a:prstGeom prst="rect">
              <a:avLst/>
            </a:prstGeom>
          </p:spPr>
        </p:pic>
        <p:pic>
          <p:nvPicPr>
            <p:cNvPr id="46" name="圖片 45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69A73F6C-C155-8AD8-8788-5E81E74CD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30365" y="1640700"/>
              <a:ext cx="1157461" cy="830998"/>
            </a:xfrm>
            <a:prstGeom prst="rect">
              <a:avLst/>
            </a:prstGeom>
          </p:spPr>
        </p:pic>
        <p:pic>
          <p:nvPicPr>
            <p:cNvPr id="47" name="圖片 46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16601579-0E13-C850-AB1C-0370186A9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65693" y="1597814"/>
              <a:ext cx="1157461" cy="830998"/>
            </a:xfrm>
            <a:prstGeom prst="rect">
              <a:avLst/>
            </a:prstGeom>
          </p:spPr>
        </p:pic>
        <p:pic>
          <p:nvPicPr>
            <p:cNvPr id="51" name="圖片 5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B831F84-6A89-31A9-CF95-C4EF88624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01020" y="1639847"/>
              <a:ext cx="1157461" cy="830998"/>
            </a:xfrm>
            <a:prstGeom prst="rect">
              <a:avLst/>
            </a:prstGeom>
          </p:spPr>
        </p:pic>
        <p:pic>
          <p:nvPicPr>
            <p:cNvPr id="52" name="圖片 51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38AFB21-39D6-2EFE-7B13-F6194F0CF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79750" y="1648904"/>
              <a:ext cx="1157461" cy="830998"/>
            </a:xfrm>
            <a:prstGeom prst="rect">
              <a:avLst/>
            </a:prstGeom>
          </p:spPr>
        </p:pic>
      </p:grp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/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88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 L -0.0276 0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 L -0.0276 0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 L 8.33333E-7 0.25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0 L -0.02761 0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 L 6.25E-7 0.25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44444E-6 L -0.02761 -4.44444E-6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44444E-6 L 2.08333E-7 0.25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48" grpId="0" animBg="1"/>
      <p:bldP spid="48" grpId="1" animBg="1"/>
      <p:bldP spid="49" grpId="0" animBg="1"/>
      <p:bldP spid="60" grpId="0" animBg="1"/>
      <p:bldP spid="60" grpId="1" animBg="1"/>
      <p:bldP spid="61" grpId="0" animBg="1"/>
      <p:bldP spid="61" grpId="1" animBg="1"/>
      <p:bldP spid="62" grpId="0" animBg="1"/>
      <p:bldP spid="63" grpId="0" animBg="1"/>
      <p:bldP spid="63" grpId="1" animBg="1"/>
      <p:bldP spid="64" grpId="0" animBg="1"/>
      <p:bldP spid="64" grpId="1" animBg="1"/>
      <p:bldP spid="65" grpId="0" animBg="1"/>
      <p:bldP spid="66" grpId="0" animBg="1"/>
      <p:bldP spid="66" grpId="1" animBg="1"/>
      <p:bldP spid="67" grpId="0" animBg="1"/>
      <p:bldP spid="67" grpId="1" animBg="1"/>
      <p:bldP spid="68" grpId="0" animBg="1"/>
      <p:bldP spid="55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/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/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pic>
        <p:nvPicPr>
          <p:cNvPr id="3" name="Image 197">
            <a:extLst>
              <a:ext uri="{FF2B5EF4-FFF2-40B4-BE49-F238E27FC236}">
                <a16:creationId xmlns:a16="http://schemas.microsoft.com/office/drawing/2014/main" id="{EF655378-B52F-DB19-C68D-952650069AB6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16486" y="1242476"/>
            <a:ext cx="7470275" cy="456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11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/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/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Chains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A960714-D4A5-ACB9-21A7-23CE0E348695}"/>
              </a:ext>
            </a:extLst>
          </p:cNvPr>
          <p:cNvSpPr/>
          <p:nvPr/>
        </p:nvSpPr>
        <p:spPr>
          <a:xfrm>
            <a:off x="2187805" y="177869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DA13D0F4-78EE-2512-8047-DE5DB89BF633}"/>
              </a:ext>
            </a:extLst>
          </p:cNvPr>
          <p:cNvSpPr/>
          <p:nvPr/>
        </p:nvSpPr>
        <p:spPr>
          <a:xfrm>
            <a:off x="2782967" y="177869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D46C6EA0-87F9-167D-9C8F-861CC895DDAA}"/>
              </a:ext>
            </a:extLst>
          </p:cNvPr>
          <p:cNvSpPr/>
          <p:nvPr/>
        </p:nvSpPr>
        <p:spPr>
          <a:xfrm>
            <a:off x="3378129" y="178811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B2F7B0D-6AFC-7928-D56C-B5016FA2EDD0}"/>
              </a:ext>
            </a:extLst>
          </p:cNvPr>
          <p:cNvSpPr/>
          <p:nvPr/>
        </p:nvSpPr>
        <p:spPr>
          <a:xfrm>
            <a:off x="4041090" y="18043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512C0805-1A75-3F9B-3A2B-F01AAC21A0BA}"/>
              </a:ext>
            </a:extLst>
          </p:cNvPr>
          <p:cNvSpPr/>
          <p:nvPr/>
        </p:nvSpPr>
        <p:spPr>
          <a:xfrm>
            <a:off x="4646228" y="182513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89C831E-09AA-88AE-3F16-732359420291}"/>
              </a:ext>
            </a:extLst>
          </p:cNvPr>
          <p:cNvSpPr/>
          <p:nvPr/>
        </p:nvSpPr>
        <p:spPr>
          <a:xfrm>
            <a:off x="5263732" y="184594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153F25C2-D120-3AEE-350E-590D88164406}"/>
              </a:ext>
            </a:extLst>
          </p:cNvPr>
          <p:cNvSpPr/>
          <p:nvPr/>
        </p:nvSpPr>
        <p:spPr>
          <a:xfrm>
            <a:off x="5914327" y="186674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73D32B9-4761-9133-EC84-433E4C6C7FC4}"/>
              </a:ext>
            </a:extLst>
          </p:cNvPr>
          <p:cNvSpPr/>
          <p:nvPr/>
        </p:nvSpPr>
        <p:spPr>
          <a:xfrm>
            <a:off x="6554173" y="190680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A761DF10-9318-62F1-DC1A-4744DBDDEDCD}"/>
              </a:ext>
            </a:extLst>
          </p:cNvPr>
          <p:cNvSpPr/>
          <p:nvPr/>
        </p:nvSpPr>
        <p:spPr>
          <a:xfrm>
            <a:off x="7204768" y="194159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F329F012-FB5B-EA5F-0AB6-030ADF1AFE55}"/>
              </a:ext>
            </a:extLst>
          </p:cNvPr>
          <p:cNvSpPr/>
          <p:nvPr/>
        </p:nvSpPr>
        <p:spPr>
          <a:xfrm>
            <a:off x="7822272" y="186674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3CD81D75-E161-9F07-6205-66B0F6E864DD}"/>
              </a:ext>
            </a:extLst>
          </p:cNvPr>
          <p:cNvSpPr/>
          <p:nvPr/>
        </p:nvSpPr>
        <p:spPr>
          <a:xfrm>
            <a:off x="8417434" y="194159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9AD1D1D1-F81E-B109-2473-538174BEBAFF}"/>
              </a:ext>
            </a:extLst>
          </p:cNvPr>
          <p:cNvSpPr/>
          <p:nvPr/>
        </p:nvSpPr>
        <p:spPr>
          <a:xfrm>
            <a:off x="9037679" y="1971978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A22B1B89-38C1-2B8F-EED7-9E6B9E9483AC}"/>
              </a:ext>
            </a:extLst>
          </p:cNvPr>
          <p:cNvSpPr txBox="1"/>
          <p:nvPr/>
        </p:nvSpPr>
        <p:spPr>
          <a:xfrm>
            <a:off x="6890641" y="1154220"/>
            <a:ext cx="4049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latin typeface="Roboto Black" panose="02000000000000000000" pitchFamily="2" charset="0"/>
                <a:ea typeface="Roboto Black" panose="02000000000000000000" pitchFamily="2" charset="0"/>
              </a:rPr>
              <a:t>Polypeptide chain 1</a:t>
            </a:r>
            <a:endParaRPr lang="zh-HK" altLang="en-US" sz="2400" dirty="0">
              <a:latin typeface="Roboto Black" panose="02000000000000000000" pitchFamily="2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D8B081C-7734-F011-68A4-3A894DE80533}"/>
              </a:ext>
            </a:extLst>
          </p:cNvPr>
          <p:cNvSpPr/>
          <p:nvPr/>
        </p:nvSpPr>
        <p:spPr>
          <a:xfrm>
            <a:off x="2187804" y="377388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DF73CEFA-A573-B32C-36EC-957A66DB73D9}"/>
              </a:ext>
            </a:extLst>
          </p:cNvPr>
          <p:cNvSpPr txBox="1"/>
          <p:nvPr/>
        </p:nvSpPr>
        <p:spPr>
          <a:xfrm>
            <a:off x="6890641" y="4954590"/>
            <a:ext cx="4049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latin typeface="Roboto Black" panose="02000000000000000000" pitchFamily="2" charset="0"/>
                <a:ea typeface="Roboto Black" panose="02000000000000000000" pitchFamily="2" charset="0"/>
              </a:rPr>
              <a:t>Polypeptide chain 2</a:t>
            </a:r>
            <a:endParaRPr lang="zh-HK" altLang="en-US" sz="2400" dirty="0">
              <a:latin typeface="Roboto Black" panose="02000000000000000000" pitchFamily="2" charset="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7CAC98BA-1B97-4B3F-1425-279FD12A10CC}"/>
              </a:ext>
            </a:extLst>
          </p:cNvPr>
          <p:cNvSpPr/>
          <p:nvPr/>
        </p:nvSpPr>
        <p:spPr>
          <a:xfrm>
            <a:off x="2705192" y="378330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7D55FB43-5CD7-F398-ADAA-8B2E6FD6BB88}"/>
              </a:ext>
            </a:extLst>
          </p:cNvPr>
          <p:cNvSpPr/>
          <p:nvPr/>
        </p:nvSpPr>
        <p:spPr>
          <a:xfrm>
            <a:off x="3349396" y="378330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A9664C4D-73E3-F242-AA40-896E1FFFCBF6}"/>
              </a:ext>
            </a:extLst>
          </p:cNvPr>
          <p:cNvSpPr/>
          <p:nvPr/>
        </p:nvSpPr>
        <p:spPr>
          <a:xfrm>
            <a:off x="3973291" y="3802197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CE584E16-B5D7-45FD-CDF1-D1CB614D6A0A}"/>
              </a:ext>
            </a:extLst>
          </p:cNvPr>
          <p:cNvSpPr/>
          <p:nvPr/>
        </p:nvSpPr>
        <p:spPr>
          <a:xfrm>
            <a:off x="4602564" y="3781390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6E18850E-8AFD-1C2A-1898-E6629CBA9696}"/>
              </a:ext>
            </a:extLst>
          </p:cNvPr>
          <p:cNvSpPr/>
          <p:nvPr/>
        </p:nvSpPr>
        <p:spPr>
          <a:xfrm>
            <a:off x="5194007" y="38021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4187B5F3-DD2C-29F5-4F15-74D935F3A668}"/>
              </a:ext>
            </a:extLst>
          </p:cNvPr>
          <p:cNvSpPr/>
          <p:nvPr/>
        </p:nvSpPr>
        <p:spPr>
          <a:xfrm>
            <a:off x="5759531" y="380219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D92DAF89-BF05-D333-8B6B-916476BCF52B}"/>
              </a:ext>
            </a:extLst>
          </p:cNvPr>
          <p:cNvSpPr/>
          <p:nvPr/>
        </p:nvSpPr>
        <p:spPr>
          <a:xfrm>
            <a:off x="6325058" y="381940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853B7D71-F260-1AEA-E1CD-F738F85D601C}"/>
              </a:ext>
            </a:extLst>
          </p:cNvPr>
          <p:cNvSpPr/>
          <p:nvPr/>
        </p:nvSpPr>
        <p:spPr>
          <a:xfrm>
            <a:off x="6954331" y="385419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80A591C-ED9D-F361-4076-BDF4D0DC3143}"/>
              </a:ext>
            </a:extLst>
          </p:cNvPr>
          <p:cNvSpPr/>
          <p:nvPr/>
        </p:nvSpPr>
        <p:spPr>
          <a:xfrm>
            <a:off x="7563522" y="38925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8F0DED6B-9003-A966-45F6-A7E0A8ABEE87}"/>
              </a:ext>
            </a:extLst>
          </p:cNvPr>
          <p:cNvSpPr/>
          <p:nvPr/>
        </p:nvSpPr>
        <p:spPr>
          <a:xfrm>
            <a:off x="8129542" y="38925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CE6D3890-B2C2-A54F-AE44-28F15D8E24AB}"/>
              </a:ext>
            </a:extLst>
          </p:cNvPr>
          <p:cNvSpPr/>
          <p:nvPr/>
        </p:nvSpPr>
        <p:spPr>
          <a:xfrm>
            <a:off x="9601495" y="197197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E2CA51AD-7B34-8A66-4331-200D056FC93F}"/>
              </a:ext>
            </a:extLst>
          </p:cNvPr>
          <p:cNvSpPr/>
          <p:nvPr/>
        </p:nvSpPr>
        <p:spPr>
          <a:xfrm>
            <a:off x="10156228" y="202270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D060ADE6-471B-51E6-96C8-15BA63825345}"/>
              </a:ext>
            </a:extLst>
          </p:cNvPr>
          <p:cNvGrpSpPr/>
          <p:nvPr/>
        </p:nvGrpSpPr>
        <p:grpSpPr>
          <a:xfrm>
            <a:off x="3517629" y="2747671"/>
            <a:ext cx="8491529" cy="1953907"/>
            <a:chOff x="3517629" y="2747671"/>
            <a:chExt cx="8491529" cy="1953907"/>
          </a:xfrm>
        </p:grpSpPr>
        <p:sp>
          <p:nvSpPr>
            <p:cNvPr id="91" name="箭號: 上-下雙向 90">
              <a:extLst>
                <a:ext uri="{FF2B5EF4-FFF2-40B4-BE49-F238E27FC236}">
                  <a16:creationId xmlns:a16="http://schemas.microsoft.com/office/drawing/2014/main" id="{A453539D-544D-2753-B977-475C3A7EE9D2}"/>
                </a:ext>
              </a:extLst>
            </p:cNvPr>
            <p:cNvSpPr/>
            <p:nvPr/>
          </p:nvSpPr>
          <p:spPr>
            <a:xfrm>
              <a:off x="3517629" y="2748489"/>
              <a:ext cx="336469" cy="83685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2" name="箭號: 上-下雙向 91">
              <a:extLst>
                <a:ext uri="{FF2B5EF4-FFF2-40B4-BE49-F238E27FC236}">
                  <a16:creationId xmlns:a16="http://schemas.microsoft.com/office/drawing/2014/main" id="{491F24FC-88F1-2D09-312F-82A5A380B291}"/>
                </a:ext>
              </a:extLst>
            </p:cNvPr>
            <p:cNvSpPr/>
            <p:nvPr/>
          </p:nvSpPr>
          <p:spPr>
            <a:xfrm>
              <a:off x="4714027" y="2747672"/>
              <a:ext cx="336469" cy="83685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3" name="箭號: 上-下雙向 92">
              <a:extLst>
                <a:ext uri="{FF2B5EF4-FFF2-40B4-BE49-F238E27FC236}">
                  <a16:creationId xmlns:a16="http://schemas.microsoft.com/office/drawing/2014/main" id="{4213FFAF-1FFD-A569-7AEB-538F75463D5F}"/>
                </a:ext>
              </a:extLst>
            </p:cNvPr>
            <p:cNvSpPr/>
            <p:nvPr/>
          </p:nvSpPr>
          <p:spPr>
            <a:xfrm>
              <a:off x="5910425" y="2747671"/>
              <a:ext cx="336469" cy="83685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4" name="箭號: 上-下雙向 93">
              <a:extLst>
                <a:ext uri="{FF2B5EF4-FFF2-40B4-BE49-F238E27FC236}">
                  <a16:creationId xmlns:a16="http://schemas.microsoft.com/office/drawing/2014/main" id="{CCEC94FC-F6D5-15B7-F288-422D918ACDE0}"/>
                </a:ext>
              </a:extLst>
            </p:cNvPr>
            <p:cNvSpPr/>
            <p:nvPr/>
          </p:nvSpPr>
          <p:spPr>
            <a:xfrm>
              <a:off x="6894634" y="2765919"/>
              <a:ext cx="336469" cy="83685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F225EF9E-FB9D-AA21-A13F-E1E90FA50DA8}"/>
                </a:ext>
              </a:extLst>
            </p:cNvPr>
            <p:cNvSpPr txBox="1"/>
            <p:nvPr/>
          </p:nvSpPr>
          <p:spPr>
            <a:xfrm>
              <a:off x="7408935" y="2998036"/>
              <a:ext cx="27870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000" dirty="0">
                  <a:solidFill>
                    <a:srgbClr val="FF000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Hydrogen bonds</a:t>
              </a:r>
              <a:endParaRPr lang="zh-HK" altLang="en-US" sz="2000" dirty="0">
                <a:solidFill>
                  <a:srgbClr val="FF0000"/>
                </a:solidFill>
                <a:latin typeface="Roboto Black" panose="02000000000000000000" pitchFamily="2" charset="0"/>
              </a:endParaRPr>
            </a:p>
          </p:txBody>
        </p:sp>
        <p:pic>
          <p:nvPicPr>
            <p:cNvPr id="96" name="Image 216">
              <a:extLst>
                <a:ext uri="{FF2B5EF4-FFF2-40B4-BE49-F238E27FC236}">
                  <a16:creationId xmlns:a16="http://schemas.microsoft.com/office/drawing/2014/main" id="{93FB61D6-5A57-4B85-2211-7F00BDDDCA2E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07480" y="3467085"/>
              <a:ext cx="3101678" cy="12344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5351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/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/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Chains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A960714-D4A5-ACB9-21A7-23CE0E348695}"/>
              </a:ext>
            </a:extLst>
          </p:cNvPr>
          <p:cNvSpPr/>
          <p:nvPr/>
        </p:nvSpPr>
        <p:spPr>
          <a:xfrm>
            <a:off x="3574507" y="382318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DA13D0F4-78EE-2512-8047-DE5DB89BF633}"/>
              </a:ext>
            </a:extLst>
          </p:cNvPr>
          <p:cNvSpPr/>
          <p:nvPr/>
        </p:nvSpPr>
        <p:spPr>
          <a:xfrm>
            <a:off x="4119529" y="360700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D46C6EA0-87F9-167D-9C8F-861CC895DDAA}"/>
              </a:ext>
            </a:extLst>
          </p:cNvPr>
          <p:cNvSpPr/>
          <p:nvPr/>
        </p:nvSpPr>
        <p:spPr>
          <a:xfrm>
            <a:off x="4658542" y="348192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B2F7B0D-6AFC-7928-D56C-B5016FA2EDD0}"/>
              </a:ext>
            </a:extLst>
          </p:cNvPr>
          <p:cNvSpPr/>
          <p:nvPr/>
        </p:nvSpPr>
        <p:spPr>
          <a:xfrm>
            <a:off x="4887125" y="301884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512C0805-1A75-3F9B-3A2B-F01AAC21A0BA}"/>
              </a:ext>
            </a:extLst>
          </p:cNvPr>
          <p:cNvSpPr/>
          <p:nvPr/>
        </p:nvSpPr>
        <p:spPr>
          <a:xfrm>
            <a:off x="4609109" y="257648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89C831E-09AA-88AE-3F16-732359420291}"/>
              </a:ext>
            </a:extLst>
          </p:cNvPr>
          <p:cNvSpPr/>
          <p:nvPr/>
        </p:nvSpPr>
        <p:spPr>
          <a:xfrm>
            <a:off x="5194007" y="254928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153F25C2-D120-3AEE-350E-590D88164406}"/>
              </a:ext>
            </a:extLst>
          </p:cNvPr>
          <p:cNvSpPr/>
          <p:nvPr/>
        </p:nvSpPr>
        <p:spPr>
          <a:xfrm>
            <a:off x="5789169" y="220337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73D32B9-4761-9133-EC84-433E4C6C7FC4}"/>
              </a:ext>
            </a:extLst>
          </p:cNvPr>
          <p:cNvSpPr/>
          <p:nvPr/>
        </p:nvSpPr>
        <p:spPr>
          <a:xfrm>
            <a:off x="5970793" y="303137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A761DF10-9318-62F1-DC1A-4744DBDDEDCD}"/>
              </a:ext>
            </a:extLst>
          </p:cNvPr>
          <p:cNvSpPr/>
          <p:nvPr/>
        </p:nvSpPr>
        <p:spPr>
          <a:xfrm>
            <a:off x="6534887" y="2909732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F329F012-FB5B-EA5F-0AB6-030ADF1AFE55}"/>
              </a:ext>
            </a:extLst>
          </p:cNvPr>
          <p:cNvSpPr/>
          <p:nvPr/>
        </p:nvSpPr>
        <p:spPr>
          <a:xfrm>
            <a:off x="6669179" y="231977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3CD81D75-E161-9F07-6205-66B0F6E864DD}"/>
              </a:ext>
            </a:extLst>
          </p:cNvPr>
          <p:cNvSpPr/>
          <p:nvPr/>
        </p:nvSpPr>
        <p:spPr>
          <a:xfrm>
            <a:off x="6384331" y="193221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9AD1D1D1-F81E-B109-2473-538174BEBAFF}"/>
              </a:ext>
            </a:extLst>
          </p:cNvPr>
          <p:cNvSpPr/>
          <p:nvPr/>
        </p:nvSpPr>
        <p:spPr>
          <a:xfrm>
            <a:off x="5835070" y="169330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D8B081C-7734-F011-68A4-3A894DE80533}"/>
              </a:ext>
            </a:extLst>
          </p:cNvPr>
          <p:cNvSpPr/>
          <p:nvPr/>
        </p:nvSpPr>
        <p:spPr>
          <a:xfrm>
            <a:off x="3986203" y="427585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7CAC98BA-1B97-4B3F-1425-279FD12A10CC}"/>
              </a:ext>
            </a:extLst>
          </p:cNvPr>
          <p:cNvSpPr/>
          <p:nvPr/>
        </p:nvSpPr>
        <p:spPr>
          <a:xfrm>
            <a:off x="4411648" y="472742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7D55FB43-5CD7-F398-ADAA-8B2E6FD6BB88}"/>
              </a:ext>
            </a:extLst>
          </p:cNvPr>
          <p:cNvSpPr/>
          <p:nvPr/>
        </p:nvSpPr>
        <p:spPr>
          <a:xfrm>
            <a:off x="4222371" y="399658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A9664C4D-73E3-F242-AA40-896E1FFFCBF6}"/>
              </a:ext>
            </a:extLst>
          </p:cNvPr>
          <p:cNvSpPr/>
          <p:nvPr/>
        </p:nvSpPr>
        <p:spPr>
          <a:xfrm>
            <a:off x="4722568" y="387734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CE584E16-B5D7-45FD-CDF1-D1CB614D6A0A}"/>
              </a:ext>
            </a:extLst>
          </p:cNvPr>
          <p:cNvSpPr/>
          <p:nvPr/>
        </p:nvSpPr>
        <p:spPr>
          <a:xfrm>
            <a:off x="5054721" y="434287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6E18850E-8AFD-1C2A-1898-E6629CBA9696}"/>
              </a:ext>
            </a:extLst>
          </p:cNvPr>
          <p:cNvSpPr/>
          <p:nvPr/>
        </p:nvSpPr>
        <p:spPr>
          <a:xfrm>
            <a:off x="5194007" y="38021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4187B5F3-DD2C-29F5-4F15-74D935F3A668}"/>
              </a:ext>
            </a:extLst>
          </p:cNvPr>
          <p:cNvSpPr/>
          <p:nvPr/>
        </p:nvSpPr>
        <p:spPr>
          <a:xfrm>
            <a:off x="5498602" y="342143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D92DAF89-BF05-D333-8B6B-916476BCF52B}"/>
              </a:ext>
            </a:extLst>
          </p:cNvPr>
          <p:cNvSpPr/>
          <p:nvPr/>
        </p:nvSpPr>
        <p:spPr>
          <a:xfrm>
            <a:off x="5241390" y="296382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853B7D71-F260-1AEA-E1CD-F738F85D601C}"/>
              </a:ext>
            </a:extLst>
          </p:cNvPr>
          <p:cNvSpPr/>
          <p:nvPr/>
        </p:nvSpPr>
        <p:spPr>
          <a:xfrm>
            <a:off x="5564476" y="251578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80A591C-ED9D-F361-4076-BDF4D0DC3143}"/>
              </a:ext>
            </a:extLst>
          </p:cNvPr>
          <p:cNvSpPr/>
          <p:nvPr/>
        </p:nvSpPr>
        <p:spPr>
          <a:xfrm>
            <a:off x="6152876" y="259352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8F0DED6B-9003-A966-45F6-A7E0A8ABEE87}"/>
              </a:ext>
            </a:extLst>
          </p:cNvPr>
          <p:cNvSpPr/>
          <p:nvPr/>
        </p:nvSpPr>
        <p:spPr>
          <a:xfrm>
            <a:off x="6228005" y="318089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CE6D3890-B2C2-A54F-AE44-28F15D8E24AB}"/>
              </a:ext>
            </a:extLst>
          </p:cNvPr>
          <p:cNvSpPr/>
          <p:nvPr/>
        </p:nvSpPr>
        <p:spPr>
          <a:xfrm>
            <a:off x="5349164" y="1875152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E2CA51AD-7B34-8A66-4331-200D056FC93F}"/>
              </a:ext>
            </a:extLst>
          </p:cNvPr>
          <p:cNvSpPr/>
          <p:nvPr/>
        </p:nvSpPr>
        <p:spPr>
          <a:xfrm>
            <a:off x="4748117" y="198511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EC3664-2E0F-839A-6CB4-C7F6E9BA42F7}"/>
              </a:ext>
            </a:extLst>
          </p:cNvPr>
          <p:cNvSpPr/>
          <p:nvPr/>
        </p:nvSpPr>
        <p:spPr>
          <a:xfrm>
            <a:off x="339504" y="5626484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Proteins </a:t>
            </a:r>
            <a:r>
              <a:rPr lang="zh-HK" altLang="en-US" sz="4400" b="1" i="0" dirty="0">
                <a:solidFill>
                  <a:srgbClr val="FF0000"/>
                </a:solidFill>
                <a:effectLst/>
                <a:latin typeface="Roboto Black" panose="02000000000000000000" pitchFamily="2" charset="0"/>
              </a:rPr>
              <a:t>蛋白質</a:t>
            </a:r>
            <a:endParaRPr lang="zh-HK" altLang="en-US" sz="44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5489A63-54E9-B64E-53BC-3718841746FE}"/>
              </a:ext>
            </a:extLst>
          </p:cNvPr>
          <p:cNvSpPr txBox="1"/>
          <p:nvPr/>
        </p:nvSpPr>
        <p:spPr>
          <a:xfrm>
            <a:off x="7275444" y="3996582"/>
            <a:ext cx="43121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6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Foldings</a:t>
            </a:r>
            <a:r>
              <a:rPr lang="en-US" altLang="zh-HK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give rise to </a:t>
            </a:r>
            <a:r>
              <a:rPr lang="en-US" altLang="zh-HK" sz="3600" b="1" dirty="0"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3D conformation </a:t>
            </a:r>
            <a:endParaRPr lang="zh-HK" altLang="en-US" sz="3600" b="1" dirty="0">
              <a:highlight>
                <a:srgbClr val="FFFF00"/>
              </a:highlight>
              <a:latin typeface="Roboto Black" panose="02000000000000000000" pitchFamily="2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B1F4D33-DD48-4DC9-11EC-2B4C9C2F3186}"/>
              </a:ext>
            </a:extLst>
          </p:cNvPr>
          <p:cNvGrpSpPr/>
          <p:nvPr/>
        </p:nvGrpSpPr>
        <p:grpSpPr>
          <a:xfrm>
            <a:off x="7768924" y="2305368"/>
            <a:ext cx="4312117" cy="2520071"/>
            <a:chOff x="7768924" y="2305368"/>
            <a:chExt cx="4312117" cy="2520071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C1A668C6-4B78-22F0-A253-CBC023A1F7F0}"/>
                </a:ext>
              </a:extLst>
            </p:cNvPr>
            <p:cNvSpPr txBox="1"/>
            <p:nvPr/>
          </p:nvSpPr>
          <p:spPr>
            <a:xfrm>
              <a:off x="7768924" y="3071113"/>
              <a:ext cx="4312117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600" b="1" dirty="0">
                  <a:highlight>
                    <a:srgbClr val="FFFF00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3D conformation determine protein functions </a:t>
              </a:r>
              <a:endParaRPr lang="zh-HK" altLang="en-US" sz="3600" b="1" dirty="0">
                <a:highlight>
                  <a:srgbClr val="FFFF00"/>
                </a:highlight>
                <a:latin typeface="Roboto Black" panose="02000000000000000000" pitchFamily="2" charset="0"/>
              </a:endParaRPr>
            </a:p>
          </p:txBody>
        </p:sp>
        <p:sp>
          <p:nvSpPr>
            <p:cNvPr id="9" name="箭號: 向下 8">
              <a:extLst>
                <a:ext uri="{FF2B5EF4-FFF2-40B4-BE49-F238E27FC236}">
                  <a16:creationId xmlns:a16="http://schemas.microsoft.com/office/drawing/2014/main" id="{2DD9A34D-DAD9-B4F3-34EE-AEC59CCFAC02}"/>
                </a:ext>
              </a:extLst>
            </p:cNvPr>
            <p:cNvSpPr/>
            <p:nvPr/>
          </p:nvSpPr>
          <p:spPr>
            <a:xfrm>
              <a:off x="8976298" y="2305368"/>
              <a:ext cx="1341984" cy="591366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E5E1675E-90E5-3768-5A35-CFFF72BA0E4F}"/>
              </a:ext>
            </a:extLst>
          </p:cNvPr>
          <p:cNvSpPr/>
          <p:nvPr/>
        </p:nvSpPr>
        <p:spPr>
          <a:xfrm>
            <a:off x="3998779" y="2349500"/>
            <a:ext cx="3344996" cy="3048008"/>
          </a:xfrm>
          <a:custGeom>
            <a:avLst/>
            <a:gdLst>
              <a:gd name="connsiteX0" fmla="*/ 1259021 w 3344996"/>
              <a:gd name="connsiteY0" fmla="*/ 1047750 h 3048008"/>
              <a:gd name="connsiteX1" fmla="*/ 1259021 w 3344996"/>
              <a:gd name="connsiteY1" fmla="*/ 1047750 h 3048008"/>
              <a:gd name="connsiteX2" fmla="*/ 1351096 w 3344996"/>
              <a:gd name="connsiteY2" fmla="*/ 1057275 h 3048008"/>
              <a:gd name="connsiteX3" fmla="*/ 1401896 w 3344996"/>
              <a:gd name="connsiteY3" fmla="*/ 1050925 h 3048008"/>
              <a:gd name="connsiteX4" fmla="*/ 1424121 w 3344996"/>
              <a:gd name="connsiteY4" fmla="*/ 1041400 h 3048008"/>
              <a:gd name="connsiteX5" fmla="*/ 1452696 w 3344996"/>
              <a:gd name="connsiteY5" fmla="*/ 1038225 h 3048008"/>
              <a:gd name="connsiteX6" fmla="*/ 1535246 w 3344996"/>
              <a:gd name="connsiteY6" fmla="*/ 987425 h 3048008"/>
              <a:gd name="connsiteX7" fmla="*/ 1595571 w 3344996"/>
              <a:gd name="connsiteY7" fmla="*/ 955675 h 3048008"/>
              <a:gd name="connsiteX8" fmla="*/ 1636846 w 3344996"/>
              <a:gd name="connsiteY8" fmla="*/ 914400 h 3048008"/>
              <a:gd name="connsiteX9" fmla="*/ 1655896 w 3344996"/>
              <a:gd name="connsiteY9" fmla="*/ 895350 h 3048008"/>
              <a:gd name="connsiteX10" fmla="*/ 1674946 w 3344996"/>
              <a:gd name="connsiteY10" fmla="*/ 873125 h 3048008"/>
              <a:gd name="connsiteX11" fmla="*/ 1693996 w 3344996"/>
              <a:gd name="connsiteY11" fmla="*/ 857250 h 3048008"/>
              <a:gd name="connsiteX12" fmla="*/ 1713046 w 3344996"/>
              <a:gd name="connsiteY12" fmla="*/ 828675 h 3048008"/>
              <a:gd name="connsiteX13" fmla="*/ 1722571 w 3344996"/>
              <a:gd name="connsiteY13" fmla="*/ 812800 h 3048008"/>
              <a:gd name="connsiteX14" fmla="*/ 1728921 w 3344996"/>
              <a:gd name="connsiteY14" fmla="*/ 803275 h 3048008"/>
              <a:gd name="connsiteX15" fmla="*/ 1722571 w 3344996"/>
              <a:gd name="connsiteY15" fmla="*/ 793750 h 3048008"/>
              <a:gd name="connsiteX16" fmla="*/ 1716221 w 3344996"/>
              <a:gd name="connsiteY16" fmla="*/ 774700 h 3048008"/>
              <a:gd name="connsiteX17" fmla="*/ 1722571 w 3344996"/>
              <a:gd name="connsiteY17" fmla="*/ 752475 h 3048008"/>
              <a:gd name="connsiteX18" fmla="*/ 1725746 w 3344996"/>
              <a:gd name="connsiteY18" fmla="*/ 730250 h 3048008"/>
              <a:gd name="connsiteX19" fmla="*/ 1732096 w 3344996"/>
              <a:gd name="connsiteY19" fmla="*/ 714375 h 3048008"/>
              <a:gd name="connsiteX20" fmla="*/ 1735271 w 3344996"/>
              <a:gd name="connsiteY20" fmla="*/ 695325 h 3048008"/>
              <a:gd name="connsiteX21" fmla="*/ 1757496 w 3344996"/>
              <a:gd name="connsiteY21" fmla="*/ 650875 h 3048008"/>
              <a:gd name="connsiteX22" fmla="*/ 1789246 w 3344996"/>
              <a:gd name="connsiteY22" fmla="*/ 606425 h 3048008"/>
              <a:gd name="connsiteX23" fmla="*/ 1830521 w 3344996"/>
              <a:gd name="connsiteY23" fmla="*/ 565150 h 3048008"/>
              <a:gd name="connsiteX24" fmla="*/ 1897196 w 3344996"/>
              <a:gd name="connsiteY24" fmla="*/ 527050 h 3048008"/>
              <a:gd name="connsiteX25" fmla="*/ 1935296 w 3344996"/>
              <a:gd name="connsiteY25" fmla="*/ 501650 h 3048008"/>
              <a:gd name="connsiteX26" fmla="*/ 1963871 w 3344996"/>
              <a:gd name="connsiteY26" fmla="*/ 488950 h 3048008"/>
              <a:gd name="connsiteX27" fmla="*/ 2036896 w 3344996"/>
              <a:gd name="connsiteY27" fmla="*/ 441325 h 3048008"/>
              <a:gd name="connsiteX28" fmla="*/ 2078171 w 3344996"/>
              <a:gd name="connsiteY28" fmla="*/ 428625 h 3048008"/>
              <a:gd name="connsiteX29" fmla="*/ 2135321 w 3344996"/>
              <a:gd name="connsiteY29" fmla="*/ 415925 h 3048008"/>
              <a:gd name="connsiteX30" fmla="*/ 2179771 w 3344996"/>
              <a:gd name="connsiteY30" fmla="*/ 409575 h 3048008"/>
              <a:gd name="connsiteX31" fmla="*/ 2211521 w 3344996"/>
              <a:gd name="connsiteY31" fmla="*/ 403225 h 3048008"/>
              <a:gd name="connsiteX32" fmla="*/ 2294071 w 3344996"/>
              <a:gd name="connsiteY32" fmla="*/ 406400 h 3048008"/>
              <a:gd name="connsiteX33" fmla="*/ 2360746 w 3344996"/>
              <a:gd name="connsiteY33" fmla="*/ 406400 h 3048008"/>
              <a:gd name="connsiteX34" fmla="*/ 2386146 w 3344996"/>
              <a:gd name="connsiteY34" fmla="*/ 403225 h 3048008"/>
              <a:gd name="connsiteX35" fmla="*/ 2443296 w 3344996"/>
              <a:gd name="connsiteY35" fmla="*/ 396875 h 3048008"/>
              <a:gd name="connsiteX36" fmla="*/ 2490921 w 3344996"/>
              <a:gd name="connsiteY36" fmla="*/ 387350 h 3048008"/>
              <a:gd name="connsiteX37" fmla="*/ 2513146 w 3344996"/>
              <a:gd name="connsiteY37" fmla="*/ 377825 h 3048008"/>
              <a:gd name="connsiteX38" fmla="*/ 2544896 w 3344996"/>
              <a:gd name="connsiteY38" fmla="*/ 371475 h 3048008"/>
              <a:gd name="connsiteX39" fmla="*/ 2582996 w 3344996"/>
              <a:gd name="connsiteY39" fmla="*/ 352425 h 3048008"/>
              <a:gd name="connsiteX40" fmla="*/ 2598871 w 3344996"/>
              <a:gd name="connsiteY40" fmla="*/ 346075 h 3048008"/>
              <a:gd name="connsiteX41" fmla="*/ 2630621 w 3344996"/>
              <a:gd name="connsiteY41" fmla="*/ 333375 h 3048008"/>
              <a:gd name="connsiteX42" fmla="*/ 2640146 w 3344996"/>
              <a:gd name="connsiteY42" fmla="*/ 327025 h 3048008"/>
              <a:gd name="connsiteX43" fmla="*/ 2652846 w 3344996"/>
              <a:gd name="connsiteY43" fmla="*/ 323850 h 3048008"/>
              <a:gd name="connsiteX44" fmla="*/ 2662371 w 3344996"/>
              <a:gd name="connsiteY44" fmla="*/ 320675 h 3048008"/>
              <a:gd name="connsiteX45" fmla="*/ 2675071 w 3344996"/>
              <a:gd name="connsiteY45" fmla="*/ 311150 h 3048008"/>
              <a:gd name="connsiteX46" fmla="*/ 2684596 w 3344996"/>
              <a:gd name="connsiteY46" fmla="*/ 301625 h 3048008"/>
              <a:gd name="connsiteX47" fmla="*/ 2694121 w 3344996"/>
              <a:gd name="connsiteY47" fmla="*/ 295275 h 3048008"/>
              <a:gd name="connsiteX48" fmla="*/ 2719521 w 3344996"/>
              <a:gd name="connsiteY48" fmla="*/ 276225 h 3048008"/>
              <a:gd name="connsiteX49" fmla="*/ 2729046 w 3344996"/>
              <a:gd name="connsiteY49" fmla="*/ 279400 h 3048008"/>
              <a:gd name="connsiteX50" fmla="*/ 2792546 w 3344996"/>
              <a:gd name="connsiteY50" fmla="*/ 260350 h 3048008"/>
              <a:gd name="connsiteX51" fmla="*/ 2830646 w 3344996"/>
              <a:gd name="connsiteY51" fmla="*/ 247650 h 3048008"/>
              <a:gd name="connsiteX52" fmla="*/ 2849696 w 3344996"/>
              <a:gd name="connsiteY52" fmla="*/ 241300 h 3048008"/>
              <a:gd name="connsiteX53" fmla="*/ 2865571 w 3344996"/>
              <a:gd name="connsiteY53" fmla="*/ 234950 h 3048008"/>
              <a:gd name="connsiteX54" fmla="*/ 2875096 w 3344996"/>
              <a:gd name="connsiteY54" fmla="*/ 231775 h 3048008"/>
              <a:gd name="connsiteX55" fmla="*/ 2887796 w 3344996"/>
              <a:gd name="connsiteY55" fmla="*/ 225425 h 3048008"/>
              <a:gd name="connsiteX56" fmla="*/ 2913196 w 3344996"/>
              <a:gd name="connsiteY56" fmla="*/ 215900 h 3048008"/>
              <a:gd name="connsiteX57" fmla="*/ 2932246 w 3344996"/>
              <a:gd name="connsiteY57" fmla="*/ 200025 h 3048008"/>
              <a:gd name="connsiteX58" fmla="*/ 2957646 w 3344996"/>
              <a:gd name="connsiteY58" fmla="*/ 180975 h 3048008"/>
              <a:gd name="connsiteX59" fmla="*/ 2967171 w 3344996"/>
              <a:gd name="connsiteY59" fmla="*/ 174625 h 3048008"/>
              <a:gd name="connsiteX60" fmla="*/ 2992571 w 3344996"/>
              <a:gd name="connsiteY60" fmla="*/ 146050 h 3048008"/>
              <a:gd name="connsiteX61" fmla="*/ 3002096 w 3344996"/>
              <a:gd name="connsiteY61" fmla="*/ 139700 h 3048008"/>
              <a:gd name="connsiteX62" fmla="*/ 3011621 w 3344996"/>
              <a:gd name="connsiteY62" fmla="*/ 120650 h 3048008"/>
              <a:gd name="connsiteX63" fmla="*/ 3021146 w 3344996"/>
              <a:gd name="connsiteY63" fmla="*/ 114300 h 3048008"/>
              <a:gd name="connsiteX64" fmla="*/ 3027496 w 3344996"/>
              <a:gd name="connsiteY64" fmla="*/ 98425 h 3048008"/>
              <a:gd name="connsiteX65" fmla="*/ 3033846 w 3344996"/>
              <a:gd name="connsiteY65" fmla="*/ 85725 h 3048008"/>
              <a:gd name="connsiteX66" fmla="*/ 3040196 w 3344996"/>
              <a:gd name="connsiteY66" fmla="*/ 66675 h 3048008"/>
              <a:gd name="connsiteX67" fmla="*/ 3065596 w 3344996"/>
              <a:gd name="connsiteY67" fmla="*/ 31750 h 3048008"/>
              <a:gd name="connsiteX68" fmla="*/ 3071946 w 3344996"/>
              <a:gd name="connsiteY68" fmla="*/ 15875 h 3048008"/>
              <a:gd name="connsiteX69" fmla="*/ 3113221 w 3344996"/>
              <a:gd name="connsiteY69" fmla="*/ 0 h 3048008"/>
              <a:gd name="connsiteX70" fmla="*/ 3122746 w 3344996"/>
              <a:gd name="connsiteY70" fmla="*/ 3175 h 3048008"/>
              <a:gd name="connsiteX71" fmla="*/ 3135446 w 3344996"/>
              <a:gd name="connsiteY71" fmla="*/ 6350 h 3048008"/>
              <a:gd name="connsiteX72" fmla="*/ 3170371 w 3344996"/>
              <a:gd name="connsiteY72" fmla="*/ 25400 h 3048008"/>
              <a:gd name="connsiteX73" fmla="*/ 3183071 w 3344996"/>
              <a:gd name="connsiteY73" fmla="*/ 31750 h 3048008"/>
              <a:gd name="connsiteX74" fmla="*/ 3192596 w 3344996"/>
              <a:gd name="connsiteY74" fmla="*/ 34925 h 3048008"/>
              <a:gd name="connsiteX75" fmla="*/ 3202121 w 3344996"/>
              <a:gd name="connsiteY75" fmla="*/ 41275 h 3048008"/>
              <a:gd name="connsiteX76" fmla="*/ 3208471 w 3344996"/>
              <a:gd name="connsiteY76" fmla="*/ 50800 h 3048008"/>
              <a:gd name="connsiteX77" fmla="*/ 3211646 w 3344996"/>
              <a:gd name="connsiteY77" fmla="*/ 60325 h 3048008"/>
              <a:gd name="connsiteX78" fmla="*/ 3221171 w 3344996"/>
              <a:gd name="connsiteY78" fmla="*/ 66675 h 3048008"/>
              <a:gd name="connsiteX79" fmla="*/ 3233871 w 3344996"/>
              <a:gd name="connsiteY79" fmla="*/ 82550 h 3048008"/>
              <a:gd name="connsiteX80" fmla="*/ 3252921 w 3344996"/>
              <a:gd name="connsiteY80" fmla="*/ 101600 h 3048008"/>
              <a:gd name="connsiteX81" fmla="*/ 3265621 w 3344996"/>
              <a:gd name="connsiteY81" fmla="*/ 123825 h 3048008"/>
              <a:gd name="connsiteX82" fmla="*/ 3284671 w 3344996"/>
              <a:gd name="connsiteY82" fmla="*/ 146050 h 3048008"/>
              <a:gd name="connsiteX83" fmla="*/ 3297371 w 3344996"/>
              <a:gd name="connsiteY83" fmla="*/ 168275 h 3048008"/>
              <a:gd name="connsiteX84" fmla="*/ 3300546 w 3344996"/>
              <a:gd name="connsiteY84" fmla="*/ 177800 h 3048008"/>
              <a:gd name="connsiteX85" fmla="*/ 3313246 w 3344996"/>
              <a:gd name="connsiteY85" fmla="*/ 206375 h 3048008"/>
              <a:gd name="connsiteX86" fmla="*/ 3319596 w 3344996"/>
              <a:gd name="connsiteY86" fmla="*/ 225425 h 3048008"/>
              <a:gd name="connsiteX87" fmla="*/ 3329121 w 3344996"/>
              <a:gd name="connsiteY87" fmla="*/ 244475 h 3048008"/>
              <a:gd name="connsiteX88" fmla="*/ 3332296 w 3344996"/>
              <a:gd name="connsiteY88" fmla="*/ 257175 h 3048008"/>
              <a:gd name="connsiteX89" fmla="*/ 3338646 w 3344996"/>
              <a:gd name="connsiteY89" fmla="*/ 279400 h 3048008"/>
              <a:gd name="connsiteX90" fmla="*/ 3344996 w 3344996"/>
              <a:gd name="connsiteY90" fmla="*/ 311150 h 3048008"/>
              <a:gd name="connsiteX91" fmla="*/ 3335471 w 3344996"/>
              <a:gd name="connsiteY91" fmla="*/ 387350 h 3048008"/>
              <a:gd name="connsiteX92" fmla="*/ 3319596 w 3344996"/>
              <a:gd name="connsiteY92" fmla="*/ 425450 h 3048008"/>
              <a:gd name="connsiteX93" fmla="*/ 3303721 w 3344996"/>
              <a:gd name="connsiteY93" fmla="*/ 479425 h 3048008"/>
              <a:gd name="connsiteX94" fmla="*/ 3271971 w 3344996"/>
              <a:gd name="connsiteY94" fmla="*/ 523875 h 3048008"/>
              <a:gd name="connsiteX95" fmla="*/ 3262446 w 3344996"/>
              <a:gd name="connsiteY95" fmla="*/ 536575 h 3048008"/>
              <a:gd name="connsiteX96" fmla="*/ 3243396 w 3344996"/>
              <a:gd name="connsiteY96" fmla="*/ 549275 h 3048008"/>
              <a:gd name="connsiteX97" fmla="*/ 3230696 w 3344996"/>
              <a:gd name="connsiteY97" fmla="*/ 561975 h 3048008"/>
              <a:gd name="connsiteX98" fmla="*/ 3214821 w 3344996"/>
              <a:gd name="connsiteY98" fmla="*/ 574675 h 3048008"/>
              <a:gd name="connsiteX99" fmla="*/ 3205296 w 3344996"/>
              <a:gd name="connsiteY99" fmla="*/ 584200 h 3048008"/>
              <a:gd name="connsiteX100" fmla="*/ 3189421 w 3344996"/>
              <a:gd name="connsiteY100" fmla="*/ 593725 h 3048008"/>
              <a:gd name="connsiteX101" fmla="*/ 3176721 w 3344996"/>
              <a:gd name="connsiteY101" fmla="*/ 603250 h 3048008"/>
              <a:gd name="connsiteX102" fmla="*/ 3167196 w 3344996"/>
              <a:gd name="connsiteY102" fmla="*/ 609600 h 3048008"/>
              <a:gd name="connsiteX103" fmla="*/ 3160846 w 3344996"/>
              <a:gd name="connsiteY103" fmla="*/ 619125 h 3048008"/>
              <a:gd name="connsiteX104" fmla="*/ 3135446 w 3344996"/>
              <a:gd name="connsiteY104" fmla="*/ 631825 h 3048008"/>
              <a:gd name="connsiteX105" fmla="*/ 3122746 w 3344996"/>
              <a:gd name="connsiteY105" fmla="*/ 638175 h 3048008"/>
              <a:gd name="connsiteX106" fmla="*/ 3116396 w 3344996"/>
              <a:gd name="connsiteY106" fmla="*/ 657225 h 3048008"/>
              <a:gd name="connsiteX107" fmla="*/ 3122746 w 3344996"/>
              <a:gd name="connsiteY107" fmla="*/ 673100 h 3048008"/>
              <a:gd name="connsiteX108" fmla="*/ 3132271 w 3344996"/>
              <a:gd name="connsiteY108" fmla="*/ 698500 h 3048008"/>
              <a:gd name="connsiteX109" fmla="*/ 3141796 w 3344996"/>
              <a:gd name="connsiteY109" fmla="*/ 708025 h 3048008"/>
              <a:gd name="connsiteX110" fmla="*/ 3148146 w 3344996"/>
              <a:gd name="connsiteY110" fmla="*/ 720725 h 3048008"/>
              <a:gd name="connsiteX111" fmla="*/ 3164021 w 3344996"/>
              <a:gd name="connsiteY111" fmla="*/ 746125 h 3048008"/>
              <a:gd name="connsiteX112" fmla="*/ 3167196 w 3344996"/>
              <a:gd name="connsiteY112" fmla="*/ 762000 h 3048008"/>
              <a:gd name="connsiteX113" fmla="*/ 3186246 w 3344996"/>
              <a:gd name="connsiteY113" fmla="*/ 777875 h 3048008"/>
              <a:gd name="connsiteX114" fmla="*/ 3192596 w 3344996"/>
              <a:gd name="connsiteY114" fmla="*/ 790575 h 3048008"/>
              <a:gd name="connsiteX115" fmla="*/ 3195771 w 3344996"/>
              <a:gd name="connsiteY115" fmla="*/ 803275 h 3048008"/>
              <a:gd name="connsiteX116" fmla="*/ 3202121 w 3344996"/>
              <a:gd name="connsiteY116" fmla="*/ 841375 h 3048008"/>
              <a:gd name="connsiteX117" fmla="*/ 3211646 w 3344996"/>
              <a:gd name="connsiteY117" fmla="*/ 873125 h 3048008"/>
              <a:gd name="connsiteX118" fmla="*/ 3208471 w 3344996"/>
              <a:gd name="connsiteY118" fmla="*/ 892175 h 3048008"/>
              <a:gd name="connsiteX119" fmla="*/ 3205296 w 3344996"/>
              <a:gd name="connsiteY119" fmla="*/ 936625 h 3048008"/>
              <a:gd name="connsiteX120" fmla="*/ 3198946 w 3344996"/>
              <a:gd name="connsiteY120" fmla="*/ 955675 h 3048008"/>
              <a:gd name="connsiteX121" fmla="*/ 3189421 w 3344996"/>
              <a:gd name="connsiteY121" fmla="*/ 990600 h 3048008"/>
              <a:gd name="connsiteX122" fmla="*/ 3183071 w 3344996"/>
              <a:gd name="connsiteY122" fmla="*/ 1035050 h 3048008"/>
              <a:gd name="connsiteX123" fmla="*/ 3179896 w 3344996"/>
              <a:gd name="connsiteY123" fmla="*/ 1044575 h 3048008"/>
              <a:gd name="connsiteX124" fmla="*/ 3160846 w 3344996"/>
              <a:gd name="connsiteY124" fmla="*/ 1073150 h 3048008"/>
              <a:gd name="connsiteX125" fmla="*/ 3144971 w 3344996"/>
              <a:gd name="connsiteY125" fmla="*/ 1098550 h 3048008"/>
              <a:gd name="connsiteX126" fmla="*/ 3141796 w 3344996"/>
              <a:gd name="connsiteY126" fmla="*/ 1108075 h 3048008"/>
              <a:gd name="connsiteX127" fmla="*/ 3103696 w 3344996"/>
              <a:gd name="connsiteY127" fmla="*/ 1146175 h 3048008"/>
              <a:gd name="connsiteX128" fmla="*/ 3062421 w 3344996"/>
              <a:gd name="connsiteY128" fmla="*/ 1181100 h 3048008"/>
              <a:gd name="connsiteX129" fmla="*/ 3043371 w 3344996"/>
              <a:gd name="connsiteY129" fmla="*/ 1193800 h 3048008"/>
              <a:gd name="connsiteX130" fmla="*/ 3027496 w 3344996"/>
              <a:gd name="connsiteY130" fmla="*/ 1206500 h 3048008"/>
              <a:gd name="connsiteX131" fmla="*/ 3008446 w 3344996"/>
              <a:gd name="connsiteY131" fmla="*/ 1212850 h 3048008"/>
              <a:gd name="connsiteX132" fmla="*/ 2992571 w 3344996"/>
              <a:gd name="connsiteY132" fmla="*/ 1222375 h 3048008"/>
              <a:gd name="connsiteX133" fmla="*/ 2976696 w 3344996"/>
              <a:gd name="connsiteY133" fmla="*/ 1225550 h 3048008"/>
              <a:gd name="connsiteX134" fmla="*/ 2963996 w 3344996"/>
              <a:gd name="connsiteY134" fmla="*/ 1228725 h 3048008"/>
              <a:gd name="connsiteX135" fmla="*/ 2913196 w 3344996"/>
              <a:gd name="connsiteY135" fmla="*/ 1228725 h 3048008"/>
              <a:gd name="connsiteX136" fmla="*/ 2910021 w 3344996"/>
              <a:gd name="connsiteY136" fmla="*/ 1238250 h 3048008"/>
              <a:gd name="connsiteX137" fmla="*/ 2900496 w 3344996"/>
              <a:gd name="connsiteY137" fmla="*/ 1250950 h 3048008"/>
              <a:gd name="connsiteX138" fmla="*/ 2890971 w 3344996"/>
              <a:gd name="connsiteY138" fmla="*/ 1273175 h 3048008"/>
              <a:gd name="connsiteX139" fmla="*/ 2881446 w 3344996"/>
              <a:gd name="connsiteY139" fmla="*/ 1304925 h 3048008"/>
              <a:gd name="connsiteX140" fmla="*/ 2875096 w 3344996"/>
              <a:gd name="connsiteY140" fmla="*/ 1317625 h 3048008"/>
              <a:gd name="connsiteX141" fmla="*/ 2868746 w 3344996"/>
              <a:gd name="connsiteY141" fmla="*/ 1327150 h 3048008"/>
              <a:gd name="connsiteX142" fmla="*/ 2849696 w 3344996"/>
              <a:gd name="connsiteY142" fmla="*/ 1355725 h 3048008"/>
              <a:gd name="connsiteX143" fmla="*/ 2846521 w 3344996"/>
              <a:gd name="connsiteY143" fmla="*/ 1365250 h 3048008"/>
              <a:gd name="connsiteX144" fmla="*/ 2808421 w 3344996"/>
              <a:gd name="connsiteY144" fmla="*/ 1406525 h 3048008"/>
              <a:gd name="connsiteX145" fmla="*/ 2798896 w 3344996"/>
              <a:gd name="connsiteY145" fmla="*/ 1419225 h 3048008"/>
              <a:gd name="connsiteX146" fmla="*/ 2789371 w 3344996"/>
              <a:gd name="connsiteY146" fmla="*/ 1422400 h 3048008"/>
              <a:gd name="connsiteX147" fmla="*/ 2779846 w 3344996"/>
              <a:gd name="connsiteY147" fmla="*/ 1428750 h 3048008"/>
              <a:gd name="connsiteX148" fmla="*/ 2767146 w 3344996"/>
              <a:gd name="connsiteY148" fmla="*/ 1438275 h 3048008"/>
              <a:gd name="connsiteX149" fmla="*/ 2757621 w 3344996"/>
              <a:gd name="connsiteY149" fmla="*/ 1447800 h 3048008"/>
              <a:gd name="connsiteX150" fmla="*/ 2735396 w 3344996"/>
              <a:gd name="connsiteY150" fmla="*/ 1457325 h 3048008"/>
              <a:gd name="connsiteX151" fmla="*/ 2713171 w 3344996"/>
              <a:gd name="connsiteY151" fmla="*/ 1470025 h 3048008"/>
              <a:gd name="connsiteX152" fmla="*/ 2703646 w 3344996"/>
              <a:gd name="connsiteY152" fmla="*/ 1476375 h 3048008"/>
              <a:gd name="connsiteX153" fmla="*/ 2694121 w 3344996"/>
              <a:gd name="connsiteY153" fmla="*/ 1479550 h 3048008"/>
              <a:gd name="connsiteX154" fmla="*/ 2668721 w 3344996"/>
              <a:gd name="connsiteY154" fmla="*/ 1492250 h 3048008"/>
              <a:gd name="connsiteX155" fmla="*/ 2602046 w 3344996"/>
              <a:gd name="connsiteY155" fmla="*/ 1498600 h 3048008"/>
              <a:gd name="connsiteX156" fmla="*/ 2576646 w 3344996"/>
              <a:gd name="connsiteY156" fmla="*/ 1504950 h 3048008"/>
              <a:gd name="connsiteX157" fmla="*/ 2567121 w 3344996"/>
              <a:gd name="connsiteY157" fmla="*/ 1501775 h 3048008"/>
              <a:gd name="connsiteX158" fmla="*/ 2554421 w 3344996"/>
              <a:gd name="connsiteY158" fmla="*/ 1504950 h 3048008"/>
              <a:gd name="connsiteX159" fmla="*/ 2522671 w 3344996"/>
              <a:gd name="connsiteY159" fmla="*/ 1495425 h 3048008"/>
              <a:gd name="connsiteX160" fmla="*/ 2487746 w 3344996"/>
              <a:gd name="connsiteY160" fmla="*/ 1485900 h 3048008"/>
              <a:gd name="connsiteX161" fmla="*/ 2452821 w 3344996"/>
              <a:gd name="connsiteY161" fmla="*/ 1482725 h 3048008"/>
              <a:gd name="connsiteX162" fmla="*/ 2443296 w 3344996"/>
              <a:gd name="connsiteY162" fmla="*/ 1473200 h 3048008"/>
              <a:gd name="connsiteX163" fmla="*/ 2433771 w 3344996"/>
              <a:gd name="connsiteY163" fmla="*/ 1470025 h 3048008"/>
              <a:gd name="connsiteX164" fmla="*/ 2424246 w 3344996"/>
              <a:gd name="connsiteY164" fmla="*/ 1463675 h 3048008"/>
              <a:gd name="connsiteX165" fmla="*/ 2414721 w 3344996"/>
              <a:gd name="connsiteY165" fmla="*/ 1460500 h 3048008"/>
              <a:gd name="connsiteX166" fmla="*/ 2395671 w 3344996"/>
              <a:gd name="connsiteY166" fmla="*/ 1444625 h 3048008"/>
              <a:gd name="connsiteX167" fmla="*/ 2370271 w 3344996"/>
              <a:gd name="connsiteY167" fmla="*/ 1428750 h 3048008"/>
              <a:gd name="connsiteX168" fmla="*/ 2360746 w 3344996"/>
              <a:gd name="connsiteY168" fmla="*/ 1419225 h 3048008"/>
              <a:gd name="connsiteX169" fmla="*/ 2351221 w 3344996"/>
              <a:gd name="connsiteY169" fmla="*/ 1400175 h 3048008"/>
              <a:gd name="connsiteX170" fmla="*/ 2338521 w 3344996"/>
              <a:gd name="connsiteY170" fmla="*/ 1393825 h 3048008"/>
              <a:gd name="connsiteX171" fmla="*/ 2319471 w 3344996"/>
              <a:gd name="connsiteY171" fmla="*/ 1381125 h 3048008"/>
              <a:gd name="connsiteX172" fmla="*/ 2309946 w 3344996"/>
              <a:gd name="connsiteY172" fmla="*/ 1365250 h 3048008"/>
              <a:gd name="connsiteX173" fmla="*/ 2284546 w 3344996"/>
              <a:gd name="connsiteY173" fmla="*/ 1355725 h 3048008"/>
              <a:gd name="connsiteX174" fmla="*/ 2268671 w 3344996"/>
              <a:gd name="connsiteY174" fmla="*/ 1358900 h 3048008"/>
              <a:gd name="connsiteX175" fmla="*/ 2233746 w 3344996"/>
              <a:gd name="connsiteY175" fmla="*/ 1346200 h 3048008"/>
              <a:gd name="connsiteX176" fmla="*/ 2195646 w 3344996"/>
              <a:gd name="connsiteY176" fmla="*/ 1343025 h 3048008"/>
              <a:gd name="connsiteX177" fmla="*/ 2182946 w 3344996"/>
              <a:gd name="connsiteY177" fmla="*/ 1333500 h 3048008"/>
              <a:gd name="connsiteX178" fmla="*/ 2173421 w 3344996"/>
              <a:gd name="connsiteY178" fmla="*/ 1327150 h 3048008"/>
              <a:gd name="connsiteX179" fmla="*/ 2157546 w 3344996"/>
              <a:gd name="connsiteY179" fmla="*/ 1336675 h 3048008"/>
              <a:gd name="connsiteX180" fmla="*/ 2167071 w 3344996"/>
              <a:gd name="connsiteY180" fmla="*/ 1358900 h 3048008"/>
              <a:gd name="connsiteX181" fmla="*/ 2170246 w 3344996"/>
              <a:gd name="connsiteY181" fmla="*/ 1377950 h 3048008"/>
              <a:gd name="connsiteX182" fmla="*/ 2163896 w 3344996"/>
              <a:gd name="connsiteY182" fmla="*/ 1482725 h 3048008"/>
              <a:gd name="connsiteX183" fmla="*/ 2160721 w 3344996"/>
              <a:gd name="connsiteY183" fmla="*/ 1508125 h 3048008"/>
              <a:gd name="connsiteX184" fmla="*/ 2154371 w 3344996"/>
              <a:gd name="connsiteY184" fmla="*/ 1520825 h 3048008"/>
              <a:gd name="connsiteX185" fmla="*/ 2141671 w 3344996"/>
              <a:gd name="connsiteY185" fmla="*/ 1555750 h 3048008"/>
              <a:gd name="connsiteX186" fmla="*/ 2135321 w 3344996"/>
              <a:gd name="connsiteY186" fmla="*/ 1577975 h 3048008"/>
              <a:gd name="connsiteX187" fmla="*/ 2116271 w 3344996"/>
              <a:gd name="connsiteY187" fmla="*/ 1606550 h 3048008"/>
              <a:gd name="connsiteX188" fmla="*/ 2106746 w 3344996"/>
              <a:gd name="connsiteY188" fmla="*/ 1622425 h 3048008"/>
              <a:gd name="connsiteX189" fmla="*/ 2090871 w 3344996"/>
              <a:gd name="connsiteY189" fmla="*/ 1638300 h 3048008"/>
              <a:gd name="connsiteX190" fmla="*/ 2084521 w 3344996"/>
              <a:gd name="connsiteY190" fmla="*/ 1647825 h 3048008"/>
              <a:gd name="connsiteX191" fmla="*/ 2074996 w 3344996"/>
              <a:gd name="connsiteY191" fmla="*/ 1654175 h 3048008"/>
              <a:gd name="connsiteX192" fmla="*/ 2046421 w 3344996"/>
              <a:gd name="connsiteY192" fmla="*/ 1673225 h 3048008"/>
              <a:gd name="connsiteX193" fmla="*/ 2027371 w 3344996"/>
              <a:gd name="connsiteY193" fmla="*/ 1689100 h 3048008"/>
              <a:gd name="connsiteX194" fmla="*/ 2014671 w 3344996"/>
              <a:gd name="connsiteY194" fmla="*/ 1701800 h 3048008"/>
              <a:gd name="connsiteX195" fmla="*/ 1989271 w 3344996"/>
              <a:gd name="connsiteY195" fmla="*/ 1714500 h 3048008"/>
              <a:gd name="connsiteX196" fmla="*/ 1976571 w 3344996"/>
              <a:gd name="connsiteY196" fmla="*/ 1720850 h 3048008"/>
              <a:gd name="connsiteX197" fmla="*/ 1967046 w 3344996"/>
              <a:gd name="connsiteY197" fmla="*/ 1730375 h 3048008"/>
              <a:gd name="connsiteX198" fmla="*/ 1928946 w 3344996"/>
              <a:gd name="connsiteY198" fmla="*/ 1739900 h 3048008"/>
              <a:gd name="connsiteX199" fmla="*/ 1916246 w 3344996"/>
              <a:gd name="connsiteY199" fmla="*/ 1746250 h 3048008"/>
              <a:gd name="connsiteX200" fmla="*/ 1894021 w 3344996"/>
              <a:gd name="connsiteY200" fmla="*/ 1752600 h 3048008"/>
              <a:gd name="connsiteX201" fmla="*/ 1874971 w 3344996"/>
              <a:gd name="connsiteY201" fmla="*/ 1758950 h 3048008"/>
              <a:gd name="connsiteX202" fmla="*/ 1868621 w 3344996"/>
              <a:gd name="connsiteY202" fmla="*/ 1778000 h 3048008"/>
              <a:gd name="connsiteX203" fmla="*/ 1862271 w 3344996"/>
              <a:gd name="connsiteY203" fmla="*/ 1793875 h 3048008"/>
              <a:gd name="connsiteX204" fmla="*/ 1855921 w 3344996"/>
              <a:gd name="connsiteY204" fmla="*/ 1819275 h 3048008"/>
              <a:gd name="connsiteX205" fmla="*/ 1843221 w 3344996"/>
              <a:gd name="connsiteY205" fmla="*/ 1847850 h 3048008"/>
              <a:gd name="connsiteX206" fmla="*/ 1836871 w 3344996"/>
              <a:gd name="connsiteY206" fmla="*/ 1898650 h 3048008"/>
              <a:gd name="connsiteX207" fmla="*/ 1833696 w 3344996"/>
              <a:gd name="connsiteY207" fmla="*/ 1911350 h 3048008"/>
              <a:gd name="connsiteX208" fmla="*/ 1827346 w 3344996"/>
              <a:gd name="connsiteY208" fmla="*/ 1924050 h 3048008"/>
              <a:gd name="connsiteX209" fmla="*/ 1824171 w 3344996"/>
              <a:gd name="connsiteY209" fmla="*/ 1949450 h 3048008"/>
              <a:gd name="connsiteX210" fmla="*/ 1811471 w 3344996"/>
              <a:gd name="connsiteY210" fmla="*/ 1968500 h 3048008"/>
              <a:gd name="connsiteX211" fmla="*/ 1798771 w 3344996"/>
              <a:gd name="connsiteY211" fmla="*/ 1990725 h 3048008"/>
              <a:gd name="connsiteX212" fmla="*/ 1789246 w 3344996"/>
              <a:gd name="connsiteY212" fmla="*/ 2003425 h 3048008"/>
              <a:gd name="connsiteX213" fmla="*/ 1782896 w 3344996"/>
              <a:gd name="connsiteY213" fmla="*/ 2016125 h 3048008"/>
              <a:gd name="connsiteX214" fmla="*/ 1770196 w 3344996"/>
              <a:gd name="connsiteY214" fmla="*/ 2028825 h 3048008"/>
              <a:gd name="connsiteX215" fmla="*/ 1757496 w 3344996"/>
              <a:gd name="connsiteY215" fmla="*/ 2044700 h 3048008"/>
              <a:gd name="connsiteX216" fmla="*/ 1732096 w 3344996"/>
              <a:gd name="connsiteY216" fmla="*/ 2063750 h 3048008"/>
              <a:gd name="connsiteX217" fmla="*/ 1709871 w 3344996"/>
              <a:gd name="connsiteY217" fmla="*/ 2079625 h 3048008"/>
              <a:gd name="connsiteX218" fmla="*/ 1697171 w 3344996"/>
              <a:gd name="connsiteY218" fmla="*/ 2092325 h 3048008"/>
              <a:gd name="connsiteX219" fmla="*/ 1684471 w 3344996"/>
              <a:gd name="connsiteY219" fmla="*/ 2098675 h 3048008"/>
              <a:gd name="connsiteX220" fmla="*/ 1665421 w 3344996"/>
              <a:gd name="connsiteY220" fmla="*/ 2120900 h 3048008"/>
              <a:gd name="connsiteX221" fmla="*/ 1671771 w 3344996"/>
              <a:gd name="connsiteY221" fmla="*/ 2143125 h 3048008"/>
              <a:gd name="connsiteX222" fmla="*/ 1674946 w 3344996"/>
              <a:gd name="connsiteY222" fmla="*/ 2155825 h 3048008"/>
              <a:gd name="connsiteX223" fmla="*/ 1687646 w 3344996"/>
              <a:gd name="connsiteY223" fmla="*/ 2178050 h 3048008"/>
              <a:gd name="connsiteX224" fmla="*/ 1690821 w 3344996"/>
              <a:gd name="connsiteY224" fmla="*/ 2190750 h 3048008"/>
              <a:gd name="connsiteX225" fmla="*/ 1697171 w 3344996"/>
              <a:gd name="connsiteY225" fmla="*/ 2209800 h 3048008"/>
              <a:gd name="connsiteX226" fmla="*/ 1700346 w 3344996"/>
              <a:gd name="connsiteY226" fmla="*/ 2238375 h 3048008"/>
              <a:gd name="connsiteX227" fmla="*/ 1709871 w 3344996"/>
              <a:gd name="connsiteY227" fmla="*/ 2282825 h 3048008"/>
              <a:gd name="connsiteX228" fmla="*/ 1716221 w 3344996"/>
              <a:gd name="connsiteY228" fmla="*/ 2327275 h 3048008"/>
              <a:gd name="connsiteX229" fmla="*/ 1719396 w 3344996"/>
              <a:gd name="connsiteY229" fmla="*/ 2339975 h 3048008"/>
              <a:gd name="connsiteX230" fmla="*/ 1713046 w 3344996"/>
              <a:gd name="connsiteY230" fmla="*/ 2374900 h 3048008"/>
              <a:gd name="connsiteX231" fmla="*/ 1709871 w 3344996"/>
              <a:gd name="connsiteY231" fmla="*/ 2416175 h 3048008"/>
              <a:gd name="connsiteX232" fmla="*/ 1703521 w 3344996"/>
              <a:gd name="connsiteY232" fmla="*/ 2438400 h 3048008"/>
              <a:gd name="connsiteX233" fmla="*/ 1690821 w 3344996"/>
              <a:gd name="connsiteY233" fmla="*/ 2489200 h 3048008"/>
              <a:gd name="connsiteX234" fmla="*/ 1674946 w 3344996"/>
              <a:gd name="connsiteY234" fmla="*/ 2511425 h 3048008"/>
              <a:gd name="connsiteX235" fmla="*/ 1665421 w 3344996"/>
              <a:gd name="connsiteY235" fmla="*/ 2524125 h 3048008"/>
              <a:gd name="connsiteX236" fmla="*/ 1659071 w 3344996"/>
              <a:gd name="connsiteY236" fmla="*/ 2533650 h 3048008"/>
              <a:gd name="connsiteX237" fmla="*/ 1649546 w 3344996"/>
              <a:gd name="connsiteY237" fmla="*/ 2543175 h 3048008"/>
              <a:gd name="connsiteX238" fmla="*/ 1640021 w 3344996"/>
              <a:gd name="connsiteY238" fmla="*/ 2555875 h 3048008"/>
              <a:gd name="connsiteX239" fmla="*/ 1617796 w 3344996"/>
              <a:gd name="connsiteY239" fmla="*/ 2574925 h 3048008"/>
              <a:gd name="connsiteX240" fmla="*/ 1601921 w 3344996"/>
              <a:gd name="connsiteY240" fmla="*/ 2584450 h 3048008"/>
              <a:gd name="connsiteX241" fmla="*/ 1589221 w 3344996"/>
              <a:gd name="connsiteY241" fmla="*/ 2587625 h 3048008"/>
              <a:gd name="connsiteX242" fmla="*/ 1563821 w 3344996"/>
              <a:gd name="connsiteY242" fmla="*/ 2606675 h 3048008"/>
              <a:gd name="connsiteX243" fmla="*/ 1554296 w 3344996"/>
              <a:gd name="connsiteY243" fmla="*/ 2616200 h 3048008"/>
              <a:gd name="connsiteX244" fmla="*/ 1544771 w 3344996"/>
              <a:gd name="connsiteY244" fmla="*/ 2619375 h 3048008"/>
              <a:gd name="connsiteX245" fmla="*/ 1532071 w 3344996"/>
              <a:gd name="connsiteY245" fmla="*/ 2625725 h 3048008"/>
              <a:gd name="connsiteX246" fmla="*/ 1522546 w 3344996"/>
              <a:gd name="connsiteY246" fmla="*/ 2632075 h 3048008"/>
              <a:gd name="connsiteX247" fmla="*/ 1513021 w 3344996"/>
              <a:gd name="connsiteY247" fmla="*/ 2635250 h 3048008"/>
              <a:gd name="connsiteX248" fmla="*/ 1503496 w 3344996"/>
              <a:gd name="connsiteY248" fmla="*/ 2641600 h 3048008"/>
              <a:gd name="connsiteX249" fmla="*/ 1493971 w 3344996"/>
              <a:gd name="connsiteY249" fmla="*/ 2644775 h 3048008"/>
              <a:gd name="connsiteX250" fmla="*/ 1481271 w 3344996"/>
              <a:gd name="connsiteY250" fmla="*/ 2651125 h 3048008"/>
              <a:gd name="connsiteX251" fmla="*/ 1468571 w 3344996"/>
              <a:gd name="connsiteY251" fmla="*/ 2654300 h 3048008"/>
              <a:gd name="connsiteX252" fmla="*/ 1436821 w 3344996"/>
              <a:gd name="connsiteY252" fmla="*/ 2660650 h 3048008"/>
              <a:gd name="connsiteX253" fmla="*/ 1427296 w 3344996"/>
              <a:gd name="connsiteY253" fmla="*/ 2663825 h 3048008"/>
              <a:gd name="connsiteX254" fmla="*/ 1408246 w 3344996"/>
              <a:gd name="connsiteY254" fmla="*/ 2676525 h 3048008"/>
              <a:gd name="connsiteX255" fmla="*/ 1389196 w 3344996"/>
              <a:gd name="connsiteY255" fmla="*/ 2686050 h 3048008"/>
              <a:gd name="connsiteX256" fmla="*/ 1376496 w 3344996"/>
              <a:gd name="connsiteY256" fmla="*/ 2682875 h 3048008"/>
              <a:gd name="connsiteX257" fmla="*/ 1360621 w 3344996"/>
              <a:gd name="connsiteY257" fmla="*/ 2679700 h 3048008"/>
              <a:gd name="connsiteX258" fmla="*/ 1325696 w 3344996"/>
              <a:gd name="connsiteY258" fmla="*/ 2670175 h 3048008"/>
              <a:gd name="connsiteX259" fmla="*/ 1312996 w 3344996"/>
              <a:gd name="connsiteY259" fmla="*/ 2663825 h 3048008"/>
              <a:gd name="connsiteX260" fmla="*/ 1278071 w 3344996"/>
              <a:gd name="connsiteY260" fmla="*/ 2654300 h 3048008"/>
              <a:gd name="connsiteX261" fmla="*/ 1265371 w 3344996"/>
              <a:gd name="connsiteY261" fmla="*/ 2647950 h 3048008"/>
              <a:gd name="connsiteX262" fmla="*/ 1252671 w 3344996"/>
              <a:gd name="connsiteY262" fmla="*/ 2638425 h 3048008"/>
              <a:gd name="connsiteX263" fmla="*/ 1239971 w 3344996"/>
              <a:gd name="connsiteY263" fmla="*/ 2635250 h 3048008"/>
              <a:gd name="connsiteX264" fmla="*/ 1217746 w 3344996"/>
              <a:gd name="connsiteY264" fmla="*/ 2616200 h 3048008"/>
              <a:gd name="connsiteX265" fmla="*/ 1208221 w 3344996"/>
              <a:gd name="connsiteY265" fmla="*/ 2613025 h 3048008"/>
              <a:gd name="connsiteX266" fmla="*/ 1192346 w 3344996"/>
              <a:gd name="connsiteY266" fmla="*/ 2600325 h 3048008"/>
              <a:gd name="connsiteX267" fmla="*/ 1185996 w 3344996"/>
              <a:gd name="connsiteY267" fmla="*/ 2590800 h 3048008"/>
              <a:gd name="connsiteX268" fmla="*/ 1176471 w 3344996"/>
              <a:gd name="connsiteY268" fmla="*/ 2581275 h 3048008"/>
              <a:gd name="connsiteX269" fmla="*/ 1170121 w 3344996"/>
              <a:gd name="connsiteY269" fmla="*/ 2571750 h 3048008"/>
              <a:gd name="connsiteX270" fmla="*/ 1154246 w 3344996"/>
              <a:gd name="connsiteY270" fmla="*/ 2559050 h 3048008"/>
              <a:gd name="connsiteX271" fmla="*/ 1144721 w 3344996"/>
              <a:gd name="connsiteY271" fmla="*/ 2546350 h 3048008"/>
              <a:gd name="connsiteX272" fmla="*/ 1132021 w 3344996"/>
              <a:gd name="connsiteY272" fmla="*/ 2524125 h 3048008"/>
              <a:gd name="connsiteX273" fmla="*/ 1116146 w 3344996"/>
              <a:gd name="connsiteY273" fmla="*/ 2511425 h 3048008"/>
              <a:gd name="connsiteX274" fmla="*/ 1106621 w 3344996"/>
              <a:gd name="connsiteY274" fmla="*/ 2489200 h 3048008"/>
              <a:gd name="connsiteX275" fmla="*/ 1100271 w 3344996"/>
              <a:gd name="connsiteY275" fmla="*/ 2473325 h 3048008"/>
              <a:gd name="connsiteX276" fmla="*/ 1087571 w 3344996"/>
              <a:gd name="connsiteY276" fmla="*/ 2444750 h 3048008"/>
              <a:gd name="connsiteX277" fmla="*/ 1084396 w 3344996"/>
              <a:gd name="connsiteY277" fmla="*/ 2381250 h 3048008"/>
              <a:gd name="connsiteX278" fmla="*/ 1078046 w 3344996"/>
              <a:gd name="connsiteY278" fmla="*/ 2349500 h 3048008"/>
              <a:gd name="connsiteX279" fmla="*/ 1071696 w 3344996"/>
              <a:gd name="connsiteY279" fmla="*/ 2320925 h 3048008"/>
              <a:gd name="connsiteX280" fmla="*/ 1068521 w 3344996"/>
              <a:gd name="connsiteY280" fmla="*/ 2241550 h 3048008"/>
              <a:gd name="connsiteX281" fmla="*/ 1065346 w 3344996"/>
              <a:gd name="connsiteY281" fmla="*/ 2228850 h 3048008"/>
              <a:gd name="connsiteX282" fmla="*/ 1062171 w 3344996"/>
              <a:gd name="connsiteY282" fmla="*/ 2209800 h 3048008"/>
              <a:gd name="connsiteX283" fmla="*/ 1017721 w 3344996"/>
              <a:gd name="connsiteY283" fmla="*/ 2197100 h 3048008"/>
              <a:gd name="connsiteX284" fmla="*/ 973271 w 3344996"/>
              <a:gd name="connsiteY284" fmla="*/ 2184400 h 3048008"/>
              <a:gd name="connsiteX285" fmla="*/ 938346 w 3344996"/>
              <a:gd name="connsiteY285" fmla="*/ 2174875 h 3048008"/>
              <a:gd name="connsiteX286" fmla="*/ 909771 w 3344996"/>
              <a:gd name="connsiteY286" fmla="*/ 2165350 h 3048008"/>
              <a:gd name="connsiteX287" fmla="*/ 893896 w 3344996"/>
              <a:gd name="connsiteY287" fmla="*/ 2155825 h 3048008"/>
              <a:gd name="connsiteX288" fmla="*/ 884371 w 3344996"/>
              <a:gd name="connsiteY288" fmla="*/ 2152650 h 3048008"/>
              <a:gd name="connsiteX289" fmla="*/ 871671 w 3344996"/>
              <a:gd name="connsiteY289" fmla="*/ 2159000 h 3048008"/>
              <a:gd name="connsiteX290" fmla="*/ 862146 w 3344996"/>
              <a:gd name="connsiteY290" fmla="*/ 2181225 h 3048008"/>
              <a:gd name="connsiteX291" fmla="*/ 843096 w 3344996"/>
              <a:gd name="connsiteY291" fmla="*/ 2197100 h 3048008"/>
              <a:gd name="connsiteX292" fmla="*/ 833571 w 3344996"/>
              <a:gd name="connsiteY292" fmla="*/ 2206625 h 3048008"/>
              <a:gd name="connsiteX293" fmla="*/ 820871 w 3344996"/>
              <a:gd name="connsiteY293" fmla="*/ 2209800 h 3048008"/>
              <a:gd name="connsiteX294" fmla="*/ 808171 w 3344996"/>
              <a:gd name="connsiteY294" fmla="*/ 2216150 h 3048008"/>
              <a:gd name="connsiteX295" fmla="*/ 785946 w 3344996"/>
              <a:gd name="connsiteY295" fmla="*/ 2232025 h 3048008"/>
              <a:gd name="connsiteX296" fmla="*/ 754196 w 3344996"/>
              <a:gd name="connsiteY296" fmla="*/ 2247900 h 3048008"/>
              <a:gd name="connsiteX297" fmla="*/ 738321 w 3344996"/>
              <a:gd name="connsiteY297" fmla="*/ 2260600 h 3048008"/>
              <a:gd name="connsiteX298" fmla="*/ 725621 w 3344996"/>
              <a:gd name="connsiteY298" fmla="*/ 2266950 h 3048008"/>
              <a:gd name="connsiteX299" fmla="*/ 716096 w 3344996"/>
              <a:gd name="connsiteY299" fmla="*/ 2276475 h 3048008"/>
              <a:gd name="connsiteX300" fmla="*/ 703396 w 3344996"/>
              <a:gd name="connsiteY300" fmla="*/ 2282825 h 3048008"/>
              <a:gd name="connsiteX301" fmla="*/ 677996 w 3344996"/>
              <a:gd name="connsiteY301" fmla="*/ 2305050 h 3048008"/>
              <a:gd name="connsiteX302" fmla="*/ 665296 w 3344996"/>
              <a:gd name="connsiteY302" fmla="*/ 2308225 h 3048008"/>
              <a:gd name="connsiteX303" fmla="*/ 652596 w 3344996"/>
              <a:gd name="connsiteY303" fmla="*/ 2333625 h 3048008"/>
              <a:gd name="connsiteX304" fmla="*/ 639896 w 3344996"/>
              <a:gd name="connsiteY304" fmla="*/ 2365375 h 3048008"/>
              <a:gd name="connsiteX305" fmla="*/ 703396 w 3344996"/>
              <a:gd name="connsiteY305" fmla="*/ 2368550 h 3048008"/>
              <a:gd name="connsiteX306" fmla="*/ 741496 w 3344996"/>
              <a:gd name="connsiteY306" fmla="*/ 2374900 h 3048008"/>
              <a:gd name="connsiteX307" fmla="*/ 763721 w 3344996"/>
              <a:gd name="connsiteY307" fmla="*/ 2381250 h 3048008"/>
              <a:gd name="connsiteX308" fmla="*/ 782771 w 3344996"/>
              <a:gd name="connsiteY308" fmla="*/ 2387600 h 3048008"/>
              <a:gd name="connsiteX309" fmla="*/ 798646 w 3344996"/>
              <a:gd name="connsiteY309" fmla="*/ 2390775 h 3048008"/>
              <a:gd name="connsiteX310" fmla="*/ 808171 w 3344996"/>
              <a:gd name="connsiteY310" fmla="*/ 2387600 h 3048008"/>
              <a:gd name="connsiteX311" fmla="*/ 824046 w 3344996"/>
              <a:gd name="connsiteY311" fmla="*/ 2390775 h 3048008"/>
              <a:gd name="connsiteX312" fmla="*/ 836746 w 3344996"/>
              <a:gd name="connsiteY312" fmla="*/ 2393950 h 3048008"/>
              <a:gd name="connsiteX313" fmla="*/ 855796 w 3344996"/>
              <a:gd name="connsiteY313" fmla="*/ 2400300 h 3048008"/>
              <a:gd name="connsiteX314" fmla="*/ 871671 w 3344996"/>
              <a:gd name="connsiteY314" fmla="*/ 2403475 h 3048008"/>
              <a:gd name="connsiteX315" fmla="*/ 881196 w 3344996"/>
              <a:gd name="connsiteY315" fmla="*/ 2406650 h 3048008"/>
              <a:gd name="connsiteX316" fmla="*/ 897071 w 3344996"/>
              <a:gd name="connsiteY316" fmla="*/ 2409825 h 3048008"/>
              <a:gd name="connsiteX317" fmla="*/ 906596 w 3344996"/>
              <a:gd name="connsiteY317" fmla="*/ 2413000 h 3048008"/>
              <a:gd name="connsiteX318" fmla="*/ 919296 w 3344996"/>
              <a:gd name="connsiteY318" fmla="*/ 2416175 h 3048008"/>
              <a:gd name="connsiteX319" fmla="*/ 928821 w 3344996"/>
              <a:gd name="connsiteY319" fmla="*/ 2425700 h 3048008"/>
              <a:gd name="connsiteX320" fmla="*/ 970096 w 3344996"/>
              <a:gd name="connsiteY320" fmla="*/ 2457450 h 3048008"/>
              <a:gd name="connsiteX321" fmla="*/ 985971 w 3344996"/>
              <a:gd name="connsiteY321" fmla="*/ 2482850 h 3048008"/>
              <a:gd name="connsiteX322" fmla="*/ 998671 w 3344996"/>
              <a:gd name="connsiteY322" fmla="*/ 2492375 h 3048008"/>
              <a:gd name="connsiteX323" fmla="*/ 1011371 w 3344996"/>
              <a:gd name="connsiteY323" fmla="*/ 2514600 h 3048008"/>
              <a:gd name="connsiteX324" fmla="*/ 1027246 w 3344996"/>
              <a:gd name="connsiteY324" fmla="*/ 2533650 h 3048008"/>
              <a:gd name="connsiteX325" fmla="*/ 1036771 w 3344996"/>
              <a:gd name="connsiteY325" fmla="*/ 2546350 h 3048008"/>
              <a:gd name="connsiteX326" fmla="*/ 1039946 w 3344996"/>
              <a:gd name="connsiteY326" fmla="*/ 2555875 h 3048008"/>
              <a:gd name="connsiteX327" fmla="*/ 1049471 w 3344996"/>
              <a:gd name="connsiteY327" fmla="*/ 2565400 h 3048008"/>
              <a:gd name="connsiteX328" fmla="*/ 1068521 w 3344996"/>
              <a:gd name="connsiteY328" fmla="*/ 2587625 h 3048008"/>
              <a:gd name="connsiteX329" fmla="*/ 1071696 w 3344996"/>
              <a:gd name="connsiteY329" fmla="*/ 2600325 h 3048008"/>
              <a:gd name="connsiteX330" fmla="*/ 1078046 w 3344996"/>
              <a:gd name="connsiteY330" fmla="*/ 2613025 h 3048008"/>
              <a:gd name="connsiteX331" fmla="*/ 1081221 w 3344996"/>
              <a:gd name="connsiteY331" fmla="*/ 2632075 h 3048008"/>
              <a:gd name="connsiteX332" fmla="*/ 1087571 w 3344996"/>
              <a:gd name="connsiteY332" fmla="*/ 2667000 h 3048008"/>
              <a:gd name="connsiteX333" fmla="*/ 1081221 w 3344996"/>
              <a:gd name="connsiteY333" fmla="*/ 2749550 h 3048008"/>
              <a:gd name="connsiteX334" fmla="*/ 1078046 w 3344996"/>
              <a:gd name="connsiteY334" fmla="*/ 2765425 h 3048008"/>
              <a:gd name="connsiteX335" fmla="*/ 1071696 w 3344996"/>
              <a:gd name="connsiteY335" fmla="*/ 2781300 h 3048008"/>
              <a:gd name="connsiteX336" fmla="*/ 1062171 w 3344996"/>
              <a:gd name="connsiteY336" fmla="*/ 2825750 h 3048008"/>
              <a:gd name="connsiteX337" fmla="*/ 1058996 w 3344996"/>
              <a:gd name="connsiteY337" fmla="*/ 2844800 h 3048008"/>
              <a:gd name="connsiteX338" fmla="*/ 1052646 w 3344996"/>
              <a:gd name="connsiteY338" fmla="*/ 2854325 h 3048008"/>
              <a:gd name="connsiteX339" fmla="*/ 1043121 w 3344996"/>
              <a:gd name="connsiteY339" fmla="*/ 2873375 h 3048008"/>
              <a:gd name="connsiteX340" fmla="*/ 1033596 w 3344996"/>
              <a:gd name="connsiteY340" fmla="*/ 2879725 h 3048008"/>
              <a:gd name="connsiteX341" fmla="*/ 1024071 w 3344996"/>
              <a:gd name="connsiteY341" fmla="*/ 2889250 h 3048008"/>
              <a:gd name="connsiteX342" fmla="*/ 1005021 w 3344996"/>
              <a:gd name="connsiteY342" fmla="*/ 2914650 h 3048008"/>
              <a:gd name="connsiteX343" fmla="*/ 992321 w 3344996"/>
              <a:gd name="connsiteY343" fmla="*/ 2930525 h 3048008"/>
              <a:gd name="connsiteX344" fmla="*/ 979621 w 3344996"/>
              <a:gd name="connsiteY344" fmla="*/ 2949575 h 3048008"/>
              <a:gd name="connsiteX345" fmla="*/ 970096 w 3344996"/>
              <a:gd name="connsiteY345" fmla="*/ 2955925 h 3048008"/>
              <a:gd name="connsiteX346" fmla="*/ 954221 w 3344996"/>
              <a:gd name="connsiteY346" fmla="*/ 2974975 h 3048008"/>
              <a:gd name="connsiteX347" fmla="*/ 941521 w 3344996"/>
              <a:gd name="connsiteY347" fmla="*/ 2981325 h 3048008"/>
              <a:gd name="connsiteX348" fmla="*/ 922471 w 3344996"/>
              <a:gd name="connsiteY348" fmla="*/ 2994025 h 3048008"/>
              <a:gd name="connsiteX349" fmla="*/ 909771 w 3344996"/>
              <a:gd name="connsiteY349" fmla="*/ 3003550 h 3048008"/>
              <a:gd name="connsiteX350" fmla="*/ 897071 w 3344996"/>
              <a:gd name="connsiteY350" fmla="*/ 3006725 h 3048008"/>
              <a:gd name="connsiteX351" fmla="*/ 890721 w 3344996"/>
              <a:gd name="connsiteY351" fmla="*/ 3016250 h 3048008"/>
              <a:gd name="connsiteX352" fmla="*/ 878021 w 3344996"/>
              <a:gd name="connsiteY352" fmla="*/ 3019425 h 3048008"/>
              <a:gd name="connsiteX353" fmla="*/ 852621 w 3344996"/>
              <a:gd name="connsiteY353" fmla="*/ 3032125 h 3048008"/>
              <a:gd name="connsiteX354" fmla="*/ 843096 w 3344996"/>
              <a:gd name="connsiteY354" fmla="*/ 3038475 h 3048008"/>
              <a:gd name="connsiteX355" fmla="*/ 824046 w 3344996"/>
              <a:gd name="connsiteY355" fmla="*/ 3044825 h 3048008"/>
              <a:gd name="connsiteX356" fmla="*/ 785946 w 3344996"/>
              <a:gd name="connsiteY356" fmla="*/ 3041650 h 3048008"/>
              <a:gd name="connsiteX357" fmla="*/ 709746 w 3344996"/>
              <a:gd name="connsiteY357" fmla="*/ 3044825 h 3048008"/>
              <a:gd name="connsiteX358" fmla="*/ 700221 w 3344996"/>
              <a:gd name="connsiteY358" fmla="*/ 3041650 h 3048008"/>
              <a:gd name="connsiteX359" fmla="*/ 681171 w 3344996"/>
              <a:gd name="connsiteY359" fmla="*/ 3032125 h 3048008"/>
              <a:gd name="connsiteX360" fmla="*/ 658946 w 3344996"/>
              <a:gd name="connsiteY360" fmla="*/ 3019425 h 3048008"/>
              <a:gd name="connsiteX361" fmla="*/ 643071 w 3344996"/>
              <a:gd name="connsiteY361" fmla="*/ 3009900 h 3048008"/>
              <a:gd name="connsiteX362" fmla="*/ 620846 w 3344996"/>
              <a:gd name="connsiteY362" fmla="*/ 3003550 h 3048008"/>
              <a:gd name="connsiteX363" fmla="*/ 604971 w 3344996"/>
              <a:gd name="connsiteY363" fmla="*/ 2994025 h 3048008"/>
              <a:gd name="connsiteX364" fmla="*/ 595446 w 3344996"/>
              <a:gd name="connsiteY364" fmla="*/ 2990850 h 3048008"/>
              <a:gd name="connsiteX365" fmla="*/ 566871 w 3344996"/>
              <a:gd name="connsiteY365" fmla="*/ 2974975 h 3048008"/>
              <a:gd name="connsiteX366" fmla="*/ 554171 w 3344996"/>
              <a:gd name="connsiteY366" fmla="*/ 2968625 h 3048008"/>
              <a:gd name="connsiteX367" fmla="*/ 544646 w 3344996"/>
              <a:gd name="connsiteY367" fmla="*/ 2959100 h 3048008"/>
              <a:gd name="connsiteX368" fmla="*/ 519246 w 3344996"/>
              <a:gd name="connsiteY368" fmla="*/ 2940050 h 3048008"/>
              <a:gd name="connsiteX369" fmla="*/ 493846 w 3344996"/>
              <a:gd name="connsiteY369" fmla="*/ 2905125 h 3048008"/>
              <a:gd name="connsiteX370" fmla="*/ 484321 w 3344996"/>
              <a:gd name="connsiteY370" fmla="*/ 2898775 h 3048008"/>
              <a:gd name="connsiteX371" fmla="*/ 455746 w 3344996"/>
              <a:gd name="connsiteY371" fmla="*/ 2851150 h 3048008"/>
              <a:gd name="connsiteX372" fmla="*/ 446221 w 3344996"/>
              <a:gd name="connsiteY372" fmla="*/ 2841625 h 3048008"/>
              <a:gd name="connsiteX373" fmla="*/ 439871 w 3344996"/>
              <a:gd name="connsiteY373" fmla="*/ 2825750 h 3048008"/>
              <a:gd name="connsiteX374" fmla="*/ 436696 w 3344996"/>
              <a:gd name="connsiteY374" fmla="*/ 2816225 h 3048008"/>
              <a:gd name="connsiteX375" fmla="*/ 427171 w 3344996"/>
              <a:gd name="connsiteY375" fmla="*/ 2809875 h 3048008"/>
              <a:gd name="connsiteX376" fmla="*/ 417646 w 3344996"/>
              <a:gd name="connsiteY376" fmla="*/ 2746375 h 3048008"/>
              <a:gd name="connsiteX377" fmla="*/ 420821 w 3344996"/>
              <a:gd name="connsiteY377" fmla="*/ 2724150 h 3048008"/>
              <a:gd name="connsiteX378" fmla="*/ 427171 w 3344996"/>
              <a:gd name="connsiteY378" fmla="*/ 2657475 h 3048008"/>
              <a:gd name="connsiteX379" fmla="*/ 430346 w 3344996"/>
              <a:gd name="connsiteY379" fmla="*/ 2619375 h 3048008"/>
              <a:gd name="connsiteX380" fmla="*/ 427171 w 3344996"/>
              <a:gd name="connsiteY380" fmla="*/ 2606675 h 3048008"/>
              <a:gd name="connsiteX381" fmla="*/ 417646 w 3344996"/>
              <a:gd name="connsiteY381" fmla="*/ 2603500 h 3048008"/>
              <a:gd name="connsiteX382" fmla="*/ 404946 w 3344996"/>
              <a:gd name="connsiteY382" fmla="*/ 2613025 h 3048008"/>
              <a:gd name="connsiteX383" fmla="*/ 389071 w 3344996"/>
              <a:gd name="connsiteY383" fmla="*/ 2609850 h 3048008"/>
              <a:gd name="connsiteX384" fmla="*/ 316046 w 3344996"/>
              <a:gd name="connsiteY384" fmla="*/ 2613025 h 3048008"/>
              <a:gd name="connsiteX385" fmla="*/ 306521 w 3344996"/>
              <a:gd name="connsiteY385" fmla="*/ 2609850 h 3048008"/>
              <a:gd name="connsiteX386" fmla="*/ 274771 w 3344996"/>
              <a:gd name="connsiteY386" fmla="*/ 2600325 h 3048008"/>
              <a:gd name="connsiteX387" fmla="*/ 262071 w 3344996"/>
              <a:gd name="connsiteY387" fmla="*/ 2593975 h 3048008"/>
              <a:gd name="connsiteX388" fmla="*/ 252546 w 3344996"/>
              <a:gd name="connsiteY388" fmla="*/ 2587625 h 3048008"/>
              <a:gd name="connsiteX389" fmla="*/ 217621 w 3344996"/>
              <a:gd name="connsiteY389" fmla="*/ 2581275 h 3048008"/>
              <a:gd name="connsiteX390" fmla="*/ 201746 w 3344996"/>
              <a:gd name="connsiteY390" fmla="*/ 2574925 h 3048008"/>
              <a:gd name="connsiteX391" fmla="*/ 182696 w 3344996"/>
              <a:gd name="connsiteY391" fmla="*/ 2568575 h 3048008"/>
              <a:gd name="connsiteX392" fmla="*/ 166821 w 3344996"/>
              <a:gd name="connsiteY392" fmla="*/ 2562225 h 3048008"/>
              <a:gd name="connsiteX393" fmla="*/ 157296 w 3344996"/>
              <a:gd name="connsiteY393" fmla="*/ 2552700 h 3048008"/>
              <a:gd name="connsiteX394" fmla="*/ 138246 w 3344996"/>
              <a:gd name="connsiteY394" fmla="*/ 2540000 h 3048008"/>
              <a:gd name="connsiteX395" fmla="*/ 119196 w 3344996"/>
              <a:gd name="connsiteY395" fmla="*/ 2520950 h 3048008"/>
              <a:gd name="connsiteX396" fmla="*/ 109671 w 3344996"/>
              <a:gd name="connsiteY396" fmla="*/ 2508250 h 3048008"/>
              <a:gd name="connsiteX397" fmla="*/ 87446 w 3344996"/>
              <a:gd name="connsiteY397" fmla="*/ 2489200 h 3048008"/>
              <a:gd name="connsiteX398" fmla="*/ 74746 w 3344996"/>
              <a:gd name="connsiteY398" fmla="*/ 2466975 h 3048008"/>
              <a:gd name="connsiteX399" fmla="*/ 65221 w 3344996"/>
              <a:gd name="connsiteY399" fmla="*/ 2457450 h 3048008"/>
              <a:gd name="connsiteX400" fmla="*/ 46171 w 3344996"/>
              <a:gd name="connsiteY400" fmla="*/ 2422525 h 3048008"/>
              <a:gd name="connsiteX401" fmla="*/ 42996 w 3344996"/>
              <a:gd name="connsiteY401" fmla="*/ 2413000 h 3048008"/>
              <a:gd name="connsiteX402" fmla="*/ 39821 w 3344996"/>
              <a:gd name="connsiteY402" fmla="*/ 2400300 h 3048008"/>
              <a:gd name="connsiteX403" fmla="*/ 33471 w 3344996"/>
              <a:gd name="connsiteY403" fmla="*/ 2387600 h 3048008"/>
              <a:gd name="connsiteX404" fmla="*/ 27121 w 3344996"/>
              <a:gd name="connsiteY404" fmla="*/ 2359025 h 3048008"/>
              <a:gd name="connsiteX405" fmla="*/ 17596 w 3344996"/>
              <a:gd name="connsiteY405" fmla="*/ 2336800 h 3048008"/>
              <a:gd name="connsiteX406" fmla="*/ 11246 w 3344996"/>
              <a:gd name="connsiteY406" fmla="*/ 2311400 h 3048008"/>
              <a:gd name="connsiteX407" fmla="*/ 8071 w 3344996"/>
              <a:gd name="connsiteY407" fmla="*/ 2282825 h 3048008"/>
              <a:gd name="connsiteX408" fmla="*/ 4896 w 3344996"/>
              <a:gd name="connsiteY408" fmla="*/ 2266950 h 3048008"/>
              <a:gd name="connsiteX409" fmla="*/ 1721 w 3344996"/>
              <a:gd name="connsiteY409" fmla="*/ 2241550 h 3048008"/>
              <a:gd name="connsiteX410" fmla="*/ 4896 w 3344996"/>
              <a:gd name="connsiteY410" fmla="*/ 2212975 h 3048008"/>
              <a:gd name="connsiteX411" fmla="*/ 39821 w 3344996"/>
              <a:gd name="connsiteY411" fmla="*/ 2235200 h 3048008"/>
              <a:gd name="connsiteX412" fmla="*/ 71571 w 3344996"/>
              <a:gd name="connsiteY412" fmla="*/ 2244725 h 3048008"/>
              <a:gd name="connsiteX413" fmla="*/ 116021 w 3344996"/>
              <a:gd name="connsiteY413" fmla="*/ 2241550 h 3048008"/>
              <a:gd name="connsiteX414" fmla="*/ 138246 w 3344996"/>
              <a:gd name="connsiteY414" fmla="*/ 2244725 h 3048008"/>
              <a:gd name="connsiteX415" fmla="*/ 157296 w 3344996"/>
              <a:gd name="connsiteY415" fmla="*/ 2241550 h 3048008"/>
              <a:gd name="connsiteX416" fmla="*/ 223971 w 3344996"/>
              <a:gd name="connsiteY416" fmla="*/ 2228850 h 3048008"/>
              <a:gd name="connsiteX417" fmla="*/ 239846 w 3344996"/>
              <a:gd name="connsiteY417" fmla="*/ 2219325 h 3048008"/>
              <a:gd name="connsiteX418" fmla="*/ 258896 w 3344996"/>
              <a:gd name="connsiteY418" fmla="*/ 2209800 h 3048008"/>
              <a:gd name="connsiteX419" fmla="*/ 274771 w 3344996"/>
              <a:gd name="connsiteY419" fmla="*/ 2187575 h 3048008"/>
              <a:gd name="connsiteX420" fmla="*/ 284296 w 3344996"/>
              <a:gd name="connsiteY420" fmla="*/ 2178050 h 3048008"/>
              <a:gd name="connsiteX421" fmla="*/ 290646 w 3344996"/>
              <a:gd name="connsiteY421" fmla="*/ 2152650 h 3048008"/>
              <a:gd name="connsiteX422" fmla="*/ 287471 w 3344996"/>
              <a:gd name="connsiteY422" fmla="*/ 2143125 h 3048008"/>
              <a:gd name="connsiteX423" fmla="*/ 300171 w 3344996"/>
              <a:gd name="connsiteY423" fmla="*/ 2155825 h 3048008"/>
              <a:gd name="connsiteX424" fmla="*/ 312871 w 3344996"/>
              <a:gd name="connsiteY424" fmla="*/ 2159000 h 3048008"/>
              <a:gd name="connsiteX425" fmla="*/ 379546 w 3344996"/>
              <a:gd name="connsiteY425" fmla="*/ 2168525 h 3048008"/>
              <a:gd name="connsiteX426" fmla="*/ 404946 w 3344996"/>
              <a:gd name="connsiteY426" fmla="*/ 2162175 h 3048008"/>
              <a:gd name="connsiteX427" fmla="*/ 458921 w 3344996"/>
              <a:gd name="connsiteY427" fmla="*/ 2149475 h 3048008"/>
              <a:gd name="connsiteX428" fmla="*/ 547821 w 3344996"/>
              <a:gd name="connsiteY428" fmla="*/ 2101850 h 3048008"/>
              <a:gd name="connsiteX429" fmla="*/ 585921 w 3344996"/>
              <a:gd name="connsiteY429" fmla="*/ 2085975 h 3048008"/>
              <a:gd name="connsiteX430" fmla="*/ 620846 w 3344996"/>
              <a:gd name="connsiteY430" fmla="*/ 2063750 h 3048008"/>
              <a:gd name="connsiteX431" fmla="*/ 655771 w 3344996"/>
              <a:gd name="connsiteY431" fmla="*/ 2025650 h 3048008"/>
              <a:gd name="connsiteX432" fmla="*/ 665296 w 3344996"/>
              <a:gd name="connsiteY432" fmla="*/ 2009775 h 3048008"/>
              <a:gd name="connsiteX433" fmla="*/ 677996 w 3344996"/>
              <a:gd name="connsiteY433" fmla="*/ 1997075 h 3048008"/>
              <a:gd name="connsiteX434" fmla="*/ 684346 w 3344996"/>
              <a:gd name="connsiteY434" fmla="*/ 1984375 h 3048008"/>
              <a:gd name="connsiteX435" fmla="*/ 693871 w 3344996"/>
              <a:gd name="connsiteY435" fmla="*/ 1968500 h 3048008"/>
              <a:gd name="connsiteX436" fmla="*/ 700221 w 3344996"/>
              <a:gd name="connsiteY436" fmla="*/ 1958975 h 3048008"/>
              <a:gd name="connsiteX437" fmla="*/ 712921 w 3344996"/>
              <a:gd name="connsiteY437" fmla="*/ 1933575 h 3048008"/>
              <a:gd name="connsiteX438" fmla="*/ 716096 w 3344996"/>
              <a:gd name="connsiteY438" fmla="*/ 1924050 h 3048008"/>
              <a:gd name="connsiteX439" fmla="*/ 725621 w 3344996"/>
              <a:gd name="connsiteY439" fmla="*/ 1908175 h 3048008"/>
              <a:gd name="connsiteX440" fmla="*/ 728796 w 3344996"/>
              <a:gd name="connsiteY440" fmla="*/ 1898650 h 3048008"/>
              <a:gd name="connsiteX441" fmla="*/ 722446 w 3344996"/>
              <a:gd name="connsiteY441" fmla="*/ 1908175 h 3048008"/>
              <a:gd name="connsiteX442" fmla="*/ 731971 w 3344996"/>
              <a:gd name="connsiteY442" fmla="*/ 1905000 h 3048008"/>
              <a:gd name="connsiteX443" fmla="*/ 741496 w 3344996"/>
              <a:gd name="connsiteY443" fmla="*/ 1911350 h 3048008"/>
              <a:gd name="connsiteX444" fmla="*/ 747846 w 3344996"/>
              <a:gd name="connsiteY444" fmla="*/ 1920875 h 3048008"/>
              <a:gd name="connsiteX445" fmla="*/ 760546 w 3344996"/>
              <a:gd name="connsiteY445" fmla="*/ 1924050 h 3048008"/>
              <a:gd name="connsiteX446" fmla="*/ 779596 w 3344996"/>
              <a:gd name="connsiteY446" fmla="*/ 1930400 h 3048008"/>
              <a:gd name="connsiteX447" fmla="*/ 808171 w 3344996"/>
              <a:gd name="connsiteY447" fmla="*/ 1943100 h 3048008"/>
              <a:gd name="connsiteX448" fmla="*/ 820871 w 3344996"/>
              <a:gd name="connsiteY448" fmla="*/ 1949450 h 3048008"/>
              <a:gd name="connsiteX449" fmla="*/ 833571 w 3344996"/>
              <a:gd name="connsiteY449" fmla="*/ 1958975 h 3048008"/>
              <a:gd name="connsiteX450" fmla="*/ 871671 w 3344996"/>
              <a:gd name="connsiteY450" fmla="*/ 1962150 h 3048008"/>
              <a:gd name="connsiteX451" fmla="*/ 900246 w 3344996"/>
              <a:gd name="connsiteY451" fmla="*/ 1965325 h 3048008"/>
              <a:gd name="connsiteX452" fmla="*/ 916121 w 3344996"/>
              <a:gd name="connsiteY452" fmla="*/ 1958975 h 3048008"/>
              <a:gd name="connsiteX453" fmla="*/ 928821 w 3344996"/>
              <a:gd name="connsiteY453" fmla="*/ 1952625 h 3048008"/>
              <a:gd name="connsiteX454" fmla="*/ 954221 w 3344996"/>
              <a:gd name="connsiteY454" fmla="*/ 1949450 h 3048008"/>
              <a:gd name="connsiteX455" fmla="*/ 976446 w 3344996"/>
              <a:gd name="connsiteY455" fmla="*/ 1943100 h 3048008"/>
              <a:gd name="connsiteX456" fmla="*/ 989146 w 3344996"/>
              <a:gd name="connsiteY456" fmla="*/ 1936750 h 3048008"/>
              <a:gd name="connsiteX457" fmla="*/ 1005021 w 3344996"/>
              <a:gd name="connsiteY457" fmla="*/ 1933575 h 3048008"/>
              <a:gd name="connsiteX458" fmla="*/ 1033596 w 3344996"/>
              <a:gd name="connsiteY458" fmla="*/ 1924050 h 3048008"/>
              <a:gd name="connsiteX459" fmla="*/ 1074871 w 3344996"/>
              <a:gd name="connsiteY459" fmla="*/ 1898650 h 3048008"/>
              <a:gd name="connsiteX460" fmla="*/ 1087571 w 3344996"/>
              <a:gd name="connsiteY460" fmla="*/ 1889125 h 3048008"/>
              <a:gd name="connsiteX461" fmla="*/ 1119321 w 3344996"/>
              <a:gd name="connsiteY461" fmla="*/ 1863725 h 3048008"/>
              <a:gd name="connsiteX462" fmla="*/ 1157421 w 3344996"/>
              <a:gd name="connsiteY462" fmla="*/ 1822450 h 3048008"/>
              <a:gd name="connsiteX463" fmla="*/ 1179646 w 3344996"/>
              <a:gd name="connsiteY463" fmla="*/ 1803400 h 3048008"/>
              <a:gd name="connsiteX464" fmla="*/ 1198696 w 3344996"/>
              <a:gd name="connsiteY464" fmla="*/ 1774825 h 3048008"/>
              <a:gd name="connsiteX465" fmla="*/ 1205046 w 3344996"/>
              <a:gd name="connsiteY465" fmla="*/ 1765300 h 3048008"/>
              <a:gd name="connsiteX466" fmla="*/ 1217746 w 3344996"/>
              <a:gd name="connsiteY466" fmla="*/ 1758950 h 3048008"/>
              <a:gd name="connsiteX467" fmla="*/ 1293946 w 3344996"/>
              <a:gd name="connsiteY467" fmla="*/ 1758950 h 3048008"/>
              <a:gd name="connsiteX468" fmla="*/ 1332046 w 3344996"/>
              <a:gd name="connsiteY468" fmla="*/ 1743075 h 3048008"/>
              <a:gd name="connsiteX469" fmla="*/ 1401896 w 3344996"/>
              <a:gd name="connsiteY469" fmla="*/ 1698625 h 3048008"/>
              <a:gd name="connsiteX470" fmla="*/ 1420946 w 3344996"/>
              <a:gd name="connsiteY470" fmla="*/ 1685925 h 3048008"/>
              <a:gd name="connsiteX471" fmla="*/ 1459046 w 3344996"/>
              <a:gd name="connsiteY471" fmla="*/ 1647825 h 3048008"/>
              <a:gd name="connsiteX472" fmla="*/ 1478096 w 3344996"/>
              <a:gd name="connsiteY472" fmla="*/ 1616075 h 3048008"/>
              <a:gd name="connsiteX473" fmla="*/ 1497146 w 3344996"/>
              <a:gd name="connsiteY473" fmla="*/ 1577975 h 3048008"/>
              <a:gd name="connsiteX474" fmla="*/ 1500321 w 3344996"/>
              <a:gd name="connsiteY474" fmla="*/ 1562100 h 3048008"/>
              <a:gd name="connsiteX475" fmla="*/ 1509846 w 3344996"/>
              <a:gd name="connsiteY475" fmla="*/ 1543050 h 3048008"/>
              <a:gd name="connsiteX476" fmla="*/ 1519371 w 3344996"/>
              <a:gd name="connsiteY476" fmla="*/ 1517650 h 3048008"/>
              <a:gd name="connsiteX477" fmla="*/ 1509846 w 3344996"/>
              <a:gd name="connsiteY477" fmla="*/ 1447800 h 3048008"/>
              <a:gd name="connsiteX478" fmla="*/ 1503496 w 3344996"/>
              <a:gd name="connsiteY478" fmla="*/ 1438275 h 3048008"/>
              <a:gd name="connsiteX479" fmla="*/ 1500321 w 3344996"/>
              <a:gd name="connsiteY479" fmla="*/ 1422400 h 3048008"/>
              <a:gd name="connsiteX480" fmla="*/ 1506671 w 3344996"/>
              <a:gd name="connsiteY480" fmla="*/ 1368425 h 3048008"/>
              <a:gd name="connsiteX481" fmla="*/ 1513021 w 3344996"/>
              <a:gd name="connsiteY481" fmla="*/ 1349375 h 3048008"/>
              <a:gd name="connsiteX482" fmla="*/ 1519371 w 3344996"/>
              <a:gd name="connsiteY482" fmla="*/ 1314450 h 3048008"/>
              <a:gd name="connsiteX483" fmla="*/ 1516196 w 3344996"/>
              <a:gd name="connsiteY483" fmla="*/ 1298575 h 3048008"/>
              <a:gd name="connsiteX484" fmla="*/ 1503496 w 3344996"/>
              <a:gd name="connsiteY484" fmla="*/ 1289050 h 3048008"/>
              <a:gd name="connsiteX485" fmla="*/ 1459046 w 3344996"/>
              <a:gd name="connsiteY485" fmla="*/ 1276350 h 3048008"/>
              <a:gd name="connsiteX486" fmla="*/ 1309821 w 3344996"/>
              <a:gd name="connsiteY486" fmla="*/ 1168400 h 3048008"/>
              <a:gd name="connsiteX487" fmla="*/ 1278071 w 3344996"/>
              <a:gd name="connsiteY487" fmla="*/ 1108075 h 3048008"/>
              <a:gd name="connsiteX488" fmla="*/ 1265371 w 3344996"/>
              <a:gd name="connsiteY488" fmla="*/ 1054100 h 3048008"/>
              <a:gd name="connsiteX489" fmla="*/ 1262196 w 3344996"/>
              <a:gd name="connsiteY489" fmla="*/ 1041400 h 3048008"/>
              <a:gd name="connsiteX490" fmla="*/ 1259021 w 3344996"/>
              <a:gd name="connsiteY490" fmla="*/ 1047750 h 304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</a:cxnLst>
            <a:rect l="l" t="t" r="r" b="b"/>
            <a:pathLst>
              <a:path w="3344996" h="3048008">
                <a:moveTo>
                  <a:pt x="1259021" y="1047750"/>
                </a:moveTo>
                <a:lnTo>
                  <a:pt x="1259021" y="1047750"/>
                </a:lnTo>
                <a:cubicBezTo>
                  <a:pt x="1341977" y="1062833"/>
                  <a:pt x="1303628" y="1063467"/>
                  <a:pt x="1351096" y="1057275"/>
                </a:cubicBezTo>
                <a:lnTo>
                  <a:pt x="1401896" y="1050925"/>
                </a:lnTo>
                <a:cubicBezTo>
                  <a:pt x="1409304" y="1047750"/>
                  <a:pt x="1416302" y="1043355"/>
                  <a:pt x="1424121" y="1041400"/>
                </a:cubicBezTo>
                <a:cubicBezTo>
                  <a:pt x="1433418" y="1039076"/>
                  <a:pt x="1443821" y="1041841"/>
                  <a:pt x="1452696" y="1038225"/>
                </a:cubicBezTo>
                <a:cubicBezTo>
                  <a:pt x="1568459" y="991062"/>
                  <a:pt x="1468440" y="1024539"/>
                  <a:pt x="1535246" y="987425"/>
                </a:cubicBezTo>
                <a:cubicBezTo>
                  <a:pt x="1574794" y="965454"/>
                  <a:pt x="1560355" y="986089"/>
                  <a:pt x="1595571" y="955675"/>
                </a:cubicBezTo>
                <a:cubicBezTo>
                  <a:pt x="1610297" y="942957"/>
                  <a:pt x="1623088" y="928158"/>
                  <a:pt x="1636846" y="914400"/>
                </a:cubicBezTo>
                <a:cubicBezTo>
                  <a:pt x="1643196" y="908050"/>
                  <a:pt x="1650052" y="902168"/>
                  <a:pt x="1655896" y="895350"/>
                </a:cubicBezTo>
                <a:cubicBezTo>
                  <a:pt x="1662246" y="887942"/>
                  <a:pt x="1668047" y="880024"/>
                  <a:pt x="1674946" y="873125"/>
                </a:cubicBezTo>
                <a:cubicBezTo>
                  <a:pt x="1680791" y="867280"/>
                  <a:pt x="1687646" y="862542"/>
                  <a:pt x="1693996" y="857250"/>
                </a:cubicBezTo>
                <a:cubicBezTo>
                  <a:pt x="1717028" y="811186"/>
                  <a:pt x="1691228" y="857765"/>
                  <a:pt x="1713046" y="828675"/>
                </a:cubicBezTo>
                <a:cubicBezTo>
                  <a:pt x="1716749" y="823738"/>
                  <a:pt x="1719300" y="818033"/>
                  <a:pt x="1722571" y="812800"/>
                </a:cubicBezTo>
                <a:cubicBezTo>
                  <a:pt x="1724593" y="809564"/>
                  <a:pt x="1726804" y="806450"/>
                  <a:pt x="1728921" y="803275"/>
                </a:cubicBezTo>
                <a:cubicBezTo>
                  <a:pt x="1726804" y="800100"/>
                  <a:pt x="1724121" y="797237"/>
                  <a:pt x="1722571" y="793750"/>
                </a:cubicBezTo>
                <a:cubicBezTo>
                  <a:pt x="1719853" y="787633"/>
                  <a:pt x="1716221" y="774700"/>
                  <a:pt x="1716221" y="774700"/>
                </a:cubicBezTo>
                <a:cubicBezTo>
                  <a:pt x="1718941" y="766539"/>
                  <a:pt x="1720976" y="761246"/>
                  <a:pt x="1722571" y="752475"/>
                </a:cubicBezTo>
                <a:cubicBezTo>
                  <a:pt x="1723910" y="745112"/>
                  <a:pt x="1723931" y="737510"/>
                  <a:pt x="1725746" y="730250"/>
                </a:cubicBezTo>
                <a:cubicBezTo>
                  <a:pt x="1727128" y="724721"/>
                  <a:pt x="1729979" y="719667"/>
                  <a:pt x="1732096" y="714375"/>
                </a:cubicBezTo>
                <a:cubicBezTo>
                  <a:pt x="1733154" y="708025"/>
                  <a:pt x="1733378" y="701478"/>
                  <a:pt x="1735271" y="695325"/>
                </a:cubicBezTo>
                <a:cubicBezTo>
                  <a:pt x="1739154" y="682706"/>
                  <a:pt x="1750328" y="661627"/>
                  <a:pt x="1757496" y="650875"/>
                </a:cubicBezTo>
                <a:cubicBezTo>
                  <a:pt x="1767596" y="635725"/>
                  <a:pt x="1777396" y="620250"/>
                  <a:pt x="1789246" y="606425"/>
                </a:cubicBezTo>
                <a:cubicBezTo>
                  <a:pt x="1805650" y="587287"/>
                  <a:pt x="1809884" y="580055"/>
                  <a:pt x="1830521" y="565150"/>
                </a:cubicBezTo>
                <a:cubicBezTo>
                  <a:pt x="1881664" y="528213"/>
                  <a:pt x="1847757" y="556264"/>
                  <a:pt x="1897196" y="527050"/>
                </a:cubicBezTo>
                <a:cubicBezTo>
                  <a:pt x="1910337" y="519285"/>
                  <a:pt x="1922044" y="509223"/>
                  <a:pt x="1935296" y="501650"/>
                </a:cubicBezTo>
                <a:cubicBezTo>
                  <a:pt x="1944346" y="496479"/>
                  <a:pt x="1954933" y="494313"/>
                  <a:pt x="1963871" y="488950"/>
                </a:cubicBezTo>
                <a:cubicBezTo>
                  <a:pt x="1983838" y="476970"/>
                  <a:pt x="2012552" y="452686"/>
                  <a:pt x="2036896" y="441325"/>
                </a:cubicBezTo>
                <a:cubicBezTo>
                  <a:pt x="2068502" y="426576"/>
                  <a:pt x="2052741" y="435560"/>
                  <a:pt x="2078171" y="428625"/>
                </a:cubicBezTo>
                <a:cubicBezTo>
                  <a:pt x="2122868" y="416435"/>
                  <a:pt x="2064781" y="426777"/>
                  <a:pt x="2135321" y="415925"/>
                </a:cubicBezTo>
                <a:cubicBezTo>
                  <a:pt x="2150114" y="413649"/>
                  <a:pt x="2165095" y="412510"/>
                  <a:pt x="2179771" y="409575"/>
                </a:cubicBezTo>
                <a:lnTo>
                  <a:pt x="2211521" y="403225"/>
                </a:lnTo>
                <a:cubicBezTo>
                  <a:pt x="2239038" y="404283"/>
                  <a:pt x="2266534" y="406400"/>
                  <a:pt x="2294071" y="406400"/>
                </a:cubicBezTo>
                <a:cubicBezTo>
                  <a:pt x="2390300" y="406400"/>
                  <a:pt x="2239974" y="396336"/>
                  <a:pt x="2360746" y="406400"/>
                </a:cubicBezTo>
                <a:lnTo>
                  <a:pt x="2386146" y="403225"/>
                </a:lnTo>
                <a:cubicBezTo>
                  <a:pt x="2405187" y="401028"/>
                  <a:pt x="2424585" y="401033"/>
                  <a:pt x="2443296" y="396875"/>
                </a:cubicBezTo>
                <a:cubicBezTo>
                  <a:pt x="2478155" y="389128"/>
                  <a:pt x="2462246" y="392129"/>
                  <a:pt x="2490921" y="387350"/>
                </a:cubicBezTo>
                <a:cubicBezTo>
                  <a:pt x="2498329" y="384175"/>
                  <a:pt x="2505413" y="380099"/>
                  <a:pt x="2513146" y="377825"/>
                </a:cubicBezTo>
                <a:cubicBezTo>
                  <a:pt x="2523500" y="374780"/>
                  <a:pt x="2544896" y="371475"/>
                  <a:pt x="2544896" y="371475"/>
                </a:cubicBezTo>
                <a:cubicBezTo>
                  <a:pt x="2557596" y="365125"/>
                  <a:pt x="2569813" y="357698"/>
                  <a:pt x="2582996" y="352425"/>
                </a:cubicBezTo>
                <a:cubicBezTo>
                  <a:pt x="2588288" y="350308"/>
                  <a:pt x="2593773" y="348624"/>
                  <a:pt x="2598871" y="346075"/>
                </a:cubicBezTo>
                <a:cubicBezTo>
                  <a:pt x="2626208" y="332407"/>
                  <a:pt x="2602718" y="338956"/>
                  <a:pt x="2630621" y="333375"/>
                </a:cubicBezTo>
                <a:cubicBezTo>
                  <a:pt x="2633796" y="331258"/>
                  <a:pt x="2636639" y="328528"/>
                  <a:pt x="2640146" y="327025"/>
                </a:cubicBezTo>
                <a:cubicBezTo>
                  <a:pt x="2644157" y="325306"/>
                  <a:pt x="2648650" y="325049"/>
                  <a:pt x="2652846" y="323850"/>
                </a:cubicBezTo>
                <a:cubicBezTo>
                  <a:pt x="2656064" y="322931"/>
                  <a:pt x="2659196" y="321733"/>
                  <a:pt x="2662371" y="320675"/>
                </a:cubicBezTo>
                <a:cubicBezTo>
                  <a:pt x="2666604" y="317500"/>
                  <a:pt x="2671053" y="314594"/>
                  <a:pt x="2675071" y="311150"/>
                </a:cubicBezTo>
                <a:cubicBezTo>
                  <a:pt x="2678480" y="308228"/>
                  <a:pt x="2681147" y="304500"/>
                  <a:pt x="2684596" y="301625"/>
                </a:cubicBezTo>
                <a:cubicBezTo>
                  <a:pt x="2687527" y="299182"/>
                  <a:pt x="2691035" y="297519"/>
                  <a:pt x="2694121" y="295275"/>
                </a:cubicBezTo>
                <a:cubicBezTo>
                  <a:pt x="2702680" y="289050"/>
                  <a:pt x="2719521" y="276225"/>
                  <a:pt x="2719521" y="276225"/>
                </a:cubicBezTo>
                <a:cubicBezTo>
                  <a:pt x="2722696" y="277283"/>
                  <a:pt x="2725745" y="279950"/>
                  <a:pt x="2729046" y="279400"/>
                </a:cubicBezTo>
                <a:cubicBezTo>
                  <a:pt x="2776325" y="271520"/>
                  <a:pt x="2763446" y="270620"/>
                  <a:pt x="2792546" y="260350"/>
                </a:cubicBezTo>
                <a:cubicBezTo>
                  <a:pt x="2805170" y="255895"/>
                  <a:pt x="2817946" y="251883"/>
                  <a:pt x="2830646" y="247650"/>
                </a:cubicBezTo>
                <a:cubicBezTo>
                  <a:pt x="2836996" y="245533"/>
                  <a:pt x="2843481" y="243786"/>
                  <a:pt x="2849696" y="241300"/>
                </a:cubicBezTo>
                <a:cubicBezTo>
                  <a:pt x="2854988" y="239183"/>
                  <a:pt x="2860235" y="236951"/>
                  <a:pt x="2865571" y="234950"/>
                </a:cubicBezTo>
                <a:cubicBezTo>
                  <a:pt x="2868705" y="233775"/>
                  <a:pt x="2872020" y="233093"/>
                  <a:pt x="2875096" y="231775"/>
                </a:cubicBezTo>
                <a:cubicBezTo>
                  <a:pt x="2879446" y="229911"/>
                  <a:pt x="2883364" y="227087"/>
                  <a:pt x="2887796" y="225425"/>
                </a:cubicBezTo>
                <a:cubicBezTo>
                  <a:pt x="2910525" y="216902"/>
                  <a:pt x="2890695" y="228758"/>
                  <a:pt x="2913196" y="215900"/>
                </a:cubicBezTo>
                <a:cubicBezTo>
                  <a:pt x="2928993" y="206873"/>
                  <a:pt x="2917039" y="212467"/>
                  <a:pt x="2932246" y="200025"/>
                </a:cubicBezTo>
                <a:cubicBezTo>
                  <a:pt x="2940437" y="193323"/>
                  <a:pt x="2948840" y="186846"/>
                  <a:pt x="2957646" y="180975"/>
                </a:cubicBezTo>
                <a:cubicBezTo>
                  <a:pt x="2960821" y="178858"/>
                  <a:pt x="2964274" y="177108"/>
                  <a:pt x="2967171" y="174625"/>
                </a:cubicBezTo>
                <a:cubicBezTo>
                  <a:pt x="2992588" y="152839"/>
                  <a:pt x="2967161" y="171460"/>
                  <a:pt x="2992571" y="146050"/>
                </a:cubicBezTo>
                <a:cubicBezTo>
                  <a:pt x="2995269" y="143352"/>
                  <a:pt x="2998921" y="141817"/>
                  <a:pt x="3002096" y="139700"/>
                </a:cubicBezTo>
                <a:cubicBezTo>
                  <a:pt x="3004678" y="131953"/>
                  <a:pt x="3005466" y="126805"/>
                  <a:pt x="3011621" y="120650"/>
                </a:cubicBezTo>
                <a:cubicBezTo>
                  <a:pt x="3014319" y="117952"/>
                  <a:pt x="3017971" y="116417"/>
                  <a:pt x="3021146" y="114300"/>
                </a:cubicBezTo>
                <a:cubicBezTo>
                  <a:pt x="3023263" y="109008"/>
                  <a:pt x="3025181" y="103633"/>
                  <a:pt x="3027496" y="98425"/>
                </a:cubicBezTo>
                <a:cubicBezTo>
                  <a:pt x="3029418" y="94100"/>
                  <a:pt x="3032088" y="90119"/>
                  <a:pt x="3033846" y="85725"/>
                </a:cubicBezTo>
                <a:cubicBezTo>
                  <a:pt x="3036332" y="79510"/>
                  <a:pt x="3037478" y="72792"/>
                  <a:pt x="3040196" y="66675"/>
                </a:cubicBezTo>
                <a:cubicBezTo>
                  <a:pt x="3053173" y="37478"/>
                  <a:pt x="3042160" y="90341"/>
                  <a:pt x="3065596" y="31750"/>
                </a:cubicBezTo>
                <a:cubicBezTo>
                  <a:pt x="3067713" y="26458"/>
                  <a:pt x="3068160" y="20135"/>
                  <a:pt x="3071946" y="15875"/>
                </a:cubicBezTo>
                <a:cubicBezTo>
                  <a:pt x="3085427" y="709"/>
                  <a:pt x="3095008" y="2602"/>
                  <a:pt x="3113221" y="0"/>
                </a:cubicBezTo>
                <a:cubicBezTo>
                  <a:pt x="3116396" y="1058"/>
                  <a:pt x="3119528" y="2256"/>
                  <a:pt x="3122746" y="3175"/>
                </a:cubicBezTo>
                <a:cubicBezTo>
                  <a:pt x="3126942" y="4374"/>
                  <a:pt x="3131418" y="4672"/>
                  <a:pt x="3135446" y="6350"/>
                </a:cubicBezTo>
                <a:cubicBezTo>
                  <a:pt x="3175309" y="22959"/>
                  <a:pt x="3148516" y="12911"/>
                  <a:pt x="3170371" y="25400"/>
                </a:cubicBezTo>
                <a:cubicBezTo>
                  <a:pt x="3174480" y="27748"/>
                  <a:pt x="3178721" y="29886"/>
                  <a:pt x="3183071" y="31750"/>
                </a:cubicBezTo>
                <a:cubicBezTo>
                  <a:pt x="3186147" y="33068"/>
                  <a:pt x="3189603" y="33428"/>
                  <a:pt x="3192596" y="34925"/>
                </a:cubicBezTo>
                <a:cubicBezTo>
                  <a:pt x="3196009" y="36632"/>
                  <a:pt x="3198946" y="39158"/>
                  <a:pt x="3202121" y="41275"/>
                </a:cubicBezTo>
                <a:cubicBezTo>
                  <a:pt x="3204238" y="44450"/>
                  <a:pt x="3206764" y="47387"/>
                  <a:pt x="3208471" y="50800"/>
                </a:cubicBezTo>
                <a:cubicBezTo>
                  <a:pt x="3209968" y="53793"/>
                  <a:pt x="3209555" y="57712"/>
                  <a:pt x="3211646" y="60325"/>
                </a:cubicBezTo>
                <a:cubicBezTo>
                  <a:pt x="3214030" y="63305"/>
                  <a:pt x="3218473" y="63977"/>
                  <a:pt x="3221171" y="66675"/>
                </a:cubicBezTo>
                <a:cubicBezTo>
                  <a:pt x="3225963" y="71467"/>
                  <a:pt x="3229313" y="77536"/>
                  <a:pt x="3233871" y="82550"/>
                </a:cubicBezTo>
                <a:cubicBezTo>
                  <a:pt x="3239912" y="89195"/>
                  <a:pt x="3252921" y="101600"/>
                  <a:pt x="3252921" y="101600"/>
                </a:cubicBezTo>
                <a:cubicBezTo>
                  <a:pt x="3259070" y="126198"/>
                  <a:pt x="3251070" y="103454"/>
                  <a:pt x="3265621" y="123825"/>
                </a:cubicBezTo>
                <a:cubicBezTo>
                  <a:pt x="3282384" y="147293"/>
                  <a:pt x="3259189" y="126938"/>
                  <a:pt x="3284671" y="146050"/>
                </a:cubicBezTo>
                <a:cubicBezTo>
                  <a:pt x="3291951" y="167889"/>
                  <a:pt x="3281994" y="141365"/>
                  <a:pt x="3297371" y="168275"/>
                </a:cubicBezTo>
                <a:cubicBezTo>
                  <a:pt x="3299031" y="171181"/>
                  <a:pt x="3299228" y="174724"/>
                  <a:pt x="3300546" y="177800"/>
                </a:cubicBezTo>
                <a:cubicBezTo>
                  <a:pt x="3312524" y="205749"/>
                  <a:pt x="3301430" y="173882"/>
                  <a:pt x="3313246" y="206375"/>
                </a:cubicBezTo>
                <a:cubicBezTo>
                  <a:pt x="3315533" y="212665"/>
                  <a:pt x="3317022" y="219246"/>
                  <a:pt x="3319596" y="225425"/>
                </a:cubicBezTo>
                <a:cubicBezTo>
                  <a:pt x="3322327" y="231978"/>
                  <a:pt x="3326484" y="237883"/>
                  <a:pt x="3329121" y="244475"/>
                </a:cubicBezTo>
                <a:cubicBezTo>
                  <a:pt x="3330742" y="248527"/>
                  <a:pt x="3331097" y="252979"/>
                  <a:pt x="3332296" y="257175"/>
                </a:cubicBezTo>
                <a:cubicBezTo>
                  <a:pt x="3336331" y="271297"/>
                  <a:pt x="3335337" y="262857"/>
                  <a:pt x="3338646" y="279400"/>
                </a:cubicBezTo>
                <a:cubicBezTo>
                  <a:pt x="3346431" y="318324"/>
                  <a:pt x="3337621" y="281651"/>
                  <a:pt x="3344996" y="311150"/>
                </a:cubicBezTo>
                <a:cubicBezTo>
                  <a:pt x="3325505" y="340387"/>
                  <a:pt x="3343486" y="309876"/>
                  <a:pt x="3335471" y="387350"/>
                </a:cubicBezTo>
                <a:cubicBezTo>
                  <a:pt x="3333028" y="410963"/>
                  <a:pt x="3331210" y="409965"/>
                  <a:pt x="3319596" y="425450"/>
                </a:cubicBezTo>
                <a:cubicBezTo>
                  <a:pt x="3316119" y="442837"/>
                  <a:pt x="3312365" y="465018"/>
                  <a:pt x="3303721" y="479425"/>
                </a:cubicBezTo>
                <a:cubicBezTo>
                  <a:pt x="3287469" y="506511"/>
                  <a:pt x="3298998" y="488740"/>
                  <a:pt x="3271971" y="523875"/>
                </a:cubicBezTo>
                <a:cubicBezTo>
                  <a:pt x="3268745" y="528069"/>
                  <a:pt x="3266849" y="533640"/>
                  <a:pt x="3262446" y="536575"/>
                </a:cubicBezTo>
                <a:cubicBezTo>
                  <a:pt x="3256096" y="540808"/>
                  <a:pt x="3249355" y="544507"/>
                  <a:pt x="3243396" y="549275"/>
                </a:cubicBezTo>
                <a:cubicBezTo>
                  <a:pt x="3238721" y="553015"/>
                  <a:pt x="3235171" y="557998"/>
                  <a:pt x="3230696" y="561975"/>
                </a:cubicBezTo>
                <a:cubicBezTo>
                  <a:pt x="3225631" y="566477"/>
                  <a:pt x="3219921" y="570213"/>
                  <a:pt x="3214821" y="574675"/>
                </a:cubicBezTo>
                <a:cubicBezTo>
                  <a:pt x="3211442" y="577632"/>
                  <a:pt x="3208888" y="581506"/>
                  <a:pt x="3205296" y="584200"/>
                </a:cubicBezTo>
                <a:cubicBezTo>
                  <a:pt x="3200359" y="587903"/>
                  <a:pt x="3194556" y="590302"/>
                  <a:pt x="3189421" y="593725"/>
                </a:cubicBezTo>
                <a:cubicBezTo>
                  <a:pt x="3185018" y="596660"/>
                  <a:pt x="3181027" y="600174"/>
                  <a:pt x="3176721" y="603250"/>
                </a:cubicBezTo>
                <a:cubicBezTo>
                  <a:pt x="3173616" y="605468"/>
                  <a:pt x="3170371" y="607483"/>
                  <a:pt x="3167196" y="609600"/>
                </a:cubicBezTo>
                <a:cubicBezTo>
                  <a:pt x="3165079" y="612775"/>
                  <a:pt x="3163743" y="616642"/>
                  <a:pt x="3160846" y="619125"/>
                </a:cubicBezTo>
                <a:cubicBezTo>
                  <a:pt x="3147046" y="630953"/>
                  <a:pt x="3148144" y="626383"/>
                  <a:pt x="3135446" y="631825"/>
                </a:cubicBezTo>
                <a:cubicBezTo>
                  <a:pt x="3131096" y="633689"/>
                  <a:pt x="3126979" y="636058"/>
                  <a:pt x="3122746" y="638175"/>
                </a:cubicBezTo>
                <a:cubicBezTo>
                  <a:pt x="3120629" y="644525"/>
                  <a:pt x="3116396" y="650532"/>
                  <a:pt x="3116396" y="657225"/>
                </a:cubicBezTo>
                <a:cubicBezTo>
                  <a:pt x="3116396" y="662924"/>
                  <a:pt x="3120745" y="667764"/>
                  <a:pt x="3122746" y="673100"/>
                </a:cubicBezTo>
                <a:cubicBezTo>
                  <a:pt x="3125517" y="680488"/>
                  <a:pt x="3128436" y="692364"/>
                  <a:pt x="3132271" y="698500"/>
                </a:cubicBezTo>
                <a:cubicBezTo>
                  <a:pt x="3134651" y="702308"/>
                  <a:pt x="3139186" y="704371"/>
                  <a:pt x="3141796" y="708025"/>
                </a:cubicBezTo>
                <a:cubicBezTo>
                  <a:pt x="3144547" y="711876"/>
                  <a:pt x="3145847" y="716588"/>
                  <a:pt x="3148146" y="720725"/>
                </a:cubicBezTo>
                <a:cubicBezTo>
                  <a:pt x="3154528" y="732213"/>
                  <a:pt x="3157405" y="736201"/>
                  <a:pt x="3164021" y="746125"/>
                </a:cubicBezTo>
                <a:cubicBezTo>
                  <a:pt x="3165079" y="751417"/>
                  <a:pt x="3164783" y="757173"/>
                  <a:pt x="3167196" y="762000"/>
                </a:cubicBezTo>
                <a:cubicBezTo>
                  <a:pt x="3170252" y="768112"/>
                  <a:pt x="3180776" y="774228"/>
                  <a:pt x="3186246" y="777875"/>
                </a:cubicBezTo>
                <a:cubicBezTo>
                  <a:pt x="3188363" y="782108"/>
                  <a:pt x="3190934" y="786143"/>
                  <a:pt x="3192596" y="790575"/>
                </a:cubicBezTo>
                <a:cubicBezTo>
                  <a:pt x="3194128" y="794661"/>
                  <a:pt x="3194990" y="798982"/>
                  <a:pt x="3195771" y="803275"/>
                </a:cubicBezTo>
                <a:cubicBezTo>
                  <a:pt x="3197483" y="812692"/>
                  <a:pt x="3199084" y="831250"/>
                  <a:pt x="3202121" y="841375"/>
                </a:cubicBezTo>
                <a:cubicBezTo>
                  <a:pt x="3214652" y="883146"/>
                  <a:pt x="3203398" y="831886"/>
                  <a:pt x="3211646" y="873125"/>
                </a:cubicBezTo>
                <a:cubicBezTo>
                  <a:pt x="3210588" y="879475"/>
                  <a:pt x="3209112" y="885769"/>
                  <a:pt x="3208471" y="892175"/>
                </a:cubicBezTo>
                <a:cubicBezTo>
                  <a:pt x="3206993" y="906956"/>
                  <a:pt x="3207500" y="921935"/>
                  <a:pt x="3205296" y="936625"/>
                </a:cubicBezTo>
                <a:cubicBezTo>
                  <a:pt x="3204303" y="943244"/>
                  <a:pt x="3200707" y="949217"/>
                  <a:pt x="3198946" y="955675"/>
                </a:cubicBezTo>
                <a:cubicBezTo>
                  <a:pt x="3185483" y="1005040"/>
                  <a:pt x="3208610" y="933033"/>
                  <a:pt x="3189421" y="990600"/>
                </a:cubicBezTo>
                <a:cubicBezTo>
                  <a:pt x="3186891" y="1015902"/>
                  <a:pt x="3188383" y="1016458"/>
                  <a:pt x="3183071" y="1035050"/>
                </a:cubicBezTo>
                <a:cubicBezTo>
                  <a:pt x="3182152" y="1038268"/>
                  <a:pt x="3181393" y="1041582"/>
                  <a:pt x="3179896" y="1044575"/>
                </a:cubicBezTo>
                <a:cubicBezTo>
                  <a:pt x="3167571" y="1069225"/>
                  <a:pt x="3174140" y="1051879"/>
                  <a:pt x="3160846" y="1073150"/>
                </a:cubicBezTo>
                <a:cubicBezTo>
                  <a:pt x="3139055" y="1108016"/>
                  <a:pt x="3171954" y="1062573"/>
                  <a:pt x="3144971" y="1098550"/>
                </a:cubicBezTo>
                <a:cubicBezTo>
                  <a:pt x="3143913" y="1101725"/>
                  <a:pt x="3143887" y="1105462"/>
                  <a:pt x="3141796" y="1108075"/>
                </a:cubicBezTo>
                <a:lnTo>
                  <a:pt x="3103696" y="1146175"/>
                </a:lnTo>
                <a:cubicBezTo>
                  <a:pt x="3087971" y="1161900"/>
                  <a:pt x="3084621" y="1166300"/>
                  <a:pt x="3062421" y="1181100"/>
                </a:cubicBezTo>
                <a:cubicBezTo>
                  <a:pt x="3056071" y="1185333"/>
                  <a:pt x="3049330" y="1189032"/>
                  <a:pt x="3043371" y="1193800"/>
                </a:cubicBezTo>
                <a:cubicBezTo>
                  <a:pt x="3038079" y="1198033"/>
                  <a:pt x="3033445" y="1203255"/>
                  <a:pt x="3027496" y="1206500"/>
                </a:cubicBezTo>
                <a:cubicBezTo>
                  <a:pt x="3021620" y="1209705"/>
                  <a:pt x="3014186" y="1209406"/>
                  <a:pt x="3008446" y="1212850"/>
                </a:cubicBezTo>
                <a:cubicBezTo>
                  <a:pt x="3003154" y="1216025"/>
                  <a:pt x="2998301" y="1220083"/>
                  <a:pt x="2992571" y="1222375"/>
                </a:cubicBezTo>
                <a:cubicBezTo>
                  <a:pt x="2987561" y="1224379"/>
                  <a:pt x="2981964" y="1224379"/>
                  <a:pt x="2976696" y="1225550"/>
                </a:cubicBezTo>
                <a:cubicBezTo>
                  <a:pt x="2972436" y="1226497"/>
                  <a:pt x="2968229" y="1227667"/>
                  <a:pt x="2963996" y="1228725"/>
                </a:cubicBezTo>
                <a:cubicBezTo>
                  <a:pt x="2955264" y="1227852"/>
                  <a:pt x="2924929" y="1222021"/>
                  <a:pt x="2913196" y="1228725"/>
                </a:cubicBezTo>
                <a:cubicBezTo>
                  <a:pt x="2910290" y="1230385"/>
                  <a:pt x="2911681" y="1235344"/>
                  <a:pt x="2910021" y="1238250"/>
                </a:cubicBezTo>
                <a:cubicBezTo>
                  <a:pt x="2907396" y="1242844"/>
                  <a:pt x="2903301" y="1246463"/>
                  <a:pt x="2900496" y="1250950"/>
                </a:cubicBezTo>
                <a:cubicBezTo>
                  <a:pt x="2896040" y="1258080"/>
                  <a:pt x="2893245" y="1265215"/>
                  <a:pt x="2890971" y="1273175"/>
                </a:cubicBezTo>
                <a:cubicBezTo>
                  <a:pt x="2887933" y="1283809"/>
                  <a:pt x="2886476" y="1294865"/>
                  <a:pt x="2881446" y="1304925"/>
                </a:cubicBezTo>
                <a:cubicBezTo>
                  <a:pt x="2879329" y="1309158"/>
                  <a:pt x="2877444" y="1313516"/>
                  <a:pt x="2875096" y="1317625"/>
                </a:cubicBezTo>
                <a:cubicBezTo>
                  <a:pt x="2873203" y="1320938"/>
                  <a:pt x="2870453" y="1323737"/>
                  <a:pt x="2868746" y="1327150"/>
                </a:cubicBezTo>
                <a:cubicBezTo>
                  <a:pt x="2855886" y="1352870"/>
                  <a:pt x="2870929" y="1334492"/>
                  <a:pt x="2849696" y="1355725"/>
                </a:cubicBezTo>
                <a:cubicBezTo>
                  <a:pt x="2848638" y="1358900"/>
                  <a:pt x="2848295" y="1362412"/>
                  <a:pt x="2846521" y="1365250"/>
                </a:cubicBezTo>
                <a:cubicBezTo>
                  <a:pt x="2831468" y="1389335"/>
                  <a:pt x="2829554" y="1378347"/>
                  <a:pt x="2808421" y="1406525"/>
                </a:cubicBezTo>
                <a:cubicBezTo>
                  <a:pt x="2805246" y="1410758"/>
                  <a:pt x="2802961" y="1415837"/>
                  <a:pt x="2798896" y="1419225"/>
                </a:cubicBezTo>
                <a:cubicBezTo>
                  <a:pt x="2796325" y="1421368"/>
                  <a:pt x="2792364" y="1420903"/>
                  <a:pt x="2789371" y="1422400"/>
                </a:cubicBezTo>
                <a:cubicBezTo>
                  <a:pt x="2785958" y="1424107"/>
                  <a:pt x="2782951" y="1426532"/>
                  <a:pt x="2779846" y="1428750"/>
                </a:cubicBezTo>
                <a:cubicBezTo>
                  <a:pt x="2775540" y="1431826"/>
                  <a:pt x="2771164" y="1434831"/>
                  <a:pt x="2767146" y="1438275"/>
                </a:cubicBezTo>
                <a:cubicBezTo>
                  <a:pt x="2763737" y="1441197"/>
                  <a:pt x="2761275" y="1445190"/>
                  <a:pt x="2757621" y="1447800"/>
                </a:cubicBezTo>
                <a:cubicBezTo>
                  <a:pt x="2750755" y="1452704"/>
                  <a:pt x="2743169" y="1454734"/>
                  <a:pt x="2735396" y="1457325"/>
                </a:cubicBezTo>
                <a:cubicBezTo>
                  <a:pt x="2717301" y="1475420"/>
                  <a:pt x="2735557" y="1460431"/>
                  <a:pt x="2713171" y="1470025"/>
                </a:cubicBezTo>
                <a:cubicBezTo>
                  <a:pt x="2709664" y="1471528"/>
                  <a:pt x="2707059" y="1474668"/>
                  <a:pt x="2703646" y="1476375"/>
                </a:cubicBezTo>
                <a:cubicBezTo>
                  <a:pt x="2700653" y="1477872"/>
                  <a:pt x="2697168" y="1478165"/>
                  <a:pt x="2694121" y="1479550"/>
                </a:cubicBezTo>
                <a:cubicBezTo>
                  <a:pt x="2685503" y="1483467"/>
                  <a:pt x="2678114" y="1491076"/>
                  <a:pt x="2668721" y="1492250"/>
                </a:cubicBezTo>
                <a:cubicBezTo>
                  <a:pt x="2629629" y="1497137"/>
                  <a:pt x="2651828" y="1494771"/>
                  <a:pt x="2602046" y="1498600"/>
                </a:cubicBezTo>
                <a:cubicBezTo>
                  <a:pt x="2593579" y="1500717"/>
                  <a:pt x="2585337" y="1504160"/>
                  <a:pt x="2576646" y="1504950"/>
                </a:cubicBezTo>
                <a:cubicBezTo>
                  <a:pt x="2573313" y="1505253"/>
                  <a:pt x="2570468" y="1501775"/>
                  <a:pt x="2567121" y="1501775"/>
                </a:cubicBezTo>
                <a:cubicBezTo>
                  <a:pt x="2562757" y="1501775"/>
                  <a:pt x="2558654" y="1503892"/>
                  <a:pt x="2554421" y="1504950"/>
                </a:cubicBezTo>
                <a:cubicBezTo>
                  <a:pt x="2509150" y="1489860"/>
                  <a:pt x="2556260" y="1505022"/>
                  <a:pt x="2522671" y="1495425"/>
                </a:cubicBezTo>
                <a:cubicBezTo>
                  <a:pt x="2509486" y="1491658"/>
                  <a:pt x="2504347" y="1487409"/>
                  <a:pt x="2487746" y="1485900"/>
                </a:cubicBezTo>
                <a:lnTo>
                  <a:pt x="2452821" y="1482725"/>
                </a:lnTo>
                <a:cubicBezTo>
                  <a:pt x="2449646" y="1479550"/>
                  <a:pt x="2447032" y="1475691"/>
                  <a:pt x="2443296" y="1473200"/>
                </a:cubicBezTo>
                <a:cubicBezTo>
                  <a:pt x="2440511" y="1471344"/>
                  <a:pt x="2436764" y="1471522"/>
                  <a:pt x="2433771" y="1470025"/>
                </a:cubicBezTo>
                <a:cubicBezTo>
                  <a:pt x="2430358" y="1468318"/>
                  <a:pt x="2427659" y="1465382"/>
                  <a:pt x="2424246" y="1463675"/>
                </a:cubicBezTo>
                <a:cubicBezTo>
                  <a:pt x="2421253" y="1462178"/>
                  <a:pt x="2417714" y="1461997"/>
                  <a:pt x="2414721" y="1460500"/>
                </a:cubicBezTo>
                <a:cubicBezTo>
                  <a:pt x="2398719" y="1452499"/>
                  <a:pt x="2411119" y="1455860"/>
                  <a:pt x="2395671" y="1444625"/>
                </a:cubicBezTo>
                <a:cubicBezTo>
                  <a:pt x="2387596" y="1438753"/>
                  <a:pt x="2377331" y="1435810"/>
                  <a:pt x="2370271" y="1428750"/>
                </a:cubicBezTo>
                <a:cubicBezTo>
                  <a:pt x="2367096" y="1425575"/>
                  <a:pt x="2363237" y="1422961"/>
                  <a:pt x="2360746" y="1419225"/>
                </a:cubicBezTo>
                <a:cubicBezTo>
                  <a:pt x="2356808" y="1413318"/>
                  <a:pt x="2355896" y="1405518"/>
                  <a:pt x="2351221" y="1400175"/>
                </a:cubicBezTo>
                <a:cubicBezTo>
                  <a:pt x="2348104" y="1396613"/>
                  <a:pt x="2342372" y="1396576"/>
                  <a:pt x="2338521" y="1393825"/>
                </a:cubicBezTo>
                <a:cubicBezTo>
                  <a:pt x="2317711" y="1378961"/>
                  <a:pt x="2339903" y="1387936"/>
                  <a:pt x="2319471" y="1381125"/>
                </a:cubicBezTo>
                <a:cubicBezTo>
                  <a:pt x="2316296" y="1375833"/>
                  <a:pt x="2314310" y="1369614"/>
                  <a:pt x="2309946" y="1365250"/>
                </a:cubicBezTo>
                <a:cubicBezTo>
                  <a:pt x="2304412" y="1359716"/>
                  <a:pt x="2291633" y="1357497"/>
                  <a:pt x="2284546" y="1355725"/>
                </a:cubicBezTo>
                <a:cubicBezTo>
                  <a:pt x="2279254" y="1356783"/>
                  <a:pt x="2274045" y="1359389"/>
                  <a:pt x="2268671" y="1358900"/>
                </a:cubicBezTo>
                <a:cubicBezTo>
                  <a:pt x="2245732" y="1356815"/>
                  <a:pt x="2254543" y="1349870"/>
                  <a:pt x="2233746" y="1346200"/>
                </a:cubicBezTo>
                <a:cubicBezTo>
                  <a:pt x="2221196" y="1343985"/>
                  <a:pt x="2208346" y="1344083"/>
                  <a:pt x="2195646" y="1343025"/>
                </a:cubicBezTo>
                <a:cubicBezTo>
                  <a:pt x="2191413" y="1339850"/>
                  <a:pt x="2187252" y="1336576"/>
                  <a:pt x="2182946" y="1333500"/>
                </a:cubicBezTo>
                <a:cubicBezTo>
                  <a:pt x="2179841" y="1331282"/>
                  <a:pt x="2177207" y="1326677"/>
                  <a:pt x="2173421" y="1327150"/>
                </a:cubicBezTo>
                <a:cubicBezTo>
                  <a:pt x="2167298" y="1327915"/>
                  <a:pt x="2162838" y="1333500"/>
                  <a:pt x="2157546" y="1336675"/>
                </a:cubicBezTo>
                <a:cubicBezTo>
                  <a:pt x="2161429" y="1344440"/>
                  <a:pt x="2165202" y="1350491"/>
                  <a:pt x="2167071" y="1358900"/>
                </a:cubicBezTo>
                <a:cubicBezTo>
                  <a:pt x="2168468" y="1365184"/>
                  <a:pt x="2169188" y="1371600"/>
                  <a:pt x="2170246" y="1377950"/>
                </a:cubicBezTo>
                <a:cubicBezTo>
                  <a:pt x="2168129" y="1412875"/>
                  <a:pt x="2166449" y="1447829"/>
                  <a:pt x="2163896" y="1482725"/>
                </a:cubicBezTo>
                <a:cubicBezTo>
                  <a:pt x="2163273" y="1491235"/>
                  <a:pt x="2162790" y="1499847"/>
                  <a:pt x="2160721" y="1508125"/>
                </a:cubicBezTo>
                <a:cubicBezTo>
                  <a:pt x="2159573" y="1512717"/>
                  <a:pt x="2155868" y="1516335"/>
                  <a:pt x="2154371" y="1520825"/>
                </a:cubicBezTo>
                <a:cubicBezTo>
                  <a:pt x="2142245" y="1557202"/>
                  <a:pt x="2154983" y="1535782"/>
                  <a:pt x="2141671" y="1555750"/>
                </a:cubicBezTo>
                <a:cubicBezTo>
                  <a:pt x="2141025" y="1558334"/>
                  <a:pt x="2137314" y="1574559"/>
                  <a:pt x="2135321" y="1577975"/>
                </a:cubicBezTo>
                <a:cubicBezTo>
                  <a:pt x="2129553" y="1587863"/>
                  <a:pt x="2122161" y="1596734"/>
                  <a:pt x="2116271" y="1606550"/>
                </a:cubicBezTo>
                <a:cubicBezTo>
                  <a:pt x="2113096" y="1611842"/>
                  <a:pt x="2110601" y="1617606"/>
                  <a:pt x="2106746" y="1622425"/>
                </a:cubicBezTo>
                <a:cubicBezTo>
                  <a:pt x="2102071" y="1628269"/>
                  <a:pt x="2095799" y="1632668"/>
                  <a:pt x="2090871" y="1638300"/>
                </a:cubicBezTo>
                <a:cubicBezTo>
                  <a:pt x="2088358" y="1641172"/>
                  <a:pt x="2087219" y="1645127"/>
                  <a:pt x="2084521" y="1647825"/>
                </a:cubicBezTo>
                <a:cubicBezTo>
                  <a:pt x="2081823" y="1650523"/>
                  <a:pt x="2078008" y="1651832"/>
                  <a:pt x="2074996" y="1654175"/>
                </a:cubicBezTo>
                <a:cubicBezTo>
                  <a:pt x="2050672" y="1673093"/>
                  <a:pt x="2064882" y="1667071"/>
                  <a:pt x="2046421" y="1673225"/>
                </a:cubicBezTo>
                <a:cubicBezTo>
                  <a:pt x="2020735" y="1707472"/>
                  <a:pt x="2050867" y="1672317"/>
                  <a:pt x="2027371" y="1689100"/>
                </a:cubicBezTo>
                <a:cubicBezTo>
                  <a:pt x="2022499" y="1692580"/>
                  <a:pt x="2019652" y="1698479"/>
                  <a:pt x="2014671" y="1701800"/>
                </a:cubicBezTo>
                <a:cubicBezTo>
                  <a:pt x="2006795" y="1707051"/>
                  <a:pt x="1997738" y="1710267"/>
                  <a:pt x="1989271" y="1714500"/>
                </a:cubicBezTo>
                <a:cubicBezTo>
                  <a:pt x="1985038" y="1716617"/>
                  <a:pt x="1979918" y="1717503"/>
                  <a:pt x="1976571" y="1720850"/>
                </a:cubicBezTo>
                <a:cubicBezTo>
                  <a:pt x="1973396" y="1724025"/>
                  <a:pt x="1971215" y="1728707"/>
                  <a:pt x="1967046" y="1730375"/>
                </a:cubicBezTo>
                <a:cubicBezTo>
                  <a:pt x="1954891" y="1735237"/>
                  <a:pt x="1940655" y="1734046"/>
                  <a:pt x="1928946" y="1739900"/>
                </a:cubicBezTo>
                <a:cubicBezTo>
                  <a:pt x="1924713" y="1742017"/>
                  <a:pt x="1920596" y="1744386"/>
                  <a:pt x="1916246" y="1746250"/>
                </a:cubicBezTo>
                <a:cubicBezTo>
                  <a:pt x="1907947" y="1749807"/>
                  <a:pt x="1902972" y="1749915"/>
                  <a:pt x="1894021" y="1752600"/>
                </a:cubicBezTo>
                <a:cubicBezTo>
                  <a:pt x="1887610" y="1754523"/>
                  <a:pt x="1874971" y="1758950"/>
                  <a:pt x="1874971" y="1758950"/>
                </a:cubicBezTo>
                <a:cubicBezTo>
                  <a:pt x="1872854" y="1765300"/>
                  <a:pt x="1871107" y="1771785"/>
                  <a:pt x="1868621" y="1778000"/>
                </a:cubicBezTo>
                <a:cubicBezTo>
                  <a:pt x="1866504" y="1783292"/>
                  <a:pt x="1863947" y="1788428"/>
                  <a:pt x="1862271" y="1793875"/>
                </a:cubicBezTo>
                <a:cubicBezTo>
                  <a:pt x="1859704" y="1802216"/>
                  <a:pt x="1859824" y="1811469"/>
                  <a:pt x="1855921" y="1819275"/>
                </a:cubicBezTo>
                <a:cubicBezTo>
                  <a:pt x="1847022" y="1837073"/>
                  <a:pt x="1851329" y="1827581"/>
                  <a:pt x="1843221" y="1847850"/>
                </a:cubicBezTo>
                <a:cubicBezTo>
                  <a:pt x="1840468" y="1878128"/>
                  <a:pt x="1841918" y="1875939"/>
                  <a:pt x="1836871" y="1898650"/>
                </a:cubicBezTo>
                <a:cubicBezTo>
                  <a:pt x="1835924" y="1902910"/>
                  <a:pt x="1835228" y="1907264"/>
                  <a:pt x="1833696" y="1911350"/>
                </a:cubicBezTo>
                <a:cubicBezTo>
                  <a:pt x="1832034" y="1915782"/>
                  <a:pt x="1829463" y="1919817"/>
                  <a:pt x="1827346" y="1924050"/>
                </a:cubicBezTo>
                <a:cubicBezTo>
                  <a:pt x="1826288" y="1932517"/>
                  <a:pt x="1827041" y="1941415"/>
                  <a:pt x="1824171" y="1949450"/>
                </a:cubicBezTo>
                <a:cubicBezTo>
                  <a:pt x="1821604" y="1956637"/>
                  <a:pt x="1814884" y="1961674"/>
                  <a:pt x="1811471" y="1968500"/>
                </a:cubicBezTo>
                <a:cubicBezTo>
                  <a:pt x="1805270" y="1980902"/>
                  <a:pt x="1806251" y="1980254"/>
                  <a:pt x="1798771" y="1990725"/>
                </a:cubicBezTo>
                <a:cubicBezTo>
                  <a:pt x="1795695" y="1995031"/>
                  <a:pt x="1792051" y="1998938"/>
                  <a:pt x="1789246" y="2003425"/>
                </a:cubicBezTo>
                <a:cubicBezTo>
                  <a:pt x="1786738" y="2007439"/>
                  <a:pt x="1785736" y="2012339"/>
                  <a:pt x="1782896" y="2016125"/>
                </a:cubicBezTo>
                <a:cubicBezTo>
                  <a:pt x="1779304" y="2020914"/>
                  <a:pt x="1774173" y="2024350"/>
                  <a:pt x="1770196" y="2028825"/>
                </a:cubicBezTo>
                <a:cubicBezTo>
                  <a:pt x="1765694" y="2033890"/>
                  <a:pt x="1762491" y="2040121"/>
                  <a:pt x="1757496" y="2044700"/>
                </a:cubicBezTo>
                <a:cubicBezTo>
                  <a:pt x="1749694" y="2051851"/>
                  <a:pt x="1740902" y="2057879"/>
                  <a:pt x="1732096" y="2063750"/>
                </a:cubicBezTo>
                <a:cubicBezTo>
                  <a:pt x="1724984" y="2068492"/>
                  <a:pt x="1716172" y="2074112"/>
                  <a:pt x="1709871" y="2079625"/>
                </a:cubicBezTo>
                <a:cubicBezTo>
                  <a:pt x="1705365" y="2083567"/>
                  <a:pt x="1701960" y="2088733"/>
                  <a:pt x="1697171" y="2092325"/>
                </a:cubicBezTo>
                <a:cubicBezTo>
                  <a:pt x="1693385" y="2095165"/>
                  <a:pt x="1688257" y="2095835"/>
                  <a:pt x="1684471" y="2098675"/>
                </a:cubicBezTo>
                <a:cubicBezTo>
                  <a:pt x="1674206" y="2106374"/>
                  <a:pt x="1671820" y="2111301"/>
                  <a:pt x="1665421" y="2120900"/>
                </a:cubicBezTo>
                <a:cubicBezTo>
                  <a:pt x="1667538" y="2128308"/>
                  <a:pt x="1669744" y="2135692"/>
                  <a:pt x="1671771" y="2143125"/>
                </a:cubicBezTo>
                <a:cubicBezTo>
                  <a:pt x="1672919" y="2147335"/>
                  <a:pt x="1673414" y="2151739"/>
                  <a:pt x="1674946" y="2155825"/>
                </a:cubicBezTo>
                <a:cubicBezTo>
                  <a:pt x="1678399" y="2165032"/>
                  <a:pt x="1682382" y="2170154"/>
                  <a:pt x="1687646" y="2178050"/>
                </a:cubicBezTo>
                <a:cubicBezTo>
                  <a:pt x="1688704" y="2182283"/>
                  <a:pt x="1689567" y="2186570"/>
                  <a:pt x="1690821" y="2190750"/>
                </a:cubicBezTo>
                <a:cubicBezTo>
                  <a:pt x="1692744" y="2197161"/>
                  <a:pt x="1695858" y="2203236"/>
                  <a:pt x="1697171" y="2209800"/>
                </a:cubicBezTo>
                <a:cubicBezTo>
                  <a:pt x="1699051" y="2219198"/>
                  <a:pt x="1698851" y="2228909"/>
                  <a:pt x="1700346" y="2238375"/>
                </a:cubicBezTo>
                <a:cubicBezTo>
                  <a:pt x="1711092" y="2306431"/>
                  <a:pt x="1702647" y="2246706"/>
                  <a:pt x="1709871" y="2282825"/>
                </a:cubicBezTo>
                <a:cubicBezTo>
                  <a:pt x="1715867" y="2312804"/>
                  <a:pt x="1710368" y="2292157"/>
                  <a:pt x="1716221" y="2327275"/>
                </a:cubicBezTo>
                <a:cubicBezTo>
                  <a:pt x="1716938" y="2331579"/>
                  <a:pt x="1718338" y="2335742"/>
                  <a:pt x="1719396" y="2339975"/>
                </a:cubicBezTo>
                <a:cubicBezTo>
                  <a:pt x="1715512" y="2355513"/>
                  <a:pt x="1714942" y="2355939"/>
                  <a:pt x="1713046" y="2374900"/>
                </a:cubicBezTo>
                <a:cubicBezTo>
                  <a:pt x="1711673" y="2388630"/>
                  <a:pt x="1711483" y="2402471"/>
                  <a:pt x="1709871" y="2416175"/>
                </a:cubicBezTo>
                <a:cubicBezTo>
                  <a:pt x="1708290" y="2429618"/>
                  <a:pt x="1706231" y="2426656"/>
                  <a:pt x="1703521" y="2438400"/>
                </a:cubicBezTo>
                <a:cubicBezTo>
                  <a:pt x="1697365" y="2465075"/>
                  <a:pt x="1699649" y="2467129"/>
                  <a:pt x="1690821" y="2489200"/>
                </a:cubicBezTo>
                <a:cubicBezTo>
                  <a:pt x="1683901" y="2506499"/>
                  <a:pt x="1686453" y="2498000"/>
                  <a:pt x="1674946" y="2511425"/>
                </a:cubicBezTo>
                <a:cubicBezTo>
                  <a:pt x="1671502" y="2515443"/>
                  <a:pt x="1668497" y="2519819"/>
                  <a:pt x="1665421" y="2524125"/>
                </a:cubicBezTo>
                <a:cubicBezTo>
                  <a:pt x="1663203" y="2527230"/>
                  <a:pt x="1661514" y="2530719"/>
                  <a:pt x="1659071" y="2533650"/>
                </a:cubicBezTo>
                <a:cubicBezTo>
                  <a:pt x="1656196" y="2537099"/>
                  <a:pt x="1652468" y="2539766"/>
                  <a:pt x="1649546" y="2543175"/>
                </a:cubicBezTo>
                <a:cubicBezTo>
                  <a:pt x="1646102" y="2547193"/>
                  <a:pt x="1643465" y="2551857"/>
                  <a:pt x="1640021" y="2555875"/>
                </a:cubicBezTo>
                <a:cubicBezTo>
                  <a:pt x="1633481" y="2563506"/>
                  <a:pt x="1626161" y="2569348"/>
                  <a:pt x="1617796" y="2574925"/>
                </a:cubicBezTo>
                <a:cubicBezTo>
                  <a:pt x="1612661" y="2578348"/>
                  <a:pt x="1607560" y="2581944"/>
                  <a:pt x="1601921" y="2584450"/>
                </a:cubicBezTo>
                <a:cubicBezTo>
                  <a:pt x="1597933" y="2586222"/>
                  <a:pt x="1593454" y="2586567"/>
                  <a:pt x="1589221" y="2587625"/>
                </a:cubicBezTo>
                <a:cubicBezTo>
                  <a:pt x="1580754" y="2593975"/>
                  <a:pt x="1571305" y="2599191"/>
                  <a:pt x="1563821" y="2606675"/>
                </a:cubicBezTo>
                <a:cubicBezTo>
                  <a:pt x="1560646" y="2609850"/>
                  <a:pt x="1558032" y="2613709"/>
                  <a:pt x="1554296" y="2616200"/>
                </a:cubicBezTo>
                <a:cubicBezTo>
                  <a:pt x="1551511" y="2618056"/>
                  <a:pt x="1547847" y="2618057"/>
                  <a:pt x="1544771" y="2619375"/>
                </a:cubicBezTo>
                <a:cubicBezTo>
                  <a:pt x="1540421" y="2621239"/>
                  <a:pt x="1536180" y="2623377"/>
                  <a:pt x="1532071" y="2625725"/>
                </a:cubicBezTo>
                <a:cubicBezTo>
                  <a:pt x="1528758" y="2627618"/>
                  <a:pt x="1525959" y="2630368"/>
                  <a:pt x="1522546" y="2632075"/>
                </a:cubicBezTo>
                <a:cubicBezTo>
                  <a:pt x="1519553" y="2633572"/>
                  <a:pt x="1516014" y="2633753"/>
                  <a:pt x="1513021" y="2635250"/>
                </a:cubicBezTo>
                <a:cubicBezTo>
                  <a:pt x="1509608" y="2636957"/>
                  <a:pt x="1506909" y="2639893"/>
                  <a:pt x="1503496" y="2641600"/>
                </a:cubicBezTo>
                <a:cubicBezTo>
                  <a:pt x="1500503" y="2643097"/>
                  <a:pt x="1497047" y="2643457"/>
                  <a:pt x="1493971" y="2644775"/>
                </a:cubicBezTo>
                <a:cubicBezTo>
                  <a:pt x="1489621" y="2646639"/>
                  <a:pt x="1485703" y="2649463"/>
                  <a:pt x="1481271" y="2651125"/>
                </a:cubicBezTo>
                <a:cubicBezTo>
                  <a:pt x="1477185" y="2652657"/>
                  <a:pt x="1472838" y="2653386"/>
                  <a:pt x="1468571" y="2654300"/>
                </a:cubicBezTo>
                <a:cubicBezTo>
                  <a:pt x="1458018" y="2656561"/>
                  <a:pt x="1447338" y="2658223"/>
                  <a:pt x="1436821" y="2660650"/>
                </a:cubicBezTo>
                <a:cubicBezTo>
                  <a:pt x="1433560" y="2661403"/>
                  <a:pt x="1430222" y="2662200"/>
                  <a:pt x="1427296" y="2663825"/>
                </a:cubicBezTo>
                <a:cubicBezTo>
                  <a:pt x="1420625" y="2667531"/>
                  <a:pt x="1415486" y="2674112"/>
                  <a:pt x="1408246" y="2676525"/>
                </a:cubicBezTo>
                <a:cubicBezTo>
                  <a:pt x="1395101" y="2680907"/>
                  <a:pt x="1401506" y="2677844"/>
                  <a:pt x="1389196" y="2686050"/>
                </a:cubicBezTo>
                <a:cubicBezTo>
                  <a:pt x="1384963" y="2684992"/>
                  <a:pt x="1380756" y="2683822"/>
                  <a:pt x="1376496" y="2682875"/>
                </a:cubicBezTo>
                <a:cubicBezTo>
                  <a:pt x="1371228" y="2681704"/>
                  <a:pt x="1365827" y="2681120"/>
                  <a:pt x="1360621" y="2679700"/>
                </a:cubicBezTo>
                <a:cubicBezTo>
                  <a:pt x="1316310" y="2667615"/>
                  <a:pt x="1364373" y="2677910"/>
                  <a:pt x="1325696" y="2670175"/>
                </a:cubicBezTo>
                <a:cubicBezTo>
                  <a:pt x="1321463" y="2668058"/>
                  <a:pt x="1317390" y="2665583"/>
                  <a:pt x="1312996" y="2663825"/>
                </a:cubicBezTo>
                <a:cubicBezTo>
                  <a:pt x="1296883" y="2657380"/>
                  <a:pt x="1294014" y="2657489"/>
                  <a:pt x="1278071" y="2654300"/>
                </a:cubicBezTo>
                <a:cubicBezTo>
                  <a:pt x="1273838" y="2652183"/>
                  <a:pt x="1269385" y="2650458"/>
                  <a:pt x="1265371" y="2647950"/>
                </a:cubicBezTo>
                <a:cubicBezTo>
                  <a:pt x="1260884" y="2645145"/>
                  <a:pt x="1257404" y="2640792"/>
                  <a:pt x="1252671" y="2638425"/>
                </a:cubicBezTo>
                <a:cubicBezTo>
                  <a:pt x="1248768" y="2636474"/>
                  <a:pt x="1244204" y="2636308"/>
                  <a:pt x="1239971" y="2635250"/>
                </a:cubicBezTo>
                <a:cubicBezTo>
                  <a:pt x="1232464" y="2627743"/>
                  <a:pt x="1227250" y="2621631"/>
                  <a:pt x="1217746" y="2616200"/>
                </a:cubicBezTo>
                <a:cubicBezTo>
                  <a:pt x="1214840" y="2614540"/>
                  <a:pt x="1211396" y="2614083"/>
                  <a:pt x="1208221" y="2613025"/>
                </a:cubicBezTo>
                <a:cubicBezTo>
                  <a:pt x="1202929" y="2608792"/>
                  <a:pt x="1197138" y="2605117"/>
                  <a:pt x="1192346" y="2600325"/>
                </a:cubicBezTo>
                <a:cubicBezTo>
                  <a:pt x="1189648" y="2597627"/>
                  <a:pt x="1188439" y="2593731"/>
                  <a:pt x="1185996" y="2590800"/>
                </a:cubicBezTo>
                <a:cubicBezTo>
                  <a:pt x="1183121" y="2587351"/>
                  <a:pt x="1179346" y="2584724"/>
                  <a:pt x="1176471" y="2581275"/>
                </a:cubicBezTo>
                <a:cubicBezTo>
                  <a:pt x="1174028" y="2578344"/>
                  <a:pt x="1172819" y="2574448"/>
                  <a:pt x="1170121" y="2571750"/>
                </a:cubicBezTo>
                <a:cubicBezTo>
                  <a:pt x="1165329" y="2566958"/>
                  <a:pt x="1159038" y="2563842"/>
                  <a:pt x="1154246" y="2559050"/>
                </a:cubicBezTo>
                <a:cubicBezTo>
                  <a:pt x="1150504" y="2555308"/>
                  <a:pt x="1147526" y="2550837"/>
                  <a:pt x="1144721" y="2546350"/>
                </a:cubicBezTo>
                <a:cubicBezTo>
                  <a:pt x="1140571" y="2539709"/>
                  <a:pt x="1137847" y="2529951"/>
                  <a:pt x="1132021" y="2524125"/>
                </a:cubicBezTo>
                <a:cubicBezTo>
                  <a:pt x="1127229" y="2519333"/>
                  <a:pt x="1121438" y="2515658"/>
                  <a:pt x="1116146" y="2511425"/>
                </a:cubicBezTo>
                <a:cubicBezTo>
                  <a:pt x="1109625" y="2491861"/>
                  <a:pt x="1117083" y="2512740"/>
                  <a:pt x="1106621" y="2489200"/>
                </a:cubicBezTo>
                <a:cubicBezTo>
                  <a:pt x="1104306" y="2483992"/>
                  <a:pt x="1102586" y="2478533"/>
                  <a:pt x="1100271" y="2473325"/>
                </a:cubicBezTo>
                <a:cubicBezTo>
                  <a:pt x="1082473" y="2433280"/>
                  <a:pt x="1106394" y="2491808"/>
                  <a:pt x="1087571" y="2444750"/>
                </a:cubicBezTo>
                <a:cubicBezTo>
                  <a:pt x="1086513" y="2423583"/>
                  <a:pt x="1086021" y="2402381"/>
                  <a:pt x="1084396" y="2381250"/>
                </a:cubicBezTo>
                <a:cubicBezTo>
                  <a:pt x="1083036" y="2363570"/>
                  <a:pt x="1081066" y="2364599"/>
                  <a:pt x="1078046" y="2349500"/>
                </a:cubicBezTo>
                <a:cubicBezTo>
                  <a:pt x="1072458" y="2321561"/>
                  <a:pt x="1077875" y="2339462"/>
                  <a:pt x="1071696" y="2320925"/>
                </a:cubicBezTo>
                <a:cubicBezTo>
                  <a:pt x="1070638" y="2294467"/>
                  <a:pt x="1070343" y="2267967"/>
                  <a:pt x="1068521" y="2241550"/>
                </a:cubicBezTo>
                <a:cubicBezTo>
                  <a:pt x="1068221" y="2237197"/>
                  <a:pt x="1066202" y="2233129"/>
                  <a:pt x="1065346" y="2228850"/>
                </a:cubicBezTo>
                <a:cubicBezTo>
                  <a:pt x="1064083" y="2222537"/>
                  <a:pt x="1065742" y="2215156"/>
                  <a:pt x="1062171" y="2209800"/>
                </a:cubicBezTo>
                <a:cubicBezTo>
                  <a:pt x="1053690" y="2197079"/>
                  <a:pt x="1028184" y="2198263"/>
                  <a:pt x="1017721" y="2197100"/>
                </a:cubicBezTo>
                <a:cubicBezTo>
                  <a:pt x="972046" y="2181875"/>
                  <a:pt x="1029085" y="2200347"/>
                  <a:pt x="973271" y="2184400"/>
                </a:cubicBezTo>
                <a:cubicBezTo>
                  <a:pt x="946850" y="2176851"/>
                  <a:pt x="958521" y="2179919"/>
                  <a:pt x="938346" y="2174875"/>
                </a:cubicBezTo>
                <a:cubicBezTo>
                  <a:pt x="914675" y="2159094"/>
                  <a:pt x="947414" y="2179038"/>
                  <a:pt x="909771" y="2165350"/>
                </a:cubicBezTo>
                <a:cubicBezTo>
                  <a:pt x="903971" y="2163241"/>
                  <a:pt x="899416" y="2158585"/>
                  <a:pt x="893896" y="2155825"/>
                </a:cubicBezTo>
                <a:cubicBezTo>
                  <a:pt x="890903" y="2154328"/>
                  <a:pt x="887546" y="2153708"/>
                  <a:pt x="884371" y="2152650"/>
                </a:cubicBezTo>
                <a:cubicBezTo>
                  <a:pt x="880138" y="2154767"/>
                  <a:pt x="875018" y="2155653"/>
                  <a:pt x="871671" y="2159000"/>
                </a:cubicBezTo>
                <a:cubicBezTo>
                  <a:pt x="859697" y="2170974"/>
                  <a:pt x="869736" y="2169840"/>
                  <a:pt x="862146" y="2181225"/>
                </a:cubicBezTo>
                <a:cubicBezTo>
                  <a:pt x="855189" y="2191660"/>
                  <a:pt x="851881" y="2189779"/>
                  <a:pt x="843096" y="2197100"/>
                </a:cubicBezTo>
                <a:cubicBezTo>
                  <a:pt x="839647" y="2199975"/>
                  <a:pt x="837470" y="2204397"/>
                  <a:pt x="833571" y="2206625"/>
                </a:cubicBezTo>
                <a:cubicBezTo>
                  <a:pt x="829782" y="2208790"/>
                  <a:pt x="824957" y="2208268"/>
                  <a:pt x="820871" y="2209800"/>
                </a:cubicBezTo>
                <a:cubicBezTo>
                  <a:pt x="816439" y="2211462"/>
                  <a:pt x="812185" y="2213642"/>
                  <a:pt x="808171" y="2216150"/>
                </a:cubicBezTo>
                <a:cubicBezTo>
                  <a:pt x="802418" y="2219745"/>
                  <a:pt x="792663" y="2228667"/>
                  <a:pt x="785946" y="2232025"/>
                </a:cubicBezTo>
                <a:cubicBezTo>
                  <a:pt x="763126" y="2243435"/>
                  <a:pt x="776274" y="2232446"/>
                  <a:pt x="754196" y="2247900"/>
                </a:cubicBezTo>
                <a:cubicBezTo>
                  <a:pt x="748644" y="2251786"/>
                  <a:pt x="743960" y="2256841"/>
                  <a:pt x="738321" y="2260600"/>
                </a:cubicBezTo>
                <a:cubicBezTo>
                  <a:pt x="734383" y="2263225"/>
                  <a:pt x="729472" y="2264199"/>
                  <a:pt x="725621" y="2266950"/>
                </a:cubicBezTo>
                <a:cubicBezTo>
                  <a:pt x="721967" y="2269560"/>
                  <a:pt x="719750" y="2273865"/>
                  <a:pt x="716096" y="2276475"/>
                </a:cubicBezTo>
                <a:cubicBezTo>
                  <a:pt x="712245" y="2279226"/>
                  <a:pt x="707247" y="2280074"/>
                  <a:pt x="703396" y="2282825"/>
                </a:cubicBezTo>
                <a:cubicBezTo>
                  <a:pt x="683085" y="2297333"/>
                  <a:pt x="706423" y="2289257"/>
                  <a:pt x="677996" y="2305050"/>
                </a:cubicBezTo>
                <a:cubicBezTo>
                  <a:pt x="674182" y="2307169"/>
                  <a:pt x="669529" y="2307167"/>
                  <a:pt x="665296" y="2308225"/>
                </a:cubicBezTo>
                <a:cubicBezTo>
                  <a:pt x="661063" y="2316692"/>
                  <a:pt x="655589" y="2324645"/>
                  <a:pt x="652596" y="2333625"/>
                </a:cubicBezTo>
                <a:cubicBezTo>
                  <a:pt x="644749" y="2357165"/>
                  <a:pt x="649239" y="2346688"/>
                  <a:pt x="639896" y="2365375"/>
                </a:cubicBezTo>
                <a:cubicBezTo>
                  <a:pt x="661063" y="2366433"/>
                  <a:pt x="682261" y="2366984"/>
                  <a:pt x="703396" y="2368550"/>
                </a:cubicBezTo>
                <a:cubicBezTo>
                  <a:pt x="711036" y="2369116"/>
                  <a:pt x="732652" y="2372689"/>
                  <a:pt x="741496" y="2374900"/>
                </a:cubicBezTo>
                <a:cubicBezTo>
                  <a:pt x="748971" y="2376769"/>
                  <a:pt x="756313" y="2379133"/>
                  <a:pt x="763721" y="2381250"/>
                </a:cubicBezTo>
                <a:cubicBezTo>
                  <a:pt x="782824" y="2374882"/>
                  <a:pt x="763745" y="2378087"/>
                  <a:pt x="782771" y="2387600"/>
                </a:cubicBezTo>
                <a:cubicBezTo>
                  <a:pt x="787598" y="2390013"/>
                  <a:pt x="793354" y="2389717"/>
                  <a:pt x="798646" y="2390775"/>
                </a:cubicBezTo>
                <a:cubicBezTo>
                  <a:pt x="801821" y="2389717"/>
                  <a:pt x="804824" y="2387600"/>
                  <a:pt x="808171" y="2387600"/>
                </a:cubicBezTo>
                <a:cubicBezTo>
                  <a:pt x="813567" y="2387600"/>
                  <a:pt x="818778" y="2389604"/>
                  <a:pt x="824046" y="2390775"/>
                </a:cubicBezTo>
                <a:cubicBezTo>
                  <a:pt x="828306" y="2391722"/>
                  <a:pt x="832566" y="2392696"/>
                  <a:pt x="836746" y="2393950"/>
                </a:cubicBezTo>
                <a:cubicBezTo>
                  <a:pt x="843157" y="2395873"/>
                  <a:pt x="849232" y="2398987"/>
                  <a:pt x="855796" y="2400300"/>
                </a:cubicBezTo>
                <a:cubicBezTo>
                  <a:pt x="861088" y="2401358"/>
                  <a:pt x="866436" y="2402166"/>
                  <a:pt x="871671" y="2403475"/>
                </a:cubicBezTo>
                <a:cubicBezTo>
                  <a:pt x="874918" y="2404287"/>
                  <a:pt x="877949" y="2405838"/>
                  <a:pt x="881196" y="2406650"/>
                </a:cubicBezTo>
                <a:cubicBezTo>
                  <a:pt x="886431" y="2407959"/>
                  <a:pt x="891836" y="2408516"/>
                  <a:pt x="897071" y="2409825"/>
                </a:cubicBezTo>
                <a:cubicBezTo>
                  <a:pt x="900318" y="2410637"/>
                  <a:pt x="903378" y="2412081"/>
                  <a:pt x="906596" y="2413000"/>
                </a:cubicBezTo>
                <a:cubicBezTo>
                  <a:pt x="910792" y="2414199"/>
                  <a:pt x="915063" y="2415117"/>
                  <a:pt x="919296" y="2416175"/>
                </a:cubicBezTo>
                <a:cubicBezTo>
                  <a:pt x="922471" y="2419350"/>
                  <a:pt x="925393" y="2422800"/>
                  <a:pt x="928821" y="2425700"/>
                </a:cubicBezTo>
                <a:cubicBezTo>
                  <a:pt x="954620" y="2447530"/>
                  <a:pt x="951808" y="2445258"/>
                  <a:pt x="970096" y="2457450"/>
                </a:cubicBezTo>
                <a:cubicBezTo>
                  <a:pt x="975126" y="2467510"/>
                  <a:pt x="977728" y="2474607"/>
                  <a:pt x="985971" y="2482850"/>
                </a:cubicBezTo>
                <a:cubicBezTo>
                  <a:pt x="989713" y="2486592"/>
                  <a:pt x="994438" y="2489200"/>
                  <a:pt x="998671" y="2492375"/>
                </a:cubicBezTo>
                <a:cubicBezTo>
                  <a:pt x="1006356" y="2515430"/>
                  <a:pt x="995353" y="2485767"/>
                  <a:pt x="1011371" y="2514600"/>
                </a:cubicBezTo>
                <a:cubicBezTo>
                  <a:pt x="1022588" y="2534790"/>
                  <a:pt x="1010186" y="2527963"/>
                  <a:pt x="1027246" y="2533650"/>
                </a:cubicBezTo>
                <a:cubicBezTo>
                  <a:pt x="1030421" y="2537883"/>
                  <a:pt x="1034146" y="2541756"/>
                  <a:pt x="1036771" y="2546350"/>
                </a:cubicBezTo>
                <a:cubicBezTo>
                  <a:pt x="1038431" y="2549256"/>
                  <a:pt x="1038090" y="2553090"/>
                  <a:pt x="1039946" y="2555875"/>
                </a:cubicBezTo>
                <a:cubicBezTo>
                  <a:pt x="1042437" y="2559611"/>
                  <a:pt x="1046596" y="2561951"/>
                  <a:pt x="1049471" y="2565400"/>
                </a:cubicBezTo>
                <a:cubicBezTo>
                  <a:pt x="1073648" y="2594413"/>
                  <a:pt x="1030363" y="2549467"/>
                  <a:pt x="1068521" y="2587625"/>
                </a:cubicBezTo>
                <a:cubicBezTo>
                  <a:pt x="1069579" y="2591858"/>
                  <a:pt x="1070164" y="2596239"/>
                  <a:pt x="1071696" y="2600325"/>
                </a:cubicBezTo>
                <a:cubicBezTo>
                  <a:pt x="1073358" y="2604757"/>
                  <a:pt x="1076686" y="2608492"/>
                  <a:pt x="1078046" y="2613025"/>
                </a:cubicBezTo>
                <a:cubicBezTo>
                  <a:pt x="1079896" y="2619191"/>
                  <a:pt x="1080069" y="2625741"/>
                  <a:pt x="1081221" y="2632075"/>
                </a:cubicBezTo>
                <a:cubicBezTo>
                  <a:pt x="1090096" y="2680888"/>
                  <a:pt x="1078215" y="2610865"/>
                  <a:pt x="1087571" y="2667000"/>
                </a:cubicBezTo>
                <a:cubicBezTo>
                  <a:pt x="1084830" y="2721811"/>
                  <a:pt x="1087651" y="2714188"/>
                  <a:pt x="1081221" y="2749550"/>
                </a:cubicBezTo>
                <a:cubicBezTo>
                  <a:pt x="1080256" y="2754859"/>
                  <a:pt x="1079597" y="2760256"/>
                  <a:pt x="1078046" y="2765425"/>
                </a:cubicBezTo>
                <a:cubicBezTo>
                  <a:pt x="1076408" y="2770884"/>
                  <a:pt x="1073813" y="2776008"/>
                  <a:pt x="1071696" y="2781300"/>
                </a:cubicBezTo>
                <a:cubicBezTo>
                  <a:pt x="1064247" y="2848344"/>
                  <a:pt x="1074248" y="2781468"/>
                  <a:pt x="1062171" y="2825750"/>
                </a:cubicBezTo>
                <a:cubicBezTo>
                  <a:pt x="1060477" y="2831961"/>
                  <a:pt x="1061032" y="2838693"/>
                  <a:pt x="1058996" y="2844800"/>
                </a:cubicBezTo>
                <a:cubicBezTo>
                  <a:pt x="1057789" y="2848420"/>
                  <a:pt x="1054499" y="2850989"/>
                  <a:pt x="1052646" y="2854325"/>
                </a:cubicBezTo>
                <a:cubicBezTo>
                  <a:pt x="1049198" y="2860531"/>
                  <a:pt x="1047381" y="2867695"/>
                  <a:pt x="1043121" y="2873375"/>
                </a:cubicBezTo>
                <a:cubicBezTo>
                  <a:pt x="1040831" y="2876428"/>
                  <a:pt x="1036527" y="2877282"/>
                  <a:pt x="1033596" y="2879725"/>
                </a:cubicBezTo>
                <a:cubicBezTo>
                  <a:pt x="1030147" y="2882600"/>
                  <a:pt x="1026681" y="2885596"/>
                  <a:pt x="1024071" y="2889250"/>
                </a:cubicBezTo>
                <a:cubicBezTo>
                  <a:pt x="989581" y="2937536"/>
                  <a:pt x="1053276" y="2860364"/>
                  <a:pt x="1005021" y="2914650"/>
                </a:cubicBezTo>
                <a:cubicBezTo>
                  <a:pt x="1000519" y="2919715"/>
                  <a:pt x="996307" y="2925044"/>
                  <a:pt x="992321" y="2930525"/>
                </a:cubicBezTo>
                <a:cubicBezTo>
                  <a:pt x="987832" y="2936697"/>
                  <a:pt x="985971" y="2945342"/>
                  <a:pt x="979621" y="2949575"/>
                </a:cubicBezTo>
                <a:lnTo>
                  <a:pt x="970096" y="2955925"/>
                </a:lnTo>
                <a:cubicBezTo>
                  <a:pt x="965033" y="2963520"/>
                  <a:pt x="961999" y="2969419"/>
                  <a:pt x="954221" y="2974975"/>
                </a:cubicBezTo>
                <a:cubicBezTo>
                  <a:pt x="950370" y="2977726"/>
                  <a:pt x="945580" y="2978890"/>
                  <a:pt x="941521" y="2981325"/>
                </a:cubicBezTo>
                <a:cubicBezTo>
                  <a:pt x="934977" y="2985252"/>
                  <a:pt x="928576" y="2989446"/>
                  <a:pt x="922471" y="2994025"/>
                </a:cubicBezTo>
                <a:cubicBezTo>
                  <a:pt x="918238" y="2997200"/>
                  <a:pt x="914504" y="3001183"/>
                  <a:pt x="909771" y="3003550"/>
                </a:cubicBezTo>
                <a:cubicBezTo>
                  <a:pt x="905868" y="3005501"/>
                  <a:pt x="901304" y="3005667"/>
                  <a:pt x="897071" y="3006725"/>
                </a:cubicBezTo>
                <a:cubicBezTo>
                  <a:pt x="894954" y="3009900"/>
                  <a:pt x="893896" y="3014133"/>
                  <a:pt x="890721" y="3016250"/>
                </a:cubicBezTo>
                <a:cubicBezTo>
                  <a:pt x="887090" y="3018671"/>
                  <a:pt x="882049" y="3017747"/>
                  <a:pt x="878021" y="3019425"/>
                </a:cubicBezTo>
                <a:cubicBezTo>
                  <a:pt x="869283" y="3023066"/>
                  <a:pt x="860497" y="3026874"/>
                  <a:pt x="852621" y="3032125"/>
                </a:cubicBezTo>
                <a:cubicBezTo>
                  <a:pt x="849446" y="3034242"/>
                  <a:pt x="846583" y="3036925"/>
                  <a:pt x="843096" y="3038475"/>
                </a:cubicBezTo>
                <a:cubicBezTo>
                  <a:pt x="836979" y="3041193"/>
                  <a:pt x="824046" y="3044825"/>
                  <a:pt x="824046" y="3044825"/>
                </a:cubicBezTo>
                <a:cubicBezTo>
                  <a:pt x="811346" y="3043767"/>
                  <a:pt x="798682" y="3041195"/>
                  <a:pt x="785946" y="3041650"/>
                </a:cubicBezTo>
                <a:cubicBezTo>
                  <a:pt x="693753" y="3044943"/>
                  <a:pt x="768542" y="3052175"/>
                  <a:pt x="709746" y="3044825"/>
                </a:cubicBezTo>
                <a:cubicBezTo>
                  <a:pt x="706571" y="3043767"/>
                  <a:pt x="703214" y="3043147"/>
                  <a:pt x="700221" y="3041650"/>
                </a:cubicBezTo>
                <a:cubicBezTo>
                  <a:pt x="675602" y="3029340"/>
                  <a:pt x="705112" y="3040105"/>
                  <a:pt x="681171" y="3032125"/>
                </a:cubicBezTo>
                <a:cubicBezTo>
                  <a:pt x="662418" y="3013372"/>
                  <a:pt x="681972" y="3029659"/>
                  <a:pt x="658946" y="3019425"/>
                </a:cubicBezTo>
                <a:cubicBezTo>
                  <a:pt x="653307" y="3016919"/>
                  <a:pt x="648710" y="3012406"/>
                  <a:pt x="643071" y="3009900"/>
                </a:cubicBezTo>
                <a:cubicBezTo>
                  <a:pt x="624760" y="3001762"/>
                  <a:pt x="636324" y="3011289"/>
                  <a:pt x="620846" y="3003550"/>
                </a:cubicBezTo>
                <a:cubicBezTo>
                  <a:pt x="615326" y="3000790"/>
                  <a:pt x="610491" y="2996785"/>
                  <a:pt x="604971" y="2994025"/>
                </a:cubicBezTo>
                <a:cubicBezTo>
                  <a:pt x="601978" y="2992528"/>
                  <a:pt x="598504" y="2992209"/>
                  <a:pt x="595446" y="2990850"/>
                </a:cubicBezTo>
                <a:cubicBezTo>
                  <a:pt x="561277" y="2975664"/>
                  <a:pt x="588595" y="2987389"/>
                  <a:pt x="566871" y="2974975"/>
                </a:cubicBezTo>
                <a:cubicBezTo>
                  <a:pt x="562762" y="2972627"/>
                  <a:pt x="558022" y="2971376"/>
                  <a:pt x="554171" y="2968625"/>
                </a:cubicBezTo>
                <a:cubicBezTo>
                  <a:pt x="550517" y="2966015"/>
                  <a:pt x="548121" y="2961943"/>
                  <a:pt x="544646" y="2959100"/>
                </a:cubicBezTo>
                <a:cubicBezTo>
                  <a:pt x="536455" y="2952398"/>
                  <a:pt x="525117" y="2948856"/>
                  <a:pt x="519246" y="2940050"/>
                </a:cubicBezTo>
                <a:cubicBezTo>
                  <a:pt x="512623" y="2930115"/>
                  <a:pt x="502580" y="2913859"/>
                  <a:pt x="493846" y="2905125"/>
                </a:cubicBezTo>
                <a:cubicBezTo>
                  <a:pt x="491148" y="2902427"/>
                  <a:pt x="487496" y="2900892"/>
                  <a:pt x="484321" y="2898775"/>
                </a:cubicBezTo>
                <a:cubicBezTo>
                  <a:pt x="476805" y="2883743"/>
                  <a:pt x="467240" y="2862644"/>
                  <a:pt x="455746" y="2851150"/>
                </a:cubicBezTo>
                <a:lnTo>
                  <a:pt x="446221" y="2841625"/>
                </a:lnTo>
                <a:cubicBezTo>
                  <a:pt x="444104" y="2836333"/>
                  <a:pt x="441872" y="2831086"/>
                  <a:pt x="439871" y="2825750"/>
                </a:cubicBezTo>
                <a:cubicBezTo>
                  <a:pt x="438696" y="2822616"/>
                  <a:pt x="438787" y="2818838"/>
                  <a:pt x="436696" y="2816225"/>
                </a:cubicBezTo>
                <a:cubicBezTo>
                  <a:pt x="434312" y="2813245"/>
                  <a:pt x="430346" y="2811992"/>
                  <a:pt x="427171" y="2809875"/>
                </a:cubicBezTo>
                <a:cubicBezTo>
                  <a:pt x="416124" y="2776733"/>
                  <a:pt x="421298" y="2797501"/>
                  <a:pt x="417646" y="2746375"/>
                </a:cubicBezTo>
                <a:cubicBezTo>
                  <a:pt x="418704" y="2738967"/>
                  <a:pt x="420224" y="2731610"/>
                  <a:pt x="420821" y="2724150"/>
                </a:cubicBezTo>
                <a:cubicBezTo>
                  <a:pt x="426127" y="2657822"/>
                  <a:pt x="417621" y="2686124"/>
                  <a:pt x="427171" y="2657475"/>
                </a:cubicBezTo>
                <a:cubicBezTo>
                  <a:pt x="428229" y="2644775"/>
                  <a:pt x="430346" y="2632119"/>
                  <a:pt x="430346" y="2619375"/>
                </a:cubicBezTo>
                <a:cubicBezTo>
                  <a:pt x="430346" y="2615011"/>
                  <a:pt x="429897" y="2610082"/>
                  <a:pt x="427171" y="2606675"/>
                </a:cubicBezTo>
                <a:cubicBezTo>
                  <a:pt x="425080" y="2604062"/>
                  <a:pt x="420821" y="2604558"/>
                  <a:pt x="417646" y="2603500"/>
                </a:cubicBezTo>
                <a:cubicBezTo>
                  <a:pt x="413413" y="2606675"/>
                  <a:pt x="410112" y="2611877"/>
                  <a:pt x="404946" y="2613025"/>
                </a:cubicBezTo>
                <a:cubicBezTo>
                  <a:pt x="399678" y="2614196"/>
                  <a:pt x="394467" y="2609850"/>
                  <a:pt x="389071" y="2609850"/>
                </a:cubicBezTo>
                <a:cubicBezTo>
                  <a:pt x="364706" y="2609850"/>
                  <a:pt x="340388" y="2611967"/>
                  <a:pt x="316046" y="2613025"/>
                </a:cubicBezTo>
                <a:cubicBezTo>
                  <a:pt x="312871" y="2611967"/>
                  <a:pt x="309739" y="2610769"/>
                  <a:pt x="306521" y="2609850"/>
                </a:cubicBezTo>
                <a:cubicBezTo>
                  <a:pt x="295887" y="2606812"/>
                  <a:pt x="284831" y="2605355"/>
                  <a:pt x="274771" y="2600325"/>
                </a:cubicBezTo>
                <a:cubicBezTo>
                  <a:pt x="270538" y="2598208"/>
                  <a:pt x="266180" y="2596323"/>
                  <a:pt x="262071" y="2593975"/>
                </a:cubicBezTo>
                <a:cubicBezTo>
                  <a:pt x="258758" y="2592082"/>
                  <a:pt x="256119" y="2588965"/>
                  <a:pt x="252546" y="2587625"/>
                </a:cubicBezTo>
                <a:cubicBezTo>
                  <a:pt x="248996" y="2586294"/>
                  <a:pt x="219761" y="2581632"/>
                  <a:pt x="217621" y="2581275"/>
                </a:cubicBezTo>
                <a:cubicBezTo>
                  <a:pt x="212329" y="2579158"/>
                  <a:pt x="207102" y="2576873"/>
                  <a:pt x="201746" y="2574925"/>
                </a:cubicBezTo>
                <a:cubicBezTo>
                  <a:pt x="195456" y="2572638"/>
                  <a:pt x="188911" y="2571061"/>
                  <a:pt x="182696" y="2568575"/>
                </a:cubicBezTo>
                <a:lnTo>
                  <a:pt x="166821" y="2562225"/>
                </a:lnTo>
                <a:cubicBezTo>
                  <a:pt x="163646" y="2559050"/>
                  <a:pt x="160840" y="2555457"/>
                  <a:pt x="157296" y="2552700"/>
                </a:cubicBezTo>
                <a:cubicBezTo>
                  <a:pt x="151272" y="2548015"/>
                  <a:pt x="138246" y="2540000"/>
                  <a:pt x="138246" y="2540000"/>
                </a:cubicBezTo>
                <a:cubicBezTo>
                  <a:pt x="123281" y="2517552"/>
                  <a:pt x="142825" y="2544579"/>
                  <a:pt x="119196" y="2520950"/>
                </a:cubicBezTo>
                <a:cubicBezTo>
                  <a:pt x="115454" y="2517208"/>
                  <a:pt x="113156" y="2512232"/>
                  <a:pt x="109671" y="2508250"/>
                </a:cubicBezTo>
                <a:cubicBezTo>
                  <a:pt x="98892" y="2495931"/>
                  <a:pt x="99008" y="2496908"/>
                  <a:pt x="87446" y="2489200"/>
                </a:cubicBezTo>
                <a:cubicBezTo>
                  <a:pt x="83213" y="2481792"/>
                  <a:pt x="79639" y="2473965"/>
                  <a:pt x="74746" y="2466975"/>
                </a:cubicBezTo>
                <a:cubicBezTo>
                  <a:pt x="72171" y="2463297"/>
                  <a:pt x="67402" y="2461375"/>
                  <a:pt x="65221" y="2457450"/>
                </a:cubicBezTo>
                <a:cubicBezTo>
                  <a:pt x="38198" y="2408808"/>
                  <a:pt x="81813" y="2467077"/>
                  <a:pt x="46171" y="2422525"/>
                </a:cubicBezTo>
                <a:cubicBezTo>
                  <a:pt x="45113" y="2419350"/>
                  <a:pt x="43915" y="2416218"/>
                  <a:pt x="42996" y="2413000"/>
                </a:cubicBezTo>
                <a:cubicBezTo>
                  <a:pt x="41797" y="2408804"/>
                  <a:pt x="41353" y="2404386"/>
                  <a:pt x="39821" y="2400300"/>
                </a:cubicBezTo>
                <a:cubicBezTo>
                  <a:pt x="38159" y="2395868"/>
                  <a:pt x="35588" y="2391833"/>
                  <a:pt x="33471" y="2387600"/>
                </a:cubicBezTo>
                <a:cubicBezTo>
                  <a:pt x="31568" y="2376183"/>
                  <a:pt x="31384" y="2368973"/>
                  <a:pt x="27121" y="2359025"/>
                </a:cubicBezTo>
                <a:cubicBezTo>
                  <a:pt x="21669" y="2346304"/>
                  <a:pt x="20574" y="2348714"/>
                  <a:pt x="17596" y="2336800"/>
                </a:cubicBezTo>
                <a:lnTo>
                  <a:pt x="11246" y="2311400"/>
                </a:lnTo>
                <a:cubicBezTo>
                  <a:pt x="10188" y="2301875"/>
                  <a:pt x="9426" y="2292312"/>
                  <a:pt x="8071" y="2282825"/>
                </a:cubicBezTo>
                <a:cubicBezTo>
                  <a:pt x="7308" y="2277483"/>
                  <a:pt x="5717" y="2272284"/>
                  <a:pt x="4896" y="2266950"/>
                </a:cubicBezTo>
                <a:cubicBezTo>
                  <a:pt x="3599" y="2258517"/>
                  <a:pt x="2779" y="2250017"/>
                  <a:pt x="1721" y="2241550"/>
                </a:cubicBezTo>
                <a:cubicBezTo>
                  <a:pt x="2779" y="2232025"/>
                  <a:pt x="-4557" y="2214551"/>
                  <a:pt x="4896" y="2212975"/>
                </a:cubicBezTo>
                <a:cubicBezTo>
                  <a:pt x="18507" y="2210706"/>
                  <a:pt x="26604" y="2231235"/>
                  <a:pt x="39821" y="2235200"/>
                </a:cubicBezTo>
                <a:lnTo>
                  <a:pt x="71571" y="2244725"/>
                </a:lnTo>
                <a:cubicBezTo>
                  <a:pt x="86388" y="2243667"/>
                  <a:pt x="101167" y="2241550"/>
                  <a:pt x="116021" y="2241550"/>
                </a:cubicBezTo>
                <a:cubicBezTo>
                  <a:pt x="123505" y="2241550"/>
                  <a:pt x="130762" y="2244725"/>
                  <a:pt x="138246" y="2244725"/>
                </a:cubicBezTo>
                <a:cubicBezTo>
                  <a:pt x="144684" y="2244725"/>
                  <a:pt x="150930" y="2242505"/>
                  <a:pt x="157296" y="2241550"/>
                </a:cubicBezTo>
                <a:cubicBezTo>
                  <a:pt x="212114" y="2233327"/>
                  <a:pt x="185944" y="2239715"/>
                  <a:pt x="223971" y="2228850"/>
                </a:cubicBezTo>
                <a:cubicBezTo>
                  <a:pt x="229263" y="2225675"/>
                  <a:pt x="234428" y="2222280"/>
                  <a:pt x="239846" y="2219325"/>
                </a:cubicBezTo>
                <a:cubicBezTo>
                  <a:pt x="246079" y="2215925"/>
                  <a:pt x="253292" y="2214159"/>
                  <a:pt x="258896" y="2209800"/>
                </a:cubicBezTo>
                <a:cubicBezTo>
                  <a:pt x="264314" y="2205586"/>
                  <a:pt x="270098" y="2193182"/>
                  <a:pt x="274771" y="2187575"/>
                </a:cubicBezTo>
                <a:cubicBezTo>
                  <a:pt x="277646" y="2184126"/>
                  <a:pt x="281121" y="2181225"/>
                  <a:pt x="284296" y="2178050"/>
                </a:cubicBezTo>
                <a:cubicBezTo>
                  <a:pt x="286413" y="2169583"/>
                  <a:pt x="293406" y="2160929"/>
                  <a:pt x="290646" y="2152650"/>
                </a:cubicBezTo>
                <a:cubicBezTo>
                  <a:pt x="289588" y="2149475"/>
                  <a:pt x="284296" y="2142067"/>
                  <a:pt x="287471" y="2143125"/>
                </a:cubicBezTo>
                <a:cubicBezTo>
                  <a:pt x="293151" y="2145018"/>
                  <a:pt x="295094" y="2152652"/>
                  <a:pt x="300171" y="2155825"/>
                </a:cubicBezTo>
                <a:cubicBezTo>
                  <a:pt x="303871" y="2158138"/>
                  <a:pt x="308691" y="2157746"/>
                  <a:pt x="312871" y="2159000"/>
                </a:cubicBezTo>
                <a:cubicBezTo>
                  <a:pt x="351892" y="2170706"/>
                  <a:pt x="313648" y="2164132"/>
                  <a:pt x="379546" y="2168525"/>
                </a:cubicBezTo>
                <a:cubicBezTo>
                  <a:pt x="388013" y="2166408"/>
                  <a:pt x="396352" y="2163692"/>
                  <a:pt x="404946" y="2162175"/>
                </a:cubicBezTo>
                <a:cubicBezTo>
                  <a:pt x="436021" y="2156691"/>
                  <a:pt x="430668" y="2163601"/>
                  <a:pt x="458921" y="2149475"/>
                </a:cubicBezTo>
                <a:cubicBezTo>
                  <a:pt x="488990" y="2134441"/>
                  <a:pt x="516789" y="2114780"/>
                  <a:pt x="547821" y="2101850"/>
                </a:cubicBezTo>
                <a:cubicBezTo>
                  <a:pt x="560521" y="2096558"/>
                  <a:pt x="573894" y="2092657"/>
                  <a:pt x="585921" y="2085975"/>
                </a:cubicBezTo>
                <a:cubicBezTo>
                  <a:pt x="651186" y="2049717"/>
                  <a:pt x="568450" y="2084708"/>
                  <a:pt x="620846" y="2063750"/>
                </a:cubicBezTo>
                <a:cubicBezTo>
                  <a:pt x="637385" y="2047211"/>
                  <a:pt x="644632" y="2042359"/>
                  <a:pt x="655771" y="2025650"/>
                </a:cubicBezTo>
                <a:cubicBezTo>
                  <a:pt x="659194" y="2020515"/>
                  <a:pt x="661507" y="2014646"/>
                  <a:pt x="665296" y="2009775"/>
                </a:cubicBezTo>
                <a:cubicBezTo>
                  <a:pt x="668972" y="2005049"/>
                  <a:pt x="674404" y="2001864"/>
                  <a:pt x="677996" y="1997075"/>
                </a:cubicBezTo>
                <a:cubicBezTo>
                  <a:pt x="680836" y="1993289"/>
                  <a:pt x="682047" y="1988512"/>
                  <a:pt x="684346" y="1984375"/>
                </a:cubicBezTo>
                <a:cubicBezTo>
                  <a:pt x="687343" y="1978980"/>
                  <a:pt x="690600" y="1973733"/>
                  <a:pt x="693871" y="1968500"/>
                </a:cubicBezTo>
                <a:cubicBezTo>
                  <a:pt x="695893" y="1965264"/>
                  <a:pt x="698394" y="1962325"/>
                  <a:pt x="700221" y="1958975"/>
                </a:cubicBezTo>
                <a:cubicBezTo>
                  <a:pt x="704754" y="1950665"/>
                  <a:pt x="709928" y="1942555"/>
                  <a:pt x="712921" y="1933575"/>
                </a:cubicBezTo>
                <a:cubicBezTo>
                  <a:pt x="713979" y="1930400"/>
                  <a:pt x="714599" y="1927043"/>
                  <a:pt x="716096" y="1924050"/>
                </a:cubicBezTo>
                <a:cubicBezTo>
                  <a:pt x="718856" y="1918530"/>
                  <a:pt x="722861" y="1913695"/>
                  <a:pt x="725621" y="1908175"/>
                </a:cubicBezTo>
                <a:cubicBezTo>
                  <a:pt x="727118" y="1905182"/>
                  <a:pt x="732143" y="1898650"/>
                  <a:pt x="728796" y="1898650"/>
                </a:cubicBezTo>
                <a:cubicBezTo>
                  <a:pt x="724980" y="1898650"/>
                  <a:pt x="720739" y="1904762"/>
                  <a:pt x="722446" y="1908175"/>
                </a:cubicBezTo>
                <a:cubicBezTo>
                  <a:pt x="723943" y="1911168"/>
                  <a:pt x="728796" y="1906058"/>
                  <a:pt x="731971" y="1905000"/>
                </a:cubicBezTo>
                <a:cubicBezTo>
                  <a:pt x="735146" y="1907117"/>
                  <a:pt x="738798" y="1908652"/>
                  <a:pt x="741496" y="1911350"/>
                </a:cubicBezTo>
                <a:cubicBezTo>
                  <a:pt x="744194" y="1914048"/>
                  <a:pt x="744671" y="1918758"/>
                  <a:pt x="747846" y="1920875"/>
                </a:cubicBezTo>
                <a:cubicBezTo>
                  <a:pt x="751477" y="1923296"/>
                  <a:pt x="756366" y="1922796"/>
                  <a:pt x="760546" y="1924050"/>
                </a:cubicBezTo>
                <a:cubicBezTo>
                  <a:pt x="766957" y="1925973"/>
                  <a:pt x="773856" y="1926956"/>
                  <a:pt x="779596" y="1930400"/>
                </a:cubicBezTo>
                <a:cubicBezTo>
                  <a:pt x="813895" y="1950979"/>
                  <a:pt x="779103" y="1932199"/>
                  <a:pt x="808171" y="1943100"/>
                </a:cubicBezTo>
                <a:cubicBezTo>
                  <a:pt x="812603" y="1944762"/>
                  <a:pt x="816857" y="1946942"/>
                  <a:pt x="820871" y="1949450"/>
                </a:cubicBezTo>
                <a:cubicBezTo>
                  <a:pt x="825358" y="1952255"/>
                  <a:pt x="828437" y="1957692"/>
                  <a:pt x="833571" y="1958975"/>
                </a:cubicBezTo>
                <a:cubicBezTo>
                  <a:pt x="845935" y="1962066"/>
                  <a:pt x="858984" y="1960942"/>
                  <a:pt x="871671" y="1962150"/>
                </a:cubicBezTo>
                <a:cubicBezTo>
                  <a:pt x="881211" y="1963059"/>
                  <a:pt x="890721" y="1964267"/>
                  <a:pt x="900246" y="1965325"/>
                </a:cubicBezTo>
                <a:cubicBezTo>
                  <a:pt x="905538" y="1963208"/>
                  <a:pt x="910913" y="1961290"/>
                  <a:pt x="916121" y="1958975"/>
                </a:cubicBezTo>
                <a:cubicBezTo>
                  <a:pt x="920446" y="1957053"/>
                  <a:pt x="924229" y="1953773"/>
                  <a:pt x="928821" y="1952625"/>
                </a:cubicBezTo>
                <a:cubicBezTo>
                  <a:pt x="937099" y="1950556"/>
                  <a:pt x="945754" y="1950508"/>
                  <a:pt x="954221" y="1949450"/>
                </a:cubicBezTo>
                <a:cubicBezTo>
                  <a:pt x="961629" y="1947333"/>
                  <a:pt x="969205" y="1945733"/>
                  <a:pt x="976446" y="1943100"/>
                </a:cubicBezTo>
                <a:cubicBezTo>
                  <a:pt x="980894" y="1941483"/>
                  <a:pt x="984656" y="1938247"/>
                  <a:pt x="989146" y="1936750"/>
                </a:cubicBezTo>
                <a:cubicBezTo>
                  <a:pt x="994266" y="1935043"/>
                  <a:pt x="999753" y="1934746"/>
                  <a:pt x="1005021" y="1933575"/>
                </a:cubicBezTo>
                <a:cubicBezTo>
                  <a:pt x="1015084" y="1931339"/>
                  <a:pt x="1024335" y="1928989"/>
                  <a:pt x="1033596" y="1924050"/>
                </a:cubicBezTo>
                <a:cubicBezTo>
                  <a:pt x="1038867" y="1921239"/>
                  <a:pt x="1064275" y="1906219"/>
                  <a:pt x="1074871" y="1898650"/>
                </a:cubicBezTo>
                <a:cubicBezTo>
                  <a:pt x="1079177" y="1895574"/>
                  <a:pt x="1083638" y="1892665"/>
                  <a:pt x="1087571" y="1889125"/>
                </a:cubicBezTo>
                <a:cubicBezTo>
                  <a:pt x="1115567" y="1863929"/>
                  <a:pt x="1095638" y="1875567"/>
                  <a:pt x="1119321" y="1863725"/>
                </a:cubicBezTo>
                <a:cubicBezTo>
                  <a:pt x="1131487" y="1847503"/>
                  <a:pt x="1138954" y="1836300"/>
                  <a:pt x="1157421" y="1822450"/>
                </a:cubicBezTo>
                <a:cubicBezTo>
                  <a:pt x="1167459" y="1814921"/>
                  <a:pt x="1171686" y="1812687"/>
                  <a:pt x="1179646" y="1803400"/>
                </a:cubicBezTo>
                <a:cubicBezTo>
                  <a:pt x="1189402" y="1792018"/>
                  <a:pt x="1190497" y="1787943"/>
                  <a:pt x="1198696" y="1774825"/>
                </a:cubicBezTo>
                <a:cubicBezTo>
                  <a:pt x="1200718" y="1771589"/>
                  <a:pt x="1202115" y="1767743"/>
                  <a:pt x="1205046" y="1765300"/>
                </a:cubicBezTo>
                <a:cubicBezTo>
                  <a:pt x="1208682" y="1762270"/>
                  <a:pt x="1213513" y="1761067"/>
                  <a:pt x="1217746" y="1758950"/>
                </a:cubicBezTo>
                <a:cubicBezTo>
                  <a:pt x="1259702" y="1769439"/>
                  <a:pt x="1234486" y="1766382"/>
                  <a:pt x="1293946" y="1758950"/>
                </a:cubicBezTo>
                <a:cubicBezTo>
                  <a:pt x="1306646" y="1753658"/>
                  <a:pt x="1320100" y="1749901"/>
                  <a:pt x="1332046" y="1743075"/>
                </a:cubicBezTo>
                <a:cubicBezTo>
                  <a:pt x="1370837" y="1720909"/>
                  <a:pt x="1347171" y="1735108"/>
                  <a:pt x="1401896" y="1698625"/>
                </a:cubicBezTo>
                <a:cubicBezTo>
                  <a:pt x="1408246" y="1694392"/>
                  <a:pt x="1415920" y="1691668"/>
                  <a:pt x="1420946" y="1685925"/>
                </a:cubicBezTo>
                <a:cubicBezTo>
                  <a:pt x="1447633" y="1655425"/>
                  <a:pt x="1434386" y="1667553"/>
                  <a:pt x="1459046" y="1647825"/>
                </a:cubicBezTo>
                <a:cubicBezTo>
                  <a:pt x="1465396" y="1637242"/>
                  <a:pt x="1472576" y="1627114"/>
                  <a:pt x="1478096" y="1616075"/>
                </a:cubicBezTo>
                <a:lnTo>
                  <a:pt x="1497146" y="1577975"/>
                </a:lnTo>
                <a:cubicBezTo>
                  <a:pt x="1498204" y="1572683"/>
                  <a:pt x="1498477" y="1567172"/>
                  <a:pt x="1500321" y="1562100"/>
                </a:cubicBezTo>
                <a:cubicBezTo>
                  <a:pt x="1502747" y="1555428"/>
                  <a:pt x="1507049" y="1549575"/>
                  <a:pt x="1509846" y="1543050"/>
                </a:cubicBezTo>
                <a:cubicBezTo>
                  <a:pt x="1513408" y="1534739"/>
                  <a:pt x="1516196" y="1526117"/>
                  <a:pt x="1519371" y="1517650"/>
                </a:cubicBezTo>
                <a:cubicBezTo>
                  <a:pt x="1517236" y="1481359"/>
                  <a:pt x="1522455" y="1473017"/>
                  <a:pt x="1509846" y="1447800"/>
                </a:cubicBezTo>
                <a:cubicBezTo>
                  <a:pt x="1508139" y="1444387"/>
                  <a:pt x="1505613" y="1441450"/>
                  <a:pt x="1503496" y="1438275"/>
                </a:cubicBezTo>
                <a:cubicBezTo>
                  <a:pt x="1502438" y="1432983"/>
                  <a:pt x="1500321" y="1427796"/>
                  <a:pt x="1500321" y="1422400"/>
                </a:cubicBezTo>
                <a:cubicBezTo>
                  <a:pt x="1500321" y="1420896"/>
                  <a:pt x="1505973" y="1371682"/>
                  <a:pt x="1506671" y="1368425"/>
                </a:cubicBezTo>
                <a:cubicBezTo>
                  <a:pt x="1508073" y="1361880"/>
                  <a:pt x="1511921" y="1355977"/>
                  <a:pt x="1513021" y="1349375"/>
                </a:cubicBezTo>
                <a:cubicBezTo>
                  <a:pt x="1517083" y="1325002"/>
                  <a:pt x="1514933" y="1336638"/>
                  <a:pt x="1519371" y="1314450"/>
                </a:cubicBezTo>
                <a:cubicBezTo>
                  <a:pt x="1518313" y="1309158"/>
                  <a:pt x="1519056" y="1303151"/>
                  <a:pt x="1516196" y="1298575"/>
                </a:cubicBezTo>
                <a:cubicBezTo>
                  <a:pt x="1513391" y="1294088"/>
                  <a:pt x="1508301" y="1291268"/>
                  <a:pt x="1503496" y="1289050"/>
                </a:cubicBezTo>
                <a:cubicBezTo>
                  <a:pt x="1486318" y="1281122"/>
                  <a:pt x="1475889" y="1279719"/>
                  <a:pt x="1459046" y="1276350"/>
                </a:cubicBezTo>
                <a:lnTo>
                  <a:pt x="1309821" y="1168400"/>
                </a:lnTo>
                <a:cubicBezTo>
                  <a:pt x="1299238" y="1148292"/>
                  <a:pt x="1287106" y="1128925"/>
                  <a:pt x="1278071" y="1108075"/>
                </a:cubicBezTo>
                <a:cubicBezTo>
                  <a:pt x="1268923" y="1086965"/>
                  <a:pt x="1269425" y="1074369"/>
                  <a:pt x="1265371" y="1054100"/>
                </a:cubicBezTo>
                <a:cubicBezTo>
                  <a:pt x="1264515" y="1049821"/>
                  <a:pt x="1262196" y="1045764"/>
                  <a:pt x="1262196" y="1041400"/>
                </a:cubicBezTo>
                <a:cubicBezTo>
                  <a:pt x="1262196" y="1038053"/>
                  <a:pt x="1259550" y="1046692"/>
                  <a:pt x="1259021" y="1047750"/>
                </a:cubicBezTo>
                <a:close/>
              </a:path>
            </a:pathLst>
          </a:custGeom>
          <a:solidFill>
            <a:schemeClr val="bg2">
              <a:lumMod val="1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48335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3.7037E-7 L 0.02617 -0.42338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2" y="-21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7" grpId="1"/>
      <p:bldP spid="12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A960714-D4A5-ACB9-21A7-23CE0E348695}"/>
              </a:ext>
            </a:extLst>
          </p:cNvPr>
          <p:cNvSpPr/>
          <p:nvPr/>
        </p:nvSpPr>
        <p:spPr>
          <a:xfrm>
            <a:off x="1725753" y="156553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DA13D0F4-78EE-2512-8047-DE5DB89BF633}"/>
              </a:ext>
            </a:extLst>
          </p:cNvPr>
          <p:cNvSpPr/>
          <p:nvPr/>
        </p:nvSpPr>
        <p:spPr>
          <a:xfrm>
            <a:off x="2677166" y="1376598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D46C6EA0-87F9-167D-9C8F-861CC895DDAA}"/>
              </a:ext>
            </a:extLst>
          </p:cNvPr>
          <p:cNvSpPr/>
          <p:nvPr/>
        </p:nvSpPr>
        <p:spPr>
          <a:xfrm>
            <a:off x="3149888" y="156636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B2F7B0D-6AFC-7928-D56C-B5016FA2EDD0}"/>
              </a:ext>
            </a:extLst>
          </p:cNvPr>
          <p:cNvSpPr/>
          <p:nvPr/>
        </p:nvSpPr>
        <p:spPr>
          <a:xfrm>
            <a:off x="3571946" y="130479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512C0805-1A75-3F9B-3A2B-F01AAC21A0BA}"/>
              </a:ext>
            </a:extLst>
          </p:cNvPr>
          <p:cNvSpPr/>
          <p:nvPr/>
        </p:nvSpPr>
        <p:spPr>
          <a:xfrm>
            <a:off x="5246842" y="32810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89C831E-09AA-88AE-3F16-732359420291}"/>
              </a:ext>
            </a:extLst>
          </p:cNvPr>
          <p:cNvSpPr/>
          <p:nvPr/>
        </p:nvSpPr>
        <p:spPr>
          <a:xfrm>
            <a:off x="4808699" y="174738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153F25C2-D120-3AEE-350E-590D88164406}"/>
              </a:ext>
            </a:extLst>
          </p:cNvPr>
          <p:cNvSpPr/>
          <p:nvPr/>
        </p:nvSpPr>
        <p:spPr>
          <a:xfrm>
            <a:off x="5764499" y="264028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73D32B9-4761-9133-EC84-433E4C6C7FC4}"/>
              </a:ext>
            </a:extLst>
          </p:cNvPr>
          <p:cNvSpPr/>
          <p:nvPr/>
        </p:nvSpPr>
        <p:spPr>
          <a:xfrm>
            <a:off x="6250578" y="253411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A761DF10-9318-62F1-DC1A-4744DBDDEDCD}"/>
              </a:ext>
            </a:extLst>
          </p:cNvPr>
          <p:cNvSpPr/>
          <p:nvPr/>
        </p:nvSpPr>
        <p:spPr>
          <a:xfrm>
            <a:off x="6597343" y="225700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F329F012-FB5B-EA5F-0AB6-030ADF1AFE55}"/>
              </a:ext>
            </a:extLst>
          </p:cNvPr>
          <p:cNvSpPr/>
          <p:nvPr/>
        </p:nvSpPr>
        <p:spPr>
          <a:xfrm>
            <a:off x="6759156" y="2746461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3CD81D75-E161-9F07-6205-66B0F6E864DD}"/>
              </a:ext>
            </a:extLst>
          </p:cNvPr>
          <p:cNvSpPr/>
          <p:nvPr/>
        </p:nvSpPr>
        <p:spPr>
          <a:xfrm>
            <a:off x="8173767" y="349151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9AD1D1D1-F81E-B109-2473-538174BEBAFF}"/>
              </a:ext>
            </a:extLst>
          </p:cNvPr>
          <p:cNvSpPr/>
          <p:nvPr/>
        </p:nvSpPr>
        <p:spPr>
          <a:xfrm>
            <a:off x="9397777" y="349151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D8B081C-7734-F011-68A4-3A894DE80533}"/>
              </a:ext>
            </a:extLst>
          </p:cNvPr>
          <p:cNvSpPr/>
          <p:nvPr/>
        </p:nvSpPr>
        <p:spPr>
          <a:xfrm>
            <a:off x="2187804" y="377388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7CAC98BA-1B97-4B3F-1425-279FD12A10CC}"/>
              </a:ext>
            </a:extLst>
          </p:cNvPr>
          <p:cNvSpPr/>
          <p:nvPr/>
        </p:nvSpPr>
        <p:spPr>
          <a:xfrm>
            <a:off x="2715703" y="4042200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7D55FB43-5CD7-F398-ADAA-8B2E6FD6BB88}"/>
              </a:ext>
            </a:extLst>
          </p:cNvPr>
          <p:cNvSpPr/>
          <p:nvPr/>
        </p:nvSpPr>
        <p:spPr>
          <a:xfrm>
            <a:off x="3564680" y="355132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A9664C4D-73E3-F242-AA40-896E1FFFCBF6}"/>
              </a:ext>
            </a:extLst>
          </p:cNvPr>
          <p:cNvSpPr/>
          <p:nvPr/>
        </p:nvSpPr>
        <p:spPr>
          <a:xfrm>
            <a:off x="3973291" y="3802197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CE584E16-B5D7-45FD-CDF1-D1CB614D6A0A}"/>
              </a:ext>
            </a:extLst>
          </p:cNvPr>
          <p:cNvSpPr/>
          <p:nvPr/>
        </p:nvSpPr>
        <p:spPr>
          <a:xfrm>
            <a:off x="4448927" y="361821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6E18850E-8AFD-1C2A-1898-E6629CBA9696}"/>
              </a:ext>
            </a:extLst>
          </p:cNvPr>
          <p:cNvSpPr/>
          <p:nvPr/>
        </p:nvSpPr>
        <p:spPr>
          <a:xfrm>
            <a:off x="5042930" y="3591623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4187B5F3-DD2C-29F5-4F15-74D935F3A668}"/>
              </a:ext>
            </a:extLst>
          </p:cNvPr>
          <p:cNvSpPr/>
          <p:nvPr/>
        </p:nvSpPr>
        <p:spPr>
          <a:xfrm>
            <a:off x="5612333" y="3715369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D92DAF89-BF05-D333-8B6B-916476BCF52B}"/>
              </a:ext>
            </a:extLst>
          </p:cNvPr>
          <p:cNvSpPr/>
          <p:nvPr/>
        </p:nvSpPr>
        <p:spPr>
          <a:xfrm>
            <a:off x="6776583" y="3250353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853B7D71-F260-1AEA-E1CD-F738F85D601C}"/>
              </a:ext>
            </a:extLst>
          </p:cNvPr>
          <p:cNvSpPr/>
          <p:nvPr/>
        </p:nvSpPr>
        <p:spPr>
          <a:xfrm>
            <a:off x="6818442" y="3788173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80A591C-ED9D-F361-4076-BDF4D0DC3143}"/>
              </a:ext>
            </a:extLst>
          </p:cNvPr>
          <p:cNvSpPr/>
          <p:nvPr/>
        </p:nvSpPr>
        <p:spPr>
          <a:xfrm>
            <a:off x="7601643" y="4243549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8F0DED6B-9003-A966-45F6-A7E0A8ABEE87}"/>
              </a:ext>
            </a:extLst>
          </p:cNvPr>
          <p:cNvSpPr/>
          <p:nvPr/>
        </p:nvSpPr>
        <p:spPr>
          <a:xfrm>
            <a:off x="9483291" y="3975634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CE6D3890-B2C2-A54F-AE44-28F15D8E24AB}"/>
              </a:ext>
            </a:extLst>
          </p:cNvPr>
          <p:cNvSpPr/>
          <p:nvPr/>
        </p:nvSpPr>
        <p:spPr>
          <a:xfrm>
            <a:off x="9819759" y="296646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E2CA51AD-7B34-8A66-4331-200D056FC93F}"/>
              </a:ext>
            </a:extLst>
          </p:cNvPr>
          <p:cNvSpPr/>
          <p:nvPr/>
        </p:nvSpPr>
        <p:spPr>
          <a:xfrm>
            <a:off x="9061308" y="142594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4484C54-3561-8206-2630-A414F715128A}"/>
              </a:ext>
            </a:extLst>
          </p:cNvPr>
          <p:cNvSpPr txBox="1"/>
          <p:nvPr/>
        </p:nvSpPr>
        <p:spPr>
          <a:xfrm>
            <a:off x="600947" y="5595280"/>
            <a:ext cx="11906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Suboptimal </a:t>
            </a:r>
            <a:r>
              <a:rPr lang="en-US" altLang="zh-HK" sz="3600" b="1" dirty="0"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pH</a:t>
            </a:r>
            <a:r>
              <a:rPr lang="en-US" altLang="zh-HK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and </a:t>
            </a:r>
            <a:r>
              <a:rPr lang="en-US" altLang="zh-HK" sz="3600" b="1" dirty="0"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temperature</a:t>
            </a:r>
            <a:r>
              <a:rPr lang="en-US" altLang="zh-HK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HK" sz="3600" b="1" dirty="0">
                <a:solidFill>
                  <a:srgbClr val="FF000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denature</a:t>
            </a:r>
            <a:r>
              <a:rPr lang="en-US" altLang="zh-HK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proteins</a:t>
            </a:r>
            <a:endParaRPr lang="zh-HK" altLang="en-US" sz="3600" b="1" dirty="0">
              <a:latin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060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655a60-d6a2-4277-9875-2b64c2bf2949" xsi:nil="true"/>
    <lcf76f155ced4ddcb4097134ff3c332f xmlns="a29c9da9-055b-4406-9f8c-bbebc278082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FA095959831242BCFF110D74D7CDE7" ma:contentTypeVersion="20" ma:contentTypeDescription="Create a new document." ma:contentTypeScope="" ma:versionID="e279ce52a01a369b10626221389e17ec">
  <xsd:schema xmlns:xsd="http://www.w3.org/2001/XMLSchema" xmlns:xs="http://www.w3.org/2001/XMLSchema" xmlns:p="http://schemas.microsoft.com/office/2006/metadata/properties" xmlns:ns2="a29c9da9-055b-4406-9f8c-bbebc2780825" xmlns:ns3="3d655a60-d6a2-4277-9875-2b64c2bf2949" targetNamespace="http://schemas.microsoft.com/office/2006/metadata/properties" ma:root="true" ma:fieldsID="af8562108beebc18912e7869e3325fe8" ns2:_="" ns3:_="">
    <xsd:import namespace="a29c9da9-055b-4406-9f8c-bbebc2780825"/>
    <xsd:import namespace="3d655a60-d6a2-4277-9875-2b64c2bf2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c9da9-055b-4406-9f8c-bbebc27808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655a60-d6a2-4277-9875-2b64c2bf29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de0cda4-9c8d-4422-aedc-dc5db80a8e54}" ma:internalName="TaxCatchAll" ma:showField="CatchAllData" ma:web="3d655a60-d6a2-4277-9875-2b64c2bf2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63976F-A683-4012-B10A-E2A29F73DB3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65D956-6861-47E2-9BDB-2359FC771A39}">
  <ds:schemaRefs>
    <ds:schemaRef ds:uri="http://schemas.microsoft.com/office/2006/metadata/properties"/>
    <ds:schemaRef ds:uri="http://schemas.microsoft.com/office/infopath/2007/PartnerControls"/>
    <ds:schemaRef ds:uri="3d655a60-d6a2-4277-9875-2b64c2bf2949"/>
    <ds:schemaRef ds:uri="a29c9da9-055b-4406-9f8c-bbebc2780825"/>
  </ds:schemaRefs>
</ds:datastoreItem>
</file>

<file path=customXml/itemProps3.xml><?xml version="1.0" encoding="utf-8"?>
<ds:datastoreItem xmlns:ds="http://schemas.openxmlformats.org/officeDocument/2006/customXml" ds:itemID="{CCE731E6-A121-4917-B6F7-29720DF8B4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9c9da9-055b-4406-9f8c-bbebc2780825"/>
    <ds:schemaRef ds:uri="3d655a60-d6a2-4277-9875-2b64c2bf2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26135</TotalTime>
  <Words>1433</Words>
  <Application>Microsoft Macintosh PowerPoint</Application>
  <PresentationFormat>寬螢幕</PresentationFormat>
  <Paragraphs>665</Paragraphs>
  <Slides>38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5" baseType="lpstr">
      <vt:lpstr>微軟正黑體</vt:lpstr>
      <vt:lpstr>Google Sans</vt:lpstr>
      <vt:lpstr>Aptos</vt:lpstr>
      <vt:lpstr>Aptos Display</vt:lpstr>
      <vt:lpstr>Arial</vt:lpstr>
      <vt:lpstr>Roboto Black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</dc:creator>
  <cp:lastModifiedBy>Jeffery</cp:lastModifiedBy>
  <cp:revision>83</cp:revision>
  <dcterms:created xsi:type="dcterms:W3CDTF">2024-07-02T07:22:02Z</dcterms:created>
  <dcterms:modified xsi:type="dcterms:W3CDTF">2026-07-05T07:14:26Z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0x010100BAFA095959831242BCFF110D74D7CDE7</vt:lpwstr>
  </property>
</Properties>
</file>